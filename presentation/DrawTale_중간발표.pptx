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84" r:id="rId4"/>
    <p:sldId id="258" r:id="rId5"/>
    <p:sldId id="259" r:id="rId6"/>
    <p:sldId id="260" r:id="rId7"/>
    <p:sldId id="261" r:id="rId8"/>
    <p:sldId id="264" r:id="rId9"/>
    <p:sldId id="283" r:id="rId10"/>
    <p:sldId id="266" r:id="rId11"/>
    <p:sldId id="268" r:id="rId12"/>
    <p:sldId id="269" r:id="rId13"/>
    <p:sldId id="270" r:id="rId14"/>
    <p:sldId id="278" r:id="rId15"/>
    <p:sldId id="271" r:id="rId16"/>
    <p:sldId id="279" r:id="rId17"/>
    <p:sldId id="272" r:id="rId18"/>
    <p:sldId id="280" r:id="rId19"/>
    <p:sldId id="273" r:id="rId20"/>
    <p:sldId id="281" r:id="rId21"/>
    <p:sldId id="274" r:id="rId22"/>
    <p:sldId id="275" r:id="rId23"/>
    <p:sldId id="282" r:id="rId24"/>
    <p:sldId id="285"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8405C"/>
    <a:srgbClr val="8192FF"/>
    <a:srgbClr val="EF6E94"/>
    <a:srgbClr val="B9C7FD"/>
    <a:srgbClr val="FDE79B"/>
    <a:srgbClr val="B7E3C1"/>
    <a:srgbClr val="FDC6D0"/>
    <a:srgbClr val="4B5C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2"/>
    <p:restoredTop sz="94610"/>
  </p:normalViewPr>
  <p:slideViewPr>
    <p:cSldViewPr snapToGrid="0" snapToObjects="1">
      <p:cViewPr varScale="1">
        <p:scale>
          <a:sx n="120" d="100"/>
          <a:sy n="120" d="100"/>
        </p:scale>
        <p:origin x="18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1077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저희는 아이가 직접 그린 그림으로 이야기를 만드는 서비스, DrawTale을 준비하고 있습니다. 오른쪽 네 칸은 아이가 이야기를 만들 때 고르는 장소, 문제, 행동,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네 부분으로 나눴습니다. 왜 이 서비스를 만들게 됐는지 배경조사부터 말씀드리고, 지난 한 달 동안 한 일과 영역별 작업을 보여드린 다음, 지금까지의 결과와 앞으로 할 일로 마무리하겠습니다.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저희는 아이마다 표현하는 속도와 방식이 다르다는 데서 시작했습니다. 글이 편한 아이도 있고, 그림이 편한 아이도 있고, 생각을 꺼내는 데 시간이 조금 더 걸리는 아이도 있습니다. 그런데 수업은 대부분 글로 읽고, 정답을 맞히고, 같은 속도로 따라가는 방식입니다. 2024년 교육부와 한국교육과정평가원이 담임교사 관찰로 조사한 결과를 보면, 초등학생의 4.6%가 경계선 지능 위험·관찰군이었고, 그중 67.9%는 기초학력에 도달하지 못했습니다. 이 숫자를 진단 기준으로 쓴 건 아닙니다. 한 가지 방식의 학습이 모든 아이에게 맞지는 않을 수 있다는 배경으로 참고했습니다. (보조 근거, 질문 시: 전체 국민 중 경계선 지능인은 약 13.6%, 697만 명으로 추정된다는 보도가 있습니다 — 2024.7 뉴시스, 정규분포 기준 추정치.)</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숫자 뒤에는 아이와 부모의 경험이 있습니다. 정해진 속도로 글을 따라가는 수업이 어떤 아이에게는 벽이 되기도 하고, 글로 다 꺼내지 못한 생각은 그림 같은 다른 방법으로 보여 줄 수도 있습니다. 부모의 양육 경험을 다룬 선행연구를 보면, 부모는 처음엔 아이를 또래 속도에 맞추려고 애쓰다가 점점 아이의 속도를 받아들이고, 맞는 방식과 환경을 오래 찾아다닙니다. 그래서 저희는 아이에게는 자기 방식으로 표현하고 참여할 기회가, 부모에게는 정답 대신 아이의 생각을 발견하는 경험이 필요하다고 봤습니다. 이 두 가지는 뒤에서 다시 나옵니다.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그래서 그림과 이야기를 글 말고 다른 표현 방법으로 보기로 했습니다. 지금까지의 학습이 읽고, 문제 풀고, 정답을 맞히는 순서였다면, DrawTale에서는 그리고, 표현하고, 고르면서 이야기를 만듭니다. 참고한 자료는 두 가지입니다. Narrative Drawing 연구는 그림으로 이야기를 지어 보는 활동이 초기 문해로 이어질 가능성을 보고했고, UDL 지침도 여러 표현 방법을 열어 두라고 권합니다. 다만 효과가 있다고 단정하지는 않고, 서비스 방식을 고를 때 참고만 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기술적으로 가능한지도 확인했습니다. Meta의 Animated Drawings 연구는 아이나 아마추어가 그린 사람 그림에서 캐릭터를 찾고, 떼어 내고, 관절을 찾아 움직이는 방법을 보여 줬고, 17만 8천여 장의 그림 데이터셋과 코드도 공개했습니다. 이걸 보고, 아이 그림을 이야기 속 주인공으로 실제로 움직일 수 있겠다고 판단했습니다.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기존 서비스를 기능별로 비교해 봤습니다. Meta Animated Drawings는 원본 그림을 그대로 쓰고 관절도 직접 지정할 수 있지만, 정해진 동작 네 가지를 보여 주는 데서 끝납니다. Drawings Alive는 AI가 그림을 새 그림이나 3D로 다시 만들어서 6초 영상으로 보여 줍니다. Drawalive는 이야기를 붙일 수 있는데, 말이나 글로 직접 입력해야 합니다. 이렇게 기능 하나하나는 이미 있었습니다. 그런데 아이 그림을 그대로 쓰고, 관절을 같이 바로잡고, 글 없이 카드로 다음 장면을 골라 이야기까지 가는 흐름은 찾지 못했습니다. 저희는 이 부분에 집중했습니다.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앞의 조사를 설계 원칙으로 옮겨 봤습니다. 아이마다 속도와 표현 방식이 다르니까, 글 없이 아이 속도대로 진행합니다. 그림과 이야기가 글 밖의 표현 통로가 될 수 있으니까, 아이 그림을 그대로 주인공으로 씁니다. 손그림을 움직이는 기술은 이미 공개돼 있어서, AI에게는 움직이는 일만 맡깁니다. 기존 서비스는 참여가 한 번에 끝나서, 다음 장면은 아이가 고르게 했습니다. 정리하면 DrawTale은 AI가 아이 대신 만들지 않고, 아이의 그림과 선택이 이야기의 중심이 되는 서비스입니다. 대상은 학습 속도가 느리거나 글로 표현하기 어려운 아이를 포함해서, 그림과 이야기로 생각을 표현하고 싶은 아이 모두입니다.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DrawTale이 아이와 부모에게 주려는 걸 나눠서 정리했습니다. 아이는 잘 그리지 않아도 내 그림이 그대로 주인공이 되고, 글을 몰라도 카드를 골라 이야기를 만들 수 있습니다. 부모는 아이가 뭘 그리고 뭘 골랐는지 같이 보면서 이야기를 나누고, 관절을 맞춰 주면서 작품을 함께 완성합니다. 앞에서 말씀드린 것처럼, 부모에게는 정답 대신 아이의 생각을 발견하는 경험이 되었으면 합니다.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실제 사용 흐름은 이렇습니다. 아이가 그림을 그려서 올리면 AI가 캐릭터를 찾고, 관절이 어긋난 곳은 부모나 선생님이 같이 고쳐 줍니다. 그러면 아이 그림이 그대로 움직이고, 그다음부터는 아이가 다음 장면을 하나씩 고르면서 이야기를 이어 갑니다. 그래서 저희는 AI 결과물을 끝이 아니라 시작점으로 봤습니다.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9월 7일에 프로젝트를 시작했습니다. 먼저 서비스 목적과 사용자 경험을 이야기하면서 MVP 범위를 정했고, 네 명이 역할을 나눈 뒤에는 화면, 기능, 데이터, AI 처리 방식을 서로 맞춰 나갔습니다. 핵심 설계 문서를 먼저 만들고, 그걸 바탕으로 영역별 상세 설계를 했습니다. 10월 2일 지금은 초기 개발과 AI 학습 PoC를 시작한 상태입니다.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역할은 네 영역으로 나눴습니다. 그렇다고 각자 따로 설계한 건 아니고, 서비스 방향과 MVP 범위, 그리고 Frontend와 Backend, Backend와 AI, A1과 A2가 만나는 부분은 같이 논의해서 맞췄습니다.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저는 Frontend와 관절 세팅을 맡았습니다. 아이는 글을 읽지 않고도 서비스를 끝까지 쓸 수 있어야 해서, 화면을 그리기 전에 아이가 어떤 순서로 지나가는지부터 잡았습니다. 그렇게 나온 게 화면설계서 v0.3입니다. 시작, 그림 올리기, AI 분석, 관절 확인, 이야기 선택, 결과 확인까지 화면은 모두 19개입니다. 관절 맞추기처럼 어른이 도와줘야 하는 화면은 아이 화면과 따로 뺐습니다. 이 문서를 보고 React 페이지와 라우팅, 컴포넌트를 만들게 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아이 그림은 팔이 몸에 붙어 있거나 비율이 독특해서, AI가 관절을 잘못 짚을 때가 있습니다. 그래서 AI가 찾은 관절 15개를 그림 위에 겹쳐 보여 주고, 틀린 점은 선생님이나 보호자가 끌어서 옮길 수 있게 했습니다. 고친 값은 원본 그림 좌표로 바꿔서 Backend로 보내고, 애니메이션은 이 값으로 만들어집니다. 다음에는 관절 신뢰도 표시와 결과 화면을 다듬을 계획입니다.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저는 Backend와 PM을 맡았습니다. 화면설계서가 나오고 나서 가장 먼저 한 건, 화면에서 하는 행동을 실제 개발 기능으로 나누는 일이었습니다. 누가 어떤 데이터를 보내고, 어디에서 처리하고, 결과를 어떻게 돌려줄지 하나씩 정리했습니다. 예를 들어 그림 올리기는, 아이 그림을 받아 Backend가 저장하고, 분석 Job을 만들어 AI에 요청한 뒤, 관절 15개를 결과로 돌려줍니다. 이렇게 정리한 게 기능 41개, 비기능 요구사항 8개입니다. 기능 ID마다 화면 ID와 API를 붙여 두어서, 문서끼리 바로 찾아갈 수 있습니다. 그리고 WBS로 네 영역 일정을 같이 관리하고 있습니다.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Backend는 Frontend와 AI 사이에서 요청을 받아 넘기는 역할입니다. 분석이나 이야기 생성처럼 오래 걸리는 작업은 바로 결과를 주지 않고 Job으로 받아 두고, 프론트가 상태를 확인하게 했습니다. Public API는 그림 올리기, Job 상태 조회, 관절 보정, 이야기 생성처럼 화면에서 필요한 요청대로 나눴습니다. AI 서버는 밖에 열지 않고, Backend만 내부 주소로 부릅니다. DB는 캐릭터, 관절 보정 이력, 이야기, Job, 사용자를 핵심 데이터로 잡아 두었고, 다음에 이걸 ERD로 정리할 예정입니다.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저는 A1 AI Runtime을 맡았습니다. 먼저 Meta Animated Drawings가 어떤 구조로 그림을 움직이는지 분석하고, 우리 서비스에서 어디까지 쓸지 팀과 같이 정리했습니다. 그다음, 아이가 그림을 올리면 그 요청이 Frontend와 Backend를 지나 AI Runtime에서 처리되고, 결과가 다시 화면으로 돌아오기까지를 Flow Chart로 그렸습니다. 서비스 흐름은 모두 10개입니다. 캐릭터 만들기에서는 분석 요청과 관절 결과가, 이야기 만들기에서는 렌더 요청과 영상 결과가 오갑니다.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Runtime 안에서는 이런 순서로 처리합니다. 그림 크기를 줄이고, 캐릭터를 찾고, 관절과 마스크를 만든 다음, 관절을 뼈대로 이어서 동작을 입히고 영상으로 렌더합니다. Backend와는 분석과 렌더, 이 두 가지 요청으로만 주고받고, AI 서버는 외부에 공개하지 않습니다. A2에서 학습 중인 포즈 모델은 Adapter로 바꿔 끼울 수 있게 해 뒀습니다. 평가에서 더 나을 때만 바꾸고, 바꿔도 다른 영역에는 영향이 없습니다. 9월 29일에는 로컬에서 실제 모델로 분석부터 렌더까지 돌아가는 걸 확인했습니다.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저는 A2 Drawing Pose Model과 전체 인프라 구조를 맡았습니다. 먼저 서비스 구성 요소를 어디에 두고 어떻게 연결할지 시스템 아키텍처로 그렸습니다. 브라우저의 Frontend는 공개 API만 부르고, AI 서버는 Backend만 내부망으로 부르는 세 층 구조입니다. 배포는 Azure VM 한 대에서 Backend와 AI 컨테이너를 나누고, 그림과 결과물, 모델 파일은 Blob 저장소에 두는 걸 목표로 하고 있습니다. 저장소와 API 계약이 나뉘어 있어서, 나중에 서버를 분리하기도 어렵지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Meta 사전학습 모델은 팔이 몸에 붙어 있거나 비율이 독특한 아이 그림에서 관절을 잘못 짚을 때가 있습니다. 그래서 그림 데이터에 맞는 포즈 모델을 직접 학습하고 있습니다. 지금까지 Dataset을 확보해서 품질을 확인했고, Annotation 전처리, DrawTale 기준 15개 관절로 바꾸는 작업, Train/Validation 분할까지 끝냈습니다. RTMPose 학습 환경도 만들어서, 일부 데이터로 학습 PoC를 돌리고 있습니다. 전체 학습과 평가는 다음 단계입니다. 가운데 그림은 관절 변환을 설명하려고 넣은 개념 예시입니다. (발표 전 실제 변환 결과나 loss 곡선이 있으면 이 자리에 캡처로 바꿔 주세요.)</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처음에는 ‘아이의 그림을 움직이고 이야기로 만들어 보자’는 한 문장뿐이었습니다. 한 달 동안 이걸 사용자 경험, 서비스 기능, Backend, 시스템 처리, AI Runtime, AI 모델, 전체 구조, 이렇게 일곱 개 설계 산출물로 나눠 만들었습니다. 색은 각 산출물을 맡은 팀원입니다.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각자 만든 부분을 실제로 연결하는 단계입니다. Frontend는 화면 구현과 관절 보정, Backend는 FastAPI와 DB, A1은 분석·렌더 파이프라인과 Adapter, A2는 전체 데이터 학습과 평가를 진행합니다. 저희가 만들고 싶은 건 결국 이겁니다. 아이가 그리고, AI가 움직이고, 아이의 선택으로 이야기가 자랍니다. DrawTale은 아이의 그림을 바꾸지 않고, 이야기를 시작합니다.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p/>
        </p:txBody>
      </p:sp>
      <p:sp>
        <p:nvSpPr>
          <p:cNvPr id="3" name="Notes Placeholder 2"/>
          <p:cNvSpPr>
            <a:spLocks noGrp="1"/>
          </p:cNvSpPr>
          <p:nvPr>
            <p:ph type="body" sz="quarter" idx="3"/>
          </p:nvPr>
        </p:nvSpPr>
        <p:spPr/>
        <p:txBody>
          <a:bodyPr/>
          <a:lstStyle/>
          <a:p>
            <a:r>
              <a:t>지금까지 만든 화면설계서, 기능정의서, Flow Chart, 시스템 아키텍처를 바탕으로, 최종 제출 전까지 문서 세 개를 더 만듭니다. ERD는 DB 구조를 개발에 바로 쓸 수 있게 정리하고, AI 아키텍처는 AI 내부 구성 요소가 어떻게 연결되는지, 소프트웨어 아키텍처는 코드 모듈이 어떻게 나뉘고 서로 부르는지를 다룹니다. 시스템 아키텍처와 소프트웨어 아키텍처는 내용이 겹치지 않게 나눠서 씁니다.</a:t>
            </a:r>
          </a:p>
        </p:txBody>
      </p:sp>
      <p:sp>
        <p:nvSpPr>
          <p:cNvPr id="4" name="Slide Number Placeholder 3"/>
          <p:cNvSpPr>
            <a:spLocks noGrp="1"/>
          </p:cNvSpPr>
          <p:nvPr>
            <p:ph type="sldNum" sz="quarter" idx="5"/>
          </p:nvPr>
        </p:nvSpPr>
        <p:spPr/>
        <p:txBody>
          <a:bodyP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마지막으로, 오늘 보여드린 설계 문서와 배경조사 출처는 모두 GitHub 저장소에 올려 두었습니다. 시스템 아키텍처, 기능 정의서, 플로우차트, 화면 설계서는 이름을 누르면 바로 열리고, 오른쪽 출처도 각각 원문으로 연결됩니다.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e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e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e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e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eg"/><Relationship Id="rId4" Type="http://schemas.openxmlformats.org/officeDocument/2006/relationships/image" Target="../media/image14.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jpe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jpe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jpeg"/><Relationship Id="rId4" Type="http://schemas.openxmlformats.org/officeDocument/2006/relationships/image" Target="../media/image17.jpg"/><Relationship Id="rId5" Type="http://schemas.openxmlformats.org/officeDocument/2006/relationships/image" Target="../media/image18.jpg"/><Relationship Id="rId6" Type="http://schemas.openxmlformats.org/officeDocument/2006/relationships/image" Target="../media/image19.jpg"/><Relationship Id="rId7"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jpeg"/><Relationship Id="rId4" Type="http://schemas.openxmlformats.org/officeDocument/2006/relationships/image" Target="../media/image21.png"/><Relationship Id="rId5"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jpe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jpe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jpeg"/><Relationship Id="rId4" Type="http://schemas.openxmlformats.org/officeDocument/2006/relationships/image" Target="../media/image11.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jpe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jpeg"/><Relationship Id="rId4" Type="http://schemas.openxmlformats.org/officeDocument/2006/relationships/image" Target="../media/image11.png"/><Relationship Id="rId5"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jpe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jpeg"/><Relationship Id="rId4" Type="http://schemas.openxmlformats.org/officeDocument/2006/relationships/image" Target="../media/image11.png"/><Relationship Id="rId5" Type="http://schemas.openxmlformats.org/officeDocument/2006/relationships/image" Target="../media/image31.png"/><Relationship Id="rId6"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 Id="rId3" Type="http://schemas.openxmlformats.org/officeDocument/2006/relationships/hyperlink" Target="https://github.com/seominji58/drawtale-pt_docs" TargetMode="External"/><Relationship Id="rId4" Type="http://schemas.openxmlformats.org/officeDocument/2006/relationships/hyperlink" Target="https://github.com/seominji58/drawtale-pt_docs/blob/main/01-system-architecture.md" TargetMode="External"/><Relationship Id="rId5" Type="http://schemas.openxmlformats.org/officeDocument/2006/relationships/hyperlink" Target="https://github.com/seominji58/drawtale-pt_docs/blob/main/02-feature-spec.md" TargetMode="External"/><Relationship Id="rId6" Type="http://schemas.openxmlformats.org/officeDocument/2006/relationships/hyperlink" Target="https://github.com/seominji58/drawtale-pt_docs/blob/main/03-flowchart.md" TargetMode="External"/><Relationship Id="rId7" Type="http://schemas.openxmlformats.org/officeDocument/2006/relationships/hyperlink" Target="https://github.com/seominji58/drawtale-pt_docs/blob/main/04-screen-spec.md" TargetMode="External"/><Relationship Id="rId8" Type="http://schemas.openxmlformats.org/officeDocument/2006/relationships/hyperlink" Target="https://github.com/seominji58/drawtale-pt_docs/tree/main/presentation" TargetMode="External"/><Relationship Id="rId9" Type="http://schemas.openxmlformats.org/officeDocument/2006/relationships/hyperlink" Target="https://www.dbpia.co.kr/journal/articleDetail?nodeId=NODE11606563" TargetMode="External"/><Relationship Id="rId10" Type="http://schemas.openxmlformats.org/officeDocument/2006/relationships/hyperlink" Target="https://news.mtn.co.kr/news-detail/2024062713043089703" TargetMode="External"/><Relationship Id="rId11" Type="http://schemas.openxmlformats.org/officeDocument/2006/relationships/hyperlink" Target="https://www.kci.go.kr/kciportal/landing/article.kci?arti_id=ART002484150" TargetMode="External"/><Relationship Id="rId12" Type="http://schemas.openxmlformats.org/officeDocument/2006/relationships/hyperlink" Target="https://www.frontiersin.org/journals/education/articles/10.3389/feduc.2025.1465714/full" TargetMode="External"/><Relationship Id="rId13" Type="http://schemas.openxmlformats.org/officeDocument/2006/relationships/hyperlink" Target="https://udlguidelines.cast.org/action-expression/expression-communication/multiple-media/" TargetMode="External"/><Relationship Id="rId14" Type="http://schemas.openxmlformats.org/officeDocument/2006/relationships/hyperlink" Target="https://arxiv.org/abs/2303.12741" TargetMode="External"/><Relationship Id="rId15" Type="http://schemas.openxmlformats.org/officeDocument/2006/relationships/hyperlink" Target="https://ai.meta.com/blog/ai-dataset-animation-drawings/" TargetMode="External"/><Relationship Id="rId16" Type="http://schemas.openxmlformats.org/officeDocument/2006/relationships/hyperlink" Target="https://drawingsalive.com/" TargetMode="External"/><Relationship Id="rId17" Type="http://schemas.openxmlformats.org/officeDocument/2006/relationships/hyperlink" Target="https://drawalive.app/" TargetMode="External"/><Relationship Id="rId18"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2" name="모서리가 둥근 직사각형 21">
            <a:extLst>
              <a:ext uri="{FF2B5EF4-FFF2-40B4-BE49-F238E27FC236}">
                <a16:creationId xmlns:a16="http://schemas.microsoft.com/office/drawing/2014/main" id="{9F4C9323-EA36-5EB6-CBC1-CC3F4E9B8BBC}"/>
              </a:ext>
            </a:extLst>
          </p:cNvPr>
          <p:cNvSpPr/>
          <p:nvPr/>
        </p:nvSpPr>
        <p:spPr>
          <a:xfrm>
            <a:off x="6109401" y="838200"/>
            <a:ext cx="5749159" cy="51816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 name="Text 0"/>
          <p:cNvSpPr txBox="1"/>
          <p:nvPr/>
        </p:nvSpPr>
        <p:spPr>
          <a:xfrm>
            <a:off x="640080" y="1417320"/>
            <a:ext cx="6035040" cy="365760"/>
          </a:xfrm>
          <a:prstGeom prst="rect">
            <a:avLst/>
          </a:prstGeom>
          <a:noFill/>
          <a:ln/>
        </p:spPr>
        <p:txBody>
          <a:bodyPr wrap="square" lIns="0" tIns="0" rIns="0" bIns="0" rtlCol="0" anchor="t"/>
          <a:lstStyle/>
          <a:p>
            <a:pPr marL="0" indent="0" algn="l">
              <a:lnSpc>
                <a:spcPct val="115000"/>
              </a:lnSpc>
              <a:buNone/>
            </a:pPr>
            <a:r>
              <a:rPr lang="en-US" sz="1600" b="1" dirty="0">
                <a:solidFill>
                  <a:srgbClr val="4C5CC4"/>
                </a:solidFill>
                <a:latin typeface="Malgun Gothic" pitchFamily="34" charset="0"/>
                <a:ea typeface="Malgun Gothic" pitchFamily="34" charset="-122"/>
                <a:cs typeface="Malgun Gothic" pitchFamily="34" charset="-120"/>
              </a:rPr>
              <a:t>옛날 옛적에, 그림 한 장이 이야기가 되었어요</a:t>
            </a:r>
            <a:endParaRPr lang="en-US" sz="1600" dirty="0"/>
          </a:p>
        </p:txBody>
      </p:sp>
      <p:sp>
        <p:nvSpPr>
          <p:cNvPr id="3" name="Text 1"/>
          <p:cNvSpPr txBox="1"/>
          <p:nvPr/>
        </p:nvSpPr>
        <p:spPr>
          <a:xfrm>
            <a:off x="640080" y="1874520"/>
            <a:ext cx="6035040" cy="1005840"/>
          </a:xfrm>
          <a:prstGeom prst="rect">
            <a:avLst/>
          </a:prstGeom>
          <a:noFill/>
          <a:ln/>
        </p:spPr>
        <p:txBody>
          <a:bodyPr wrap="square" lIns="0" tIns="0" rIns="0" bIns="0" rtlCol="0" anchor="t"/>
          <a:lstStyle/>
          <a:p>
            <a:pPr marL="0" indent="0" algn="l">
              <a:lnSpc>
                <a:spcPct val="115000"/>
              </a:lnSpc>
              <a:buNone/>
            </a:pPr>
            <a:r>
              <a:rPr lang="en-US" sz="6000" b="1" dirty="0">
                <a:solidFill>
                  <a:srgbClr val="39405C"/>
                </a:solidFill>
                <a:latin typeface="Malgun Gothic" pitchFamily="34" charset="0"/>
                <a:ea typeface="Malgun Gothic" pitchFamily="34" charset="-122"/>
                <a:cs typeface="Malgun Gothic" pitchFamily="34" charset="-120"/>
              </a:rPr>
              <a:t>DrawTale</a:t>
            </a:r>
            <a:endParaRPr lang="en-US" sz="6000" dirty="0"/>
          </a:p>
        </p:txBody>
      </p:sp>
      <p:sp>
        <p:nvSpPr>
          <p:cNvPr id="4" name="Text 2"/>
          <p:cNvSpPr txBox="1"/>
          <p:nvPr/>
        </p:nvSpPr>
        <p:spPr>
          <a:xfrm>
            <a:off x="640080" y="2834640"/>
            <a:ext cx="6035040" cy="457200"/>
          </a:xfrm>
          <a:prstGeom prst="rect">
            <a:avLst/>
          </a:prstGeom>
          <a:noFill/>
          <a:ln/>
        </p:spPr>
        <p:txBody>
          <a:bodyPr wrap="square" lIns="0" tIns="0" rIns="0" bIns="0" rtlCol="0" anchor="t"/>
          <a:lstStyle/>
          <a:p>
            <a:pPr marL="0" indent="0" algn="l">
              <a:lnSpc>
                <a:spcPct val="115000"/>
              </a:lnSpc>
              <a:buNone/>
            </a:pPr>
            <a:r>
              <a:rPr lang="en-US" sz="2200" b="1" dirty="0">
                <a:solidFill>
                  <a:srgbClr val="4C5CC4"/>
                </a:solidFill>
                <a:latin typeface="Malgun Gothic" pitchFamily="34" charset="0"/>
                <a:ea typeface="Malgun Gothic" pitchFamily="34" charset="-122"/>
                <a:cs typeface="Malgun Gothic" pitchFamily="34" charset="-120"/>
              </a:rPr>
              <a:t>한칸이야기</a:t>
            </a:r>
            <a:endParaRPr lang="en-US" sz="2200" dirty="0">
              <a:solidFill>
                <a:srgbClr val="4C5CC4"/>
              </a:solidFill>
            </a:endParaRPr>
          </a:p>
        </p:txBody>
      </p:sp>
      <p:sp>
        <p:nvSpPr>
          <p:cNvPr id="5" name="Text 3"/>
          <p:cNvSpPr txBox="1"/>
          <p:nvPr/>
        </p:nvSpPr>
        <p:spPr>
          <a:xfrm>
            <a:off x="640080" y="3520440"/>
            <a:ext cx="6035040" cy="914400"/>
          </a:xfrm>
          <a:prstGeom prst="rect">
            <a:avLst/>
          </a:prstGeom>
          <a:noFill/>
          <a:ln/>
        </p:spPr>
        <p:txBody>
          <a:bodyPr wrap="square" lIns="0" tIns="0" rIns="0" bIns="0" rtlCol="0" anchor="t"/>
          <a:lstStyle/>
          <a:p>
            <a:pPr marL="0" indent="0" algn="l">
              <a:lnSpc>
                <a:spcPct val="130000"/>
              </a:lnSpc>
              <a:buNone/>
            </a:pPr>
            <a:r>
              <a:rPr lang="en-US" sz="2000" dirty="0">
                <a:solidFill>
                  <a:srgbClr val="39405C"/>
                </a:solidFill>
                <a:latin typeface="Malgun Gothic" pitchFamily="34" charset="0"/>
                <a:ea typeface="Malgun Gothic" pitchFamily="34" charset="-122"/>
                <a:cs typeface="Malgun Gothic" pitchFamily="34" charset="-120"/>
              </a:rPr>
              <a:t>아이의 그림이 주인공이 되고,</a:t>
            </a:r>
            <a:endParaRPr lang="en-US" sz="2000" dirty="0"/>
          </a:p>
          <a:p>
            <a:pPr marL="0" indent="0" algn="l">
              <a:lnSpc>
                <a:spcPct val="130000"/>
              </a:lnSpc>
              <a:buNone/>
            </a:pPr>
            <a:r>
              <a:rPr lang="en-US" sz="2000" dirty="0">
                <a:solidFill>
                  <a:srgbClr val="39405C"/>
                </a:solidFill>
                <a:latin typeface="Malgun Gothic" pitchFamily="34" charset="0"/>
                <a:ea typeface="Malgun Gothic" pitchFamily="34" charset="-122"/>
                <a:cs typeface="Malgun Gothic" pitchFamily="34" charset="-120"/>
              </a:rPr>
              <a:t>아이의 선택으로 완성되는 이야기</a:t>
            </a:r>
            <a:endParaRPr lang="en-US" sz="2000" dirty="0"/>
          </a:p>
        </p:txBody>
      </p:sp>
      <p:sp>
        <p:nvSpPr>
          <p:cNvPr id="6" name="Text 4"/>
          <p:cNvSpPr txBox="1"/>
          <p:nvPr/>
        </p:nvSpPr>
        <p:spPr>
          <a:xfrm>
            <a:off x="640080" y="5074920"/>
            <a:ext cx="6035040" cy="365760"/>
          </a:xfrm>
          <a:prstGeom prst="rect">
            <a:avLst/>
          </a:prstGeom>
          <a:noFill/>
          <a:ln/>
        </p:spPr>
        <p:txBody>
          <a:bodyPr wrap="square" lIns="0" tIns="0" rIns="0" bIns="0" rtlCol="0" anchor="t"/>
          <a:lstStyle/>
          <a:p>
            <a:r>
              <a:rPr lang="ko-KR" altLang="en-US" sz="1400" dirty="0">
                <a:solidFill>
                  <a:schemeClr val="bg1">
                    <a:lumMod val="50000"/>
                  </a:schemeClr>
                </a:solidFill>
                <a:latin typeface="Malgun Gothic" pitchFamily="34" charset="0"/>
                <a:ea typeface="Malgun Gothic" pitchFamily="34" charset="-122"/>
              </a:rPr>
              <a:t>팀</a:t>
            </a:r>
            <a:r>
              <a:rPr lang="en-US" altLang="ko-KR" sz="1400" dirty="0">
                <a:solidFill>
                  <a:schemeClr val="bg1">
                    <a:lumMod val="50000"/>
                  </a:schemeClr>
                </a:solidFill>
                <a:latin typeface="Malgun Gothic" pitchFamily="34" charset="0"/>
                <a:ea typeface="Malgun Gothic" pitchFamily="34" charset="-122"/>
              </a:rPr>
              <a:t>:</a:t>
            </a:r>
            <a:r>
              <a:rPr lang="ko-KR" altLang="en-US" sz="1400" dirty="0">
                <a:solidFill>
                  <a:schemeClr val="bg1">
                    <a:lumMod val="50000"/>
                  </a:schemeClr>
                </a:solidFill>
                <a:latin typeface="Malgun Gothic" pitchFamily="34" charset="0"/>
                <a:ea typeface="Malgun Gothic" pitchFamily="34" charset="-122"/>
              </a:rPr>
              <a:t> </a:t>
            </a:r>
            <a:r>
              <a:rPr lang="ko-Kore-KR" altLang="ko-Kore-KR" dirty="0">
                <a:solidFill>
                  <a:schemeClr val="bg1">
                    <a:lumMod val="50000"/>
                  </a:schemeClr>
                </a:solidFill>
              </a:rPr>
              <a:t>Dear Youth</a:t>
            </a:r>
            <a:r>
              <a:rPr lang="en-US" sz="1400" dirty="0">
                <a:solidFill>
                  <a:schemeClr val="bg1">
                    <a:lumMod val="50000"/>
                  </a:schemeClr>
                </a:solidFill>
                <a:latin typeface="Malgun Gothic" pitchFamily="34" charset="0"/>
                <a:ea typeface="Malgun Gothic" pitchFamily="34" charset="-122"/>
                <a:cs typeface="Malgun Gothic" pitchFamily="34" charset="-120"/>
              </a:rPr>
              <a:t>  ·  2026. 10. 02  ·  </a:t>
            </a:r>
            <a:r>
              <a:rPr lang="en-US" sz="1400" dirty="0" err="1">
                <a:solidFill>
                  <a:schemeClr val="bg1">
                    <a:lumMod val="50000"/>
                  </a:schemeClr>
                </a:solidFill>
                <a:latin typeface="Malgun Gothic" pitchFamily="34" charset="0"/>
                <a:ea typeface="Malgun Gothic" pitchFamily="34" charset="-122"/>
                <a:cs typeface="Malgun Gothic" pitchFamily="34" charset="-120"/>
              </a:rPr>
              <a:t>캡스톤</a:t>
            </a:r>
            <a:r>
              <a:rPr lang="en-US" sz="1400" dirty="0">
                <a:solidFill>
                  <a:schemeClr val="bg1">
                    <a:lumMod val="50000"/>
                  </a:schemeClr>
                </a:solidFill>
                <a:latin typeface="Malgun Gothic" pitchFamily="34" charset="0"/>
                <a:ea typeface="Malgun Gothic" pitchFamily="34" charset="-122"/>
                <a:cs typeface="Malgun Gothic" pitchFamily="34" charset="-120"/>
              </a:rPr>
              <a:t> </a:t>
            </a:r>
            <a:r>
              <a:rPr lang="en-US" sz="1400" dirty="0" err="1">
                <a:solidFill>
                  <a:schemeClr val="bg1">
                    <a:lumMod val="50000"/>
                  </a:schemeClr>
                </a:solidFill>
                <a:latin typeface="Malgun Gothic" pitchFamily="34" charset="0"/>
                <a:ea typeface="Malgun Gothic" pitchFamily="34" charset="-122"/>
                <a:cs typeface="Malgun Gothic" pitchFamily="34" charset="-120"/>
              </a:rPr>
              <a:t>발표</a:t>
            </a:r>
            <a:endParaRPr lang="en-US" sz="1400" dirty="0">
              <a:solidFill>
                <a:schemeClr val="bg1">
                  <a:lumMod val="50000"/>
                </a:schemeClr>
              </a:solidFill>
            </a:endParaRPr>
          </a:p>
        </p:txBody>
      </p:sp>
      <p:sp>
        <p:nvSpPr>
          <p:cNvPr id="15" name="Shape 13"/>
          <p:cNvSpPr/>
          <p:nvPr/>
        </p:nvSpPr>
        <p:spPr>
          <a:xfrm>
            <a:off x="11292840" y="1097280"/>
            <a:ext cx="411480" cy="411480"/>
          </a:xfrm>
          <a:prstGeom prst="ellipse">
            <a:avLst/>
          </a:prstGeom>
          <a:solidFill>
            <a:srgbClr val="FDFEFF"/>
          </a:solidFill>
          <a:ln/>
        </p:spPr>
        <p:txBody>
          <a:bodyPr/>
          <a:lstStyle/>
          <a:p>
            <a:endParaRPr lang="ko-Kore-KR" altLang="en-US"/>
          </a:p>
        </p:txBody>
      </p:sp>
      <p:sp>
        <p:nvSpPr>
          <p:cNvPr id="16" name="Shape 14"/>
          <p:cNvSpPr/>
          <p:nvPr/>
        </p:nvSpPr>
        <p:spPr>
          <a:xfrm>
            <a:off x="6418536" y="777240"/>
            <a:ext cx="256032" cy="256032"/>
          </a:xfrm>
          <a:prstGeom prst="ellipse">
            <a:avLst/>
          </a:prstGeom>
          <a:solidFill>
            <a:srgbClr val="8192FF">
              <a:alpha val="50000"/>
            </a:srgbClr>
          </a:solidFill>
          <a:ln/>
        </p:spPr>
        <p:txBody>
          <a:bodyPr/>
          <a:lstStyle/>
          <a:p>
            <a:endParaRPr lang="ko-Kore-KR" altLang="en-US"/>
          </a:p>
        </p:txBody>
      </p:sp>
      <p:sp>
        <p:nvSpPr>
          <p:cNvPr id="17" name="Shape 15"/>
          <p:cNvSpPr/>
          <p:nvPr/>
        </p:nvSpPr>
        <p:spPr>
          <a:xfrm>
            <a:off x="11384280" y="5760720"/>
            <a:ext cx="228600" cy="228600"/>
          </a:xfrm>
          <a:prstGeom prst="ellipse">
            <a:avLst/>
          </a:prstGeom>
          <a:solidFill>
            <a:srgbClr val="C9D0FF">
              <a:alpha val="60000"/>
            </a:srgbClr>
          </a:solidFill>
          <a:ln/>
        </p:spPr>
        <p:txBody>
          <a:bodyPr/>
          <a:lstStyle/>
          <a:p>
            <a:endParaRPr lang="ko-Kore-KR" altLang="en-US"/>
          </a:p>
        </p:txBody>
      </p:sp>
      <p:pic>
        <p:nvPicPr>
          <p:cNvPr id="21" name="그림 20">
            <a:extLst>
              <a:ext uri="{FF2B5EF4-FFF2-40B4-BE49-F238E27FC236}">
                <a16:creationId xmlns:a16="http://schemas.microsoft.com/office/drawing/2014/main" id="{CF4A172C-1DA5-EAFB-0856-7F71C89EC18A}"/>
              </a:ext>
            </a:extLst>
          </p:cNvPr>
          <p:cNvPicPr>
            <a:picLocks noChangeAspect="1"/>
          </p:cNvPicPr>
          <p:nvPr/>
        </p:nvPicPr>
        <p:blipFill>
          <a:blip r:embed="rId4"/>
          <a:stretch>
            <a:fillRect/>
          </a:stretch>
        </p:blipFill>
        <p:spPr>
          <a:xfrm>
            <a:off x="6418536" y="1786496"/>
            <a:ext cx="5125764" cy="34171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marL="0" indent="0" algn="r">
              <a:buNone/>
            </a:pPr>
            <a:r>
              <a:rPr lang="en-US" sz="1000" dirty="0">
                <a:solidFill>
                  <a:srgbClr val="8A91AA"/>
                </a:solidFill>
                <a:latin typeface="Malgun Gothic" pitchFamily="34" charset="0"/>
                <a:ea typeface="Malgun Gothic" pitchFamily="34" charset="-122"/>
                <a:cs typeface="Malgun Gothic" pitchFamily="34" charset="-120"/>
              </a:rPr>
              <a:t>2</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marL="0" indent="0">
              <a:buNone/>
            </a:pPr>
            <a:r>
              <a:rPr lang="en-US" sz="1300" b="1" dirty="0">
                <a:solidFill>
                  <a:srgbClr val="4C5CC4"/>
                </a:solidFill>
                <a:latin typeface="Malgun Gothic" pitchFamily="34" charset="0"/>
                <a:ea typeface="Malgun Gothic" pitchFamily="34" charset="-122"/>
                <a:cs typeface="Malgun Gothic" pitchFamily="34" charset="-120"/>
              </a:rPr>
              <a:t>오늘 들려드릴 이야기</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marL="0" indent="0">
              <a:buNone/>
            </a:pPr>
            <a:r>
              <a:rPr lang="en-US" sz="3000" b="1" dirty="0">
                <a:solidFill>
                  <a:srgbClr val="39405C"/>
                </a:solidFill>
                <a:latin typeface="Malgun Gothic" pitchFamily="34" charset="0"/>
                <a:ea typeface="Malgun Gothic" pitchFamily="34" charset="-122"/>
                <a:cs typeface="Malgun Gothic" pitchFamily="34" charset="-120"/>
              </a:rPr>
              <a:t>왜 만들었고, 무엇을 만들기로 했고, 지난 한 달 무엇을 했는지</a:t>
            </a:r>
            <a:endParaRPr lang="en-US" sz="3000" dirty="0"/>
          </a:p>
        </p:txBody>
      </p:sp>
      <p:sp>
        <p:nvSpPr>
          <p:cNvPr id="5" name="Shape 3"/>
          <p:cNvSpPr/>
          <p:nvPr/>
        </p:nvSpPr>
        <p:spPr>
          <a:xfrm>
            <a:off x="640080" y="2103120"/>
            <a:ext cx="2487854" cy="3566160"/>
          </a:xfrm>
          <a:prstGeom prst="roundRect">
            <a:avLst>
              <a:gd name="adj" fmla="val 8086"/>
            </a:avLst>
          </a:prstGeom>
          <a:solidFill>
            <a:srgbClr val="FDFEFF"/>
          </a:solidFill>
          <a:ln w="9525">
            <a:solidFill>
              <a:srgbClr val="D9DDF0"/>
            </a:solidFill>
          </a:ln>
          <a:effectLst>
            <a:outerShdw blurRad="228600" dist="25400" dir="5400000" algn="t" rotWithShape="0">
              <a:srgbClr val="3A4270">
                <a:alpha val="11000"/>
              </a:srgbClr>
            </a:outerShdw>
          </a:effectLst>
        </p:spPr>
        <p:txBody>
          <a:bodyPr/>
          <a:lstStyle/>
          <a:p>
            <a:endParaRPr lang="ko-Kore-KR" altLang="en-US"/>
          </a:p>
        </p:txBody>
      </p:sp>
      <p:sp>
        <p:nvSpPr>
          <p:cNvPr id="9" name="Text 7"/>
          <p:cNvSpPr txBox="1"/>
          <p:nvPr/>
        </p:nvSpPr>
        <p:spPr>
          <a:xfrm>
            <a:off x="1005840" y="4041648"/>
            <a:ext cx="1756334" cy="457200"/>
          </a:xfrm>
          <a:prstGeom prst="rect">
            <a:avLst/>
          </a:prstGeom>
          <a:noFill/>
          <a:ln/>
        </p:spPr>
        <p:txBody>
          <a:bodyPr wrap="square" lIns="0" tIns="0" rIns="0" bIns="0" rtlCol="0" anchor="t"/>
          <a:lstStyle/>
          <a:p>
            <a:pPr marL="0" indent="0" algn="l">
              <a:lnSpc>
                <a:spcPct val="115000"/>
              </a:lnSpc>
              <a:buNone/>
            </a:pPr>
            <a:r>
              <a:rPr lang="en-US" sz="2200" b="1" dirty="0">
                <a:solidFill>
                  <a:srgbClr val="39405C"/>
                </a:solidFill>
                <a:latin typeface="Malgun Gothic" pitchFamily="34" charset="0"/>
                <a:ea typeface="Malgun Gothic" pitchFamily="34" charset="-122"/>
                <a:cs typeface="Malgun Gothic" pitchFamily="34" charset="-120"/>
              </a:rPr>
              <a:t>왜 만들었나</a:t>
            </a:r>
            <a:endParaRPr lang="en-US" sz="2200" dirty="0"/>
          </a:p>
        </p:txBody>
      </p:sp>
      <p:sp>
        <p:nvSpPr>
          <p:cNvPr id="10" name="Text 8"/>
          <p:cNvSpPr txBox="1"/>
          <p:nvPr/>
        </p:nvSpPr>
        <p:spPr>
          <a:xfrm>
            <a:off x="1005840" y="4617720"/>
            <a:ext cx="1756334" cy="822960"/>
          </a:xfrm>
          <a:prstGeom prst="rect">
            <a:avLst/>
          </a:prstGeom>
          <a:noFill/>
          <a:ln/>
        </p:spPr>
        <p:txBody>
          <a:bodyPr wrap="square" lIns="0" tIns="0" rIns="0" bIns="0" rtlCol="0" anchor="t"/>
          <a:lstStyle/>
          <a:p>
            <a:pPr marL="0" indent="0" algn="l">
              <a:lnSpc>
                <a:spcPct val="130000"/>
              </a:lnSpc>
              <a:buNone/>
            </a:pPr>
            <a:r>
              <a:rPr lang="en-US" sz="1400" dirty="0">
                <a:solidFill>
                  <a:srgbClr val="5A6282"/>
                </a:solidFill>
                <a:latin typeface="Malgun Gothic" pitchFamily="34" charset="0"/>
                <a:ea typeface="Malgun Gothic" pitchFamily="34" charset="-122"/>
                <a:cs typeface="Malgun Gothic" pitchFamily="34" charset="-120"/>
              </a:rPr>
              <a:t>배경조사에서 서비스 방향까지</a:t>
            </a:r>
            <a:endParaRPr lang="en-US" sz="1400" dirty="0"/>
          </a:p>
        </p:txBody>
      </p:sp>
      <p:sp>
        <p:nvSpPr>
          <p:cNvPr id="11" name="Shape 9"/>
          <p:cNvSpPr/>
          <p:nvPr/>
        </p:nvSpPr>
        <p:spPr>
          <a:xfrm>
            <a:off x="3447974" y="2103120"/>
            <a:ext cx="2487854" cy="3566160"/>
          </a:xfrm>
          <a:prstGeom prst="roundRect">
            <a:avLst>
              <a:gd name="adj" fmla="val 8086"/>
            </a:avLst>
          </a:prstGeom>
          <a:solidFill>
            <a:srgbClr val="FDFEFF"/>
          </a:solidFill>
          <a:ln w="9525">
            <a:solidFill>
              <a:srgbClr val="D9DDF0"/>
            </a:solidFill>
          </a:ln>
          <a:effectLst>
            <a:outerShdw blurRad="228600" dist="25400" dir="5400000" algn="t" rotWithShape="0">
              <a:srgbClr val="3A4270">
                <a:alpha val="11000"/>
              </a:srgbClr>
            </a:outerShdw>
          </a:effectLst>
        </p:spPr>
        <p:txBody>
          <a:bodyPr/>
          <a:lstStyle/>
          <a:p>
            <a:endParaRPr lang="ko-Kore-KR" altLang="en-US"/>
          </a:p>
        </p:txBody>
      </p:sp>
      <p:sp>
        <p:nvSpPr>
          <p:cNvPr id="15" name="Text 13"/>
          <p:cNvSpPr txBox="1"/>
          <p:nvPr/>
        </p:nvSpPr>
        <p:spPr>
          <a:xfrm>
            <a:off x="3813734" y="4041648"/>
            <a:ext cx="1756334" cy="457200"/>
          </a:xfrm>
          <a:prstGeom prst="rect">
            <a:avLst/>
          </a:prstGeom>
          <a:noFill/>
          <a:ln/>
        </p:spPr>
        <p:txBody>
          <a:bodyPr wrap="square" lIns="0" tIns="0" rIns="0" bIns="0" rtlCol="0" anchor="t"/>
          <a:lstStyle/>
          <a:p>
            <a:pPr marL="0" indent="0" algn="l">
              <a:lnSpc>
                <a:spcPct val="115000"/>
              </a:lnSpc>
              <a:buNone/>
            </a:pPr>
            <a:r>
              <a:rPr lang="en-US" sz="2200" b="1" dirty="0">
                <a:solidFill>
                  <a:srgbClr val="39405C"/>
                </a:solidFill>
                <a:latin typeface="Malgun Gothic" pitchFamily="34" charset="0"/>
                <a:ea typeface="Malgun Gothic" pitchFamily="34" charset="-122"/>
                <a:cs typeface="Malgun Gothic" pitchFamily="34" charset="-120"/>
              </a:rPr>
              <a:t>지난 한 달</a:t>
            </a:r>
            <a:endParaRPr lang="en-US" sz="2200" dirty="0"/>
          </a:p>
        </p:txBody>
      </p:sp>
      <p:sp>
        <p:nvSpPr>
          <p:cNvPr id="16" name="Text 14"/>
          <p:cNvSpPr txBox="1"/>
          <p:nvPr/>
        </p:nvSpPr>
        <p:spPr>
          <a:xfrm>
            <a:off x="3813734" y="4617720"/>
            <a:ext cx="1756334" cy="822960"/>
          </a:xfrm>
          <a:prstGeom prst="rect">
            <a:avLst/>
          </a:prstGeom>
          <a:noFill/>
          <a:ln/>
        </p:spPr>
        <p:txBody>
          <a:bodyPr wrap="square" lIns="0" tIns="0" rIns="0" bIns="0" rtlCol="0" anchor="t"/>
          <a:lstStyle/>
          <a:p>
            <a:pPr marL="0" indent="0" algn="l">
              <a:lnSpc>
                <a:spcPct val="130000"/>
              </a:lnSpc>
              <a:buNone/>
            </a:pPr>
            <a:r>
              <a:rPr lang="en-US" sz="1400" dirty="0">
                <a:solidFill>
                  <a:srgbClr val="5A6282"/>
                </a:solidFill>
                <a:latin typeface="Malgun Gothic" pitchFamily="34" charset="0"/>
                <a:ea typeface="Malgun Gothic" pitchFamily="34" charset="-122"/>
                <a:cs typeface="Malgun Gothic" pitchFamily="34" charset="-120"/>
              </a:rPr>
              <a:t>9/7 ~ 10/2, 아이디어에서 프로젝트로</a:t>
            </a:r>
            <a:endParaRPr lang="en-US" sz="1400" dirty="0"/>
          </a:p>
        </p:txBody>
      </p:sp>
      <p:sp>
        <p:nvSpPr>
          <p:cNvPr id="17" name="Shape 15"/>
          <p:cNvSpPr/>
          <p:nvPr/>
        </p:nvSpPr>
        <p:spPr>
          <a:xfrm>
            <a:off x="6255868" y="2103120"/>
            <a:ext cx="2487854" cy="3566160"/>
          </a:xfrm>
          <a:prstGeom prst="roundRect">
            <a:avLst>
              <a:gd name="adj" fmla="val 8086"/>
            </a:avLst>
          </a:prstGeom>
          <a:solidFill>
            <a:srgbClr val="FDFEFF"/>
          </a:solidFill>
          <a:ln w="9525">
            <a:solidFill>
              <a:srgbClr val="D9DDF0"/>
            </a:solidFill>
          </a:ln>
          <a:effectLst>
            <a:outerShdw blurRad="228600" dist="25400" dir="5400000" algn="t" rotWithShape="0">
              <a:srgbClr val="3A4270">
                <a:alpha val="11000"/>
              </a:srgbClr>
            </a:outerShdw>
          </a:effectLst>
        </p:spPr>
        <p:txBody>
          <a:bodyPr/>
          <a:lstStyle/>
          <a:p>
            <a:endParaRPr lang="ko-Kore-KR" altLang="en-US"/>
          </a:p>
        </p:txBody>
      </p:sp>
      <p:sp>
        <p:nvSpPr>
          <p:cNvPr id="21" name="Text 19"/>
          <p:cNvSpPr txBox="1"/>
          <p:nvPr/>
        </p:nvSpPr>
        <p:spPr>
          <a:xfrm>
            <a:off x="6621628" y="4041648"/>
            <a:ext cx="1756334" cy="457200"/>
          </a:xfrm>
          <a:prstGeom prst="rect">
            <a:avLst/>
          </a:prstGeom>
          <a:noFill/>
          <a:ln/>
        </p:spPr>
        <p:txBody>
          <a:bodyPr wrap="square" lIns="0" tIns="0" rIns="0" bIns="0" rtlCol="0" anchor="t"/>
          <a:lstStyle/>
          <a:p>
            <a:pPr marL="0" indent="0" algn="l">
              <a:lnSpc>
                <a:spcPct val="115000"/>
              </a:lnSpc>
              <a:buNone/>
            </a:pPr>
            <a:r>
              <a:rPr lang="en-US" sz="2200" b="1" dirty="0">
                <a:solidFill>
                  <a:srgbClr val="39405C"/>
                </a:solidFill>
                <a:latin typeface="Malgun Gothic" pitchFamily="34" charset="0"/>
                <a:ea typeface="Malgun Gothic" pitchFamily="34" charset="-122"/>
                <a:cs typeface="Malgun Gothic" pitchFamily="34" charset="-120"/>
              </a:rPr>
              <a:t>영역별 작업</a:t>
            </a:r>
            <a:endParaRPr lang="en-US" sz="2200" dirty="0"/>
          </a:p>
        </p:txBody>
      </p:sp>
      <p:sp>
        <p:nvSpPr>
          <p:cNvPr id="22" name="Text 20"/>
          <p:cNvSpPr txBox="1"/>
          <p:nvPr/>
        </p:nvSpPr>
        <p:spPr>
          <a:xfrm>
            <a:off x="6621628" y="4617720"/>
            <a:ext cx="1756334" cy="822960"/>
          </a:xfrm>
          <a:prstGeom prst="rect">
            <a:avLst/>
          </a:prstGeom>
          <a:noFill/>
          <a:ln/>
        </p:spPr>
        <p:txBody>
          <a:bodyPr wrap="square" lIns="0" tIns="0" rIns="0" bIns="0" rtlCol="0" anchor="t"/>
          <a:lstStyle/>
          <a:p>
            <a:pPr marL="0" indent="0" algn="l">
              <a:lnSpc>
                <a:spcPct val="130000"/>
              </a:lnSpc>
              <a:buNone/>
            </a:pPr>
            <a:r>
              <a:rPr lang="en-US" sz="1400" dirty="0">
                <a:solidFill>
                  <a:srgbClr val="5A6282"/>
                </a:solidFill>
                <a:latin typeface="Malgun Gothic" pitchFamily="34" charset="0"/>
                <a:ea typeface="Malgun Gothic" pitchFamily="34" charset="-122"/>
                <a:cs typeface="Malgun Gothic" pitchFamily="34" charset="-120"/>
              </a:rPr>
              <a:t>Frontend · Backend · AI Runtime · AI Model</a:t>
            </a:r>
            <a:endParaRPr lang="en-US" sz="1400" dirty="0"/>
          </a:p>
        </p:txBody>
      </p:sp>
      <p:sp>
        <p:nvSpPr>
          <p:cNvPr id="23" name="Shape 21"/>
          <p:cNvSpPr/>
          <p:nvPr/>
        </p:nvSpPr>
        <p:spPr>
          <a:xfrm>
            <a:off x="9063761" y="2103120"/>
            <a:ext cx="2487854" cy="3566160"/>
          </a:xfrm>
          <a:prstGeom prst="roundRect">
            <a:avLst>
              <a:gd name="adj" fmla="val 8086"/>
            </a:avLst>
          </a:prstGeom>
          <a:solidFill>
            <a:srgbClr val="FDFEFF"/>
          </a:solidFill>
          <a:ln w="9525">
            <a:solidFill>
              <a:srgbClr val="D9DDF0"/>
            </a:solidFill>
          </a:ln>
          <a:effectLst>
            <a:outerShdw blurRad="228600" dist="25400" dir="5400000" algn="t" rotWithShape="0">
              <a:srgbClr val="3A4270">
                <a:alpha val="11000"/>
              </a:srgbClr>
            </a:outerShdw>
          </a:effectLst>
        </p:spPr>
        <p:txBody>
          <a:bodyPr/>
          <a:lstStyle/>
          <a:p>
            <a:endParaRPr lang="ko-Kore-KR" altLang="en-US"/>
          </a:p>
        </p:txBody>
      </p:sp>
      <p:sp>
        <p:nvSpPr>
          <p:cNvPr id="27" name="Text 25"/>
          <p:cNvSpPr txBox="1"/>
          <p:nvPr/>
        </p:nvSpPr>
        <p:spPr>
          <a:xfrm>
            <a:off x="9429521" y="4041648"/>
            <a:ext cx="1756334" cy="457200"/>
          </a:xfrm>
          <a:prstGeom prst="rect">
            <a:avLst/>
          </a:prstGeom>
          <a:noFill/>
          <a:ln/>
        </p:spPr>
        <p:txBody>
          <a:bodyPr wrap="square" lIns="0" tIns="0" rIns="0" bIns="0" rtlCol="0" anchor="t"/>
          <a:lstStyle/>
          <a:p>
            <a:pPr marL="0" indent="0" algn="l">
              <a:lnSpc>
                <a:spcPct val="115000"/>
              </a:lnSpc>
              <a:buNone/>
            </a:pPr>
            <a:r>
              <a:rPr lang="en-US" sz="2200" b="1" dirty="0">
                <a:solidFill>
                  <a:srgbClr val="39405C"/>
                </a:solidFill>
                <a:latin typeface="Malgun Gothic" pitchFamily="34" charset="0"/>
                <a:ea typeface="Malgun Gothic" pitchFamily="34" charset="-122"/>
                <a:cs typeface="Malgun Gothic" pitchFamily="34" charset="-120"/>
              </a:rPr>
              <a:t>결과와 다음</a:t>
            </a:r>
            <a:endParaRPr lang="en-US" sz="2200" dirty="0"/>
          </a:p>
        </p:txBody>
      </p:sp>
      <p:sp>
        <p:nvSpPr>
          <p:cNvPr id="28" name="Text 26"/>
          <p:cNvSpPr txBox="1"/>
          <p:nvPr/>
        </p:nvSpPr>
        <p:spPr>
          <a:xfrm>
            <a:off x="9429521" y="4617720"/>
            <a:ext cx="1756334" cy="822960"/>
          </a:xfrm>
          <a:prstGeom prst="rect">
            <a:avLst/>
          </a:prstGeom>
          <a:noFill/>
          <a:ln/>
        </p:spPr>
        <p:txBody>
          <a:bodyPr wrap="square" lIns="0" tIns="0" rIns="0" bIns="0" rtlCol="0" anchor="t"/>
          <a:lstStyle/>
          <a:p>
            <a:pPr marL="0" indent="0" algn="l">
              <a:lnSpc>
                <a:spcPct val="130000"/>
              </a:lnSpc>
              <a:buNone/>
            </a:pPr>
            <a:r>
              <a:rPr lang="en-US" sz="1400" dirty="0">
                <a:solidFill>
                  <a:srgbClr val="5A6282"/>
                </a:solidFill>
                <a:latin typeface="Malgun Gothic" pitchFamily="34" charset="0"/>
                <a:ea typeface="Malgun Gothic" pitchFamily="34" charset="-122"/>
                <a:cs typeface="Malgun Gothic" pitchFamily="34" charset="-120"/>
              </a:rPr>
              <a:t>10/2까지의 결과와 다음 단계</a:t>
            </a:r>
            <a:endParaRPr lang="en-US" sz="1400" dirty="0"/>
          </a:p>
        </p:txBody>
      </p:sp>
      <p:pic>
        <p:nvPicPr>
          <p:cNvPr id="30" name="그림 29">
            <a:extLst>
              <a:ext uri="{FF2B5EF4-FFF2-40B4-BE49-F238E27FC236}">
                <a16:creationId xmlns:a16="http://schemas.microsoft.com/office/drawing/2014/main" id="{B48EEE0F-9CBA-8195-1F85-6F9CD6D67A96}"/>
              </a:ext>
            </a:extLst>
          </p:cNvPr>
          <p:cNvPicPr>
            <a:picLocks noChangeAspect="1"/>
          </p:cNvPicPr>
          <p:nvPr/>
        </p:nvPicPr>
        <p:blipFill>
          <a:blip r:embed="rId4"/>
          <a:srcRect r="74998"/>
          <a:stretch>
            <a:fillRect/>
          </a:stretch>
        </p:blipFill>
        <p:spPr>
          <a:xfrm>
            <a:off x="1041605" y="2125244"/>
            <a:ext cx="1497566" cy="1996597"/>
          </a:xfrm>
          <a:prstGeom prst="rect">
            <a:avLst/>
          </a:prstGeom>
        </p:spPr>
      </p:pic>
      <p:pic>
        <p:nvPicPr>
          <p:cNvPr id="31" name="그림 30">
            <a:extLst>
              <a:ext uri="{FF2B5EF4-FFF2-40B4-BE49-F238E27FC236}">
                <a16:creationId xmlns:a16="http://schemas.microsoft.com/office/drawing/2014/main" id="{7F5FB4D3-30BD-8C2D-3E32-95DB7A707D95}"/>
              </a:ext>
            </a:extLst>
          </p:cNvPr>
          <p:cNvPicPr>
            <a:picLocks noChangeAspect="1"/>
          </p:cNvPicPr>
          <p:nvPr/>
        </p:nvPicPr>
        <p:blipFill>
          <a:blip r:embed="rId4"/>
          <a:srcRect l="74585"/>
          <a:stretch>
            <a:fillRect/>
          </a:stretch>
        </p:blipFill>
        <p:spPr>
          <a:xfrm>
            <a:off x="9429521" y="2063680"/>
            <a:ext cx="1454466" cy="1907628"/>
          </a:xfrm>
          <a:prstGeom prst="rect">
            <a:avLst/>
          </a:prstGeom>
        </p:spPr>
      </p:pic>
      <p:pic>
        <p:nvPicPr>
          <p:cNvPr id="32" name="그림 31">
            <a:extLst>
              <a:ext uri="{FF2B5EF4-FFF2-40B4-BE49-F238E27FC236}">
                <a16:creationId xmlns:a16="http://schemas.microsoft.com/office/drawing/2014/main" id="{E8F9E923-8DA4-FAED-0717-699F81EB0F39}"/>
              </a:ext>
            </a:extLst>
          </p:cNvPr>
          <p:cNvPicPr>
            <a:picLocks noChangeAspect="1"/>
          </p:cNvPicPr>
          <p:nvPr/>
        </p:nvPicPr>
        <p:blipFill>
          <a:blip r:embed="rId4"/>
          <a:srcRect l="50603" r="24515"/>
          <a:stretch>
            <a:fillRect/>
          </a:stretch>
        </p:blipFill>
        <p:spPr>
          <a:xfrm>
            <a:off x="6709432" y="2063680"/>
            <a:ext cx="1582270" cy="2119726"/>
          </a:xfrm>
          <a:prstGeom prst="rect">
            <a:avLst/>
          </a:prstGeom>
        </p:spPr>
      </p:pic>
      <p:pic>
        <p:nvPicPr>
          <p:cNvPr id="33" name="그림 32">
            <a:extLst>
              <a:ext uri="{FF2B5EF4-FFF2-40B4-BE49-F238E27FC236}">
                <a16:creationId xmlns:a16="http://schemas.microsoft.com/office/drawing/2014/main" id="{927D842E-2F80-02F2-791A-925C543EE9BA}"/>
              </a:ext>
            </a:extLst>
          </p:cNvPr>
          <p:cNvPicPr>
            <a:picLocks noChangeAspect="1"/>
          </p:cNvPicPr>
          <p:nvPr/>
        </p:nvPicPr>
        <p:blipFill>
          <a:blip r:embed="rId4"/>
          <a:srcRect l="24745" r="50000"/>
          <a:stretch>
            <a:fillRect/>
          </a:stretch>
        </p:blipFill>
        <p:spPr>
          <a:xfrm>
            <a:off x="3901538" y="2007423"/>
            <a:ext cx="1580726" cy="20863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Page 101"/>
          <p:cNvSpPr txBox="1"/>
          <p:nvPr/>
        </p:nvSpPr>
        <p:spPr>
          <a:xfrm>
            <a:off x="11185855" y="6355080"/>
            <a:ext cx="457200" cy="274320"/>
          </a:xfrm>
          <a:prstGeom prst="rect">
            <a:avLst/>
          </a:prstGeom>
          <a:noFill/>
        </p:spPr>
        <p:txBody>
          <a:bodyPr wrap="square" lIns="0" tIns="0" rIns="0" bIns="0" rtlCol="0" anchor="ctr"/>
          <a:lstStyle/>
          <a:p>
            <a:pPr marL="0" indent="0" algn="r">
              <a:lnSpc>
                <a:spcPct val="115000"/>
              </a:lnSpc>
              <a:buNone/>
            </a:pPr>
            <a:r>
              <a:rPr lang="ko-KR" sz="1000" dirty="0">
                <a:solidFill>
                  <a:srgbClr val="8A91AA"/>
                </a:solidFill>
                <a:latin typeface="Malgun Gothic" pitchFamily="34" charset="0"/>
                <a:ea typeface="Malgun Gothic" pitchFamily="34" charset="-122"/>
                <a:cs typeface="Malgun Gothic" pitchFamily="34" charset="-120"/>
              </a:rPr>
              <a:t>3</a:t>
            </a:r>
          </a:p>
        </p:txBody>
      </p:sp>
      <p:sp>
        <p:nvSpPr>
          <p:cNvPr id="102" name="Label 102"/>
          <p:cNvSpPr txBox="1"/>
          <p:nvPr/>
        </p:nvSpPr>
        <p:spPr>
          <a:xfrm>
            <a:off x="640080" y="457200"/>
            <a:ext cx="10911535" cy="320040"/>
          </a:xfrm>
          <a:prstGeom prst="rect">
            <a:avLst/>
          </a:prstGeom>
          <a:noFill/>
        </p:spPr>
        <p:txBody>
          <a:bodyPr wrap="square" lIns="0" tIns="0" rIns="0" bIns="0" rtlCol="0" anchor="ctr"/>
          <a:lstStyle/>
          <a:p>
            <a:pPr marL="0" indent="0" algn="l">
              <a:lnSpc>
                <a:spcPct val="115000"/>
              </a:lnSpc>
              <a:buNone/>
            </a:pPr>
            <a:r>
              <a:rPr lang="ko-KR" sz="1300" b="1" dirty="0">
                <a:solidFill>
                  <a:srgbClr val="4C5CC4"/>
                </a:solidFill>
                <a:latin typeface="Malgun Gothic" pitchFamily="34" charset="0"/>
                <a:ea typeface="Malgun Gothic" pitchFamily="34" charset="-122"/>
                <a:cs typeface="Malgun Gothic" pitchFamily="34" charset="-120"/>
              </a:rPr>
              <a:t>PART A · 배경조사 ① 우리가 본 문제</a:t>
            </a:r>
          </a:p>
        </p:txBody>
      </p:sp>
      <p:sp>
        <p:nvSpPr>
          <p:cNvPr id="103" name="Title 103"/>
          <p:cNvSpPr txBox="1"/>
          <p:nvPr/>
        </p:nvSpPr>
        <p:spPr>
          <a:xfrm>
            <a:off x="640080" y="804672"/>
            <a:ext cx="10911535" cy="731520"/>
          </a:xfrm>
          <a:prstGeom prst="rect">
            <a:avLst/>
          </a:prstGeom>
          <a:noFill/>
        </p:spPr>
        <p:txBody>
          <a:bodyPr wrap="square" lIns="0" tIns="0" rIns="0" bIns="0" rtlCol="0" anchor="t"/>
          <a:lstStyle/>
          <a:p>
            <a:pPr marL="0" indent="0" algn="l">
              <a:lnSpc>
                <a:spcPct val="115000"/>
              </a:lnSpc>
              <a:buNone/>
            </a:pPr>
            <a:r>
              <a:rPr lang="ko-KR" sz="2700" b="1" dirty="0">
                <a:solidFill>
                  <a:srgbClr val="39405C"/>
                </a:solidFill>
                <a:latin typeface="Malgun Gothic" pitchFamily="34" charset="0"/>
                <a:ea typeface="Malgun Gothic" pitchFamily="34" charset="-122"/>
                <a:cs typeface="Malgun Gothic" pitchFamily="34" charset="-120"/>
              </a:rPr>
              <a:t>모든 아이가 같은 속도, 같은 방식으로 표현하지는 않습니다</a:t>
            </a:r>
          </a:p>
        </p:txBody>
      </p:sp>
      <p:sp>
        <p:nvSpPr>
          <p:cNvPr id="104" name="Text 104"/>
          <p:cNvSpPr txBox="1"/>
          <p:nvPr/>
        </p:nvSpPr>
        <p:spPr>
          <a:xfrm>
            <a:off x="640080" y="1760000"/>
            <a:ext cx="6100000" cy="700000"/>
          </a:xfrm>
          <a:prstGeom prst="rect">
            <a:avLst/>
          </a:prstGeom>
          <a:noFill/>
        </p:spPr>
        <p:txBody>
          <a:bodyPr wrap="square" lIns="0" tIns="0" rIns="0" bIns="0" rtlCol="0" anchor="t"/>
          <a:lstStyle/>
          <a:p>
            <a:pPr marL="0" indent="0" algn="l">
              <a:lnSpc>
                <a:spcPct val="125000"/>
              </a:lnSpc>
              <a:buNone/>
            </a:pPr>
            <a:r>
              <a:rPr lang="ko-KR" sz="1700" b="1" dirty="0">
                <a:solidFill>
                  <a:srgbClr val="39405C"/>
                </a:solidFill>
                <a:latin typeface="Malgun Gothic" pitchFamily="34" charset="0"/>
                <a:ea typeface="Malgun Gothic" pitchFamily="34" charset="-122"/>
                <a:cs typeface="Malgun Gothic" pitchFamily="34" charset="-120"/>
              </a:rPr>
              <a:t>어떤 아이는 글로, 어떤 아이는 그림으로,</a:t>
            </a:r>
          </a:p>
          <a:p>
            <a:pPr marL="0" indent="0" algn="l">
              <a:lnSpc>
                <a:spcPct val="125000"/>
              </a:lnSpc>
              <a:buNone/>
            </a:pPr>
            <a:r>
              <a:rPr lang="ko-KR" sz="1700" b="1" dirty="0">
                <a:solidFill>
                  <a:srgbClr val="39405C"/>
                </a:solidFill>
                <a:latin typeface="Malgun Gothic" pitchFamily="34" charset="0"/>
                <a:ea typeface="Malgun Gothic" pitchFamily="34" charset="-122"/>
                <a:cs typeface="Malgun Gothic" pitchFamily="34" charset="-120"/>
              </a:rPr>
              <a:t>어떤 아이는 조금 천천히 자기 생각을 꺼냅니다.</a:t>
            </a:r>
          </a:p>
        </p:txBody>
      </p:sp>
      <p:pic>
        <p:nvPicPr>
          <p:cNvPr id="105" name="Picture 105"/>
          <p:cNvPicPr>
            <a:picLocks noChangeAspect="1"/>
          </p:cNvPicPr>
          <p:nvPr/>
        </p:nvPicPr>
        <p:blipFill>
          <a:blip r:embed="rId4"/>
          <a:srcRect/>
          <a:stretch>
            <a:fillRect/>
          </a:stretch>
        </p:blipFill>
        <p:spPr>
          <a:xfrm>
            <a:off x="745080" y="2663430"/>
            <a:ext cx="1650000" cy="1136569"/>
          </a:xfrm>
          <a:prstGeom prst="rect">
            <a:avLst/>
          </a:prstGeom>
        </p:spPr>
      </p:pic>
      <p:sp>
        <p:nvSpPr>
          <p:cNvPr id="106" name="Pill 106"/>
          <p:cNvSpPr/>
          <p:nvPr/>
        </p:nvSpPr>
        <p:spPr>
          <a:xfrm>
            <a:off x="870080" y="3930000"/>
            <a:ext cx="1400000" cy="330000"/>
          </a:xfrm>
          <a:prstGeom prst="roundRect">
            <a:avLst>
              <a:gd name="adj" fmla="val 50000"/>
            </a:avLst>
          </a:prstGeom>
          <a:solidFill>
            <a:srgbClr val="DDE2FF"/>
          </a:solidFill>
          <a:ln>
            <a:noFill/>
          </a:ln>
          <a:effectLst/>
        </p:spPr>
        <p:txBody>
          <a:bodyPr wrap="square" lIns="0" tIns="0" rIns="0" bIns="0" rtlCol="0" anchor="ctr"/>
          <a:lstStyle/>
          <a:p>
            <a:pPr marL="0" indent="0" algn="ctr">
              <a:lnSpc>
                <a:spcPct val="110000"/>
              </a:lnSpc>
              <a:buNone/>
            </a:pPr>
            <a:r>
              <a:rPr lang="ko-KR" sz="1150" b="1" dirty="0">
                <a:solidFill>
                  <a:srgbClr val="39405C"/>
                </a:solidFill>
                <a:latin typeface="Malgun Gothic" pitchFamily="34" charset="0"/>
                <a:ea typeface="Malgun Gothic" pitchFamily="34" charset="-122"/>
                <a:cs typeface="Malgun Gothic" pitchFamily="34" charset="-120"/>
              </a:rPr>
              <a:t>글로 쓰고 읽기</a:t>
            </a:r>
          </a:p>
        </p:txBody>
      </p:sp>
      <p:pic>
        <p:nvPicPr>
          <p:cNvPr id="107" name="Picture 107"/>
          <p:cNvPicPr>
            <a:picLocks noChangeAspect="1"/>
          </p:cNvPicPr>
          <p:nvPr/>
        </p:nvPicPr>
        <p:blipFill>
          <a:blip r:embed="rId5"/>
          <a:srcRect/>
          <a:stretch>
            <a:fillRect/>
          </a:stretch>
        </p:blipFill>
        <p:spPr>
          <a:xfrm rot="-240000">
            <a:off x="3038893" y="2650000"/>
            <a:ext cx="1122372" cy="1150000"/>
          </a:xfrm>
          <a:prstGeom prst="rect">
            <a:avLst/>
          </a:prstGeom>
        </p:spPr>
      </p:pic>
      <p:sp>
        <p:nvSpPr>
          <p:cNvPr id="108" name="Pill 108"/>
          <p:cNvSpPr/>
          <p:nvPr/>
        </p:nvSpPr>
        <p:spPr>
          <a:xfrm>
            <a:off x="2900080" y="3930000"/>
            <a:ext cx="1400000" cy="330000"/>
          </a:xfrm>
          <a:prstGeom prst="roundRect">
            <a:avLst>
              <a:gd name="adj" fmla="val 50000"/>
            </a:avLst>
          </a:prstGeom>
          <a:solidFill>
            <a:srgbClr val="FDE0E6"/>
          </a:solidFill>
          <a:ln>
            <a:noFill/>
          </a:ln>
          <a:effectLst/>
        </p:spPr>
        <p:txBody>
          <a:bodyPr wrap="square" lIns="0" tIns="0" rIns="0" bIns="0" rtlCol="0" anchor="ctr"/>
          <a:lstStyle/>
          <a:p>
            <a:pPr marL="0" indent="0" algn="ctr">
              <a:lnSpc>
                <a:spcPct val="110000"/>
              </a:lnSpc>
              <a:buNone/>
            </a:pPr>
            <a:r>
              <a:rPr lang="ko-KR" sz="1150" b="1" dirty="0">
                <a:solidFill>
                  <a:srgbClr val="39405C"/>
                </a:solidFill>
                <a:latin typeface="Malgun Gothic" pitchFamily="34" charset="0"/>
                <a:ea typeface="Malgun Gothic" pitchFamily="34" charset="-122"/>
                <a:cs typeface="Malgun Gothic" pitchFamily="34" charset="-120"/>
              </a:rPr>
              <a:t>그림으로 그리기</a:t>
            </a:r>
          </a:p>
        </p:txBody>
      </p:sp>
      <p:pic>
        <p:nvPicPr>
          <p:cNvPr id="109" name="Picture 109"/>
          <p:cNvPicPr>
            <a:picLocks noChangeAspect="1"/>
          </p:cNvPicPr>
          <p:nvPr/>
        </p:nvPicPr>
        <p:blipFill>
          <a:blip r:embed="rId6"/>
          <a:srcRect/>
          <a:stretch>
            <a:fillRect/>
          </a:stretch>
        </p:blipFill>
        <p:spPr>
          <a:xfrm rot="180000">
            <a:off x="4970981" y="2650000"/>
            <a:ext cx="1318197" cy="1150000"/>
          </a:xfrm>
          <a:prstGeom prst="rect">
            <a:avLst/>
          </a:prstGeom>
        </p:spPr>
      </p:pic>
      <p:sp>
        <p:nvSpPr>
          <p:cNvPr id="110" name="Pill 110"/>
          <p:cNvSpPr/>
          <p:nvPr/>
        </p:nvSpPr>
        <p:spPr>
          <a:xfrm>
            <a:off x="4930080" y="3930000"/>
            <a:ext cx="1400000" cy="330000"/>
          </a:xfrm>
          <a:prstGeom prst="roundRect">
            <a:avLst>
              <a:gd name="adj" fmla="val 50000"/>
            </a:avLst>
          </a:prstGeom>
          <a:solidFill>
            <a:srgbClr val="DCF2E4"/>
          </a:solidFill>
          <a:ln>
            <a:noFill/>
          </a:ln>
          <a:effectLst/>
        </p:spPr>
        <p:txBody>
          <a:bodyPr wrap="square" lIns="0" tIns="0" rIns="0" bIns="0" rtlCol="0" anchor="ctr"/>
          <a:lstStyle/>
          <a:p>
            <a:pPr marL="0" indent="0" algn="ctr">
              <a:lnSpc>
                <a:spcPct val="110000"/>
              </a:lnSpc>
              <a:buNone/>
            </a:pPr>
            <a:r>
              <a:rPr lang="ko-KR" sz="1150" b="1" dirty="0">
                <a:solidFill>
                  <a:srgbClr val="39405C"/>
                </a:solidFill>
                <a:latin typeface="Malgun Gothic" pitchFamily="34" charset="0"/>
                <a:ea typeface="Malgun Gothic" pitchFamily="34" charset="-122"/>
                <a:cs typeface="Malgun Gothic" pitchFamily="34" charset="-120"/>
              </a:rPr>
              <a:t>골라서 이야기 잇기</a:t>
            </a:r>
          </a:p>
        </p:txBody>
      </p:sp>
      <p:sp>
        <p:nvSpPr>
          <p:cNvPr id="111" name="Text 111"/>
          <p:cNvSpPr txBox="1"/>
          <p:nvPr/>
        </p:nvSpPr>
        <p:spPr>
          <a:xfrm>
            <a:off x="640080" y="4480000"/>
            <a:ext cx="6100000" cy="520000"/>
          </a:xfrm>
          <a:prstGeom prst="rect">
            <a:avLst/>
          </a:prstGeom>
          <a:noFill/>
        </p:spPr>
        <p:txBody>
          <a:bodyPr wrap="square" lIns="0" tIns="0" rIns="0" bIns="0" rtlCol="0" anchor="ctr"/>
          <a:lstStyle/>
          <a:p>
            <a:pPr marL="0" indent="0" algn="l">
              <a:lnSpc>
                <a:spcPct val="115000"/>
              </a:lnSpc>
              <a:buNone/>
            </a:pPr>
            <a:r>
              <a:rPr lang="ko-KR" sz="1300" dirty="0">
                <a:solidFill>
                  <a:srgbClr val="4A5170"/>
                </a:solidFill>
                <a:latin typeface="Malgun Gothic" pitchFamily="34" charset="0"/>
                <a:ea typeface="Malgun Gothic" pitchFamily="34" charset="-122"/>
                <a:cs typeface="Malgun Gothic" pitchFamily="34" charset="-120"/>
              </a:rPr>
              <a:t>그런데 수업은 대부분 </a:t>
            </a:r>
            <a:r>
              <a:rPr lang="ko-KR" sz="1300" b="1" dirty="0">
                <a:solidFill>
                  <a:srgbClr val="4C5CC4"/>
                </a:solidFill>
                <a:latin typeface="Malgun Gothic" pitchFamily="34" charset="0"/>
                <a:ea typeface="Malgun Gothic" pitchFamily="34" charset="-122"/>
                <a:cs typeface="Malgun Gothic" pitchFamily="34" charset="-120"/>
              </a:rPr>
              <a:t>‘글로 읽고 → 정답을 맞히고 → 같은 속도로’</a:t>
            </a:r>
            <a:r>
              <a:rPr lang="ko-KR" sz="1300" dirty="0">
                <a:solidFill>
                  <a:srgbClr val="4A5170"/>
                </a:solidFill>
                <a:latin typeface="Malgun Gothic" pitchFamily="34" charset="0"/>
                <a:ea typeface="Malgun Gothic" pitchFamily="34" charset="-122"/>
                <a:cs typeface="Malgun Gothic" pitchFamily="34" charset="-120"/>
              </a:rPr>
              <a:t> 가는 방식입니다.</a:t>
            </a:r>
          </a:p>
        </p:txBody>
      </p:sp>
      <p:sp>
        <p:nvSpPr>
          <p:cNvPr id="112" name="Card 112"/>
          <p:cNvSpPr/>
          <p:nvPr/>
        </p:nvSpPr>
        <p:spPr>
          <a:xfrm>
            <a:off x="7224000" y="1700000"/>
            <a:ext cx="4324872" cy="3330000"/>
          </a:xfrm>
          <a:prstGeom prst="roundRect">
            <a:avLst>
              <a:gd name="adj" fmla="val 1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13" name="Pill 113"/>
          <p:cNvSpPr/>
          <p:nvPr/>
        </p:nvSpPr>
        <p:spPr>
          <a:xfrm>
            <a:off x="7524000" y="1890000"/>
            <a:ext cx="1500000" cy="290000"/>
          </a:xfrm>
          <a:prstGeom prst="roundRect">
            <a:avLst>
              <a:gd name="adj" fmla="val 50000"/>
            </a:avLst>
          </a:prstGeom>
          <a:solidFill>
            <a:srgbClr val="EDF0FE"/>
          </a:solidFill>
          <a:ln>
            <a:noFill/>
          </a:ln>
          <a:effectLst/>
        </p:spPr>
        <p:txBody>
          <a:bodyPr wrap="square" lIns="0" tIns="0" rIns="0" bIns="0" rtlCol="0" anchor="ctr"/>
          <a:lstStyle/>
          <a:p>
            <a:pPr marL="0" indent="0" algn="ctr">
              <a:lnSpc>
                <a:spcPct val="110000"/>
              </a:lnSpc>
              <a:buNone/>
            </a:pPr>
            <a:r>
              <a:rPr lang="ko-KR" sz="1000" b="1" dirty="0">
                <a:solidFill>
                  <a:srgbClr val="4C5CC4"/>
                </a:solidFill>
                <a:latin typeface="Malgun Gothic" pitchFamily="34" charset="0"/>
                <a:ea typeface="Malgun Gothic" pitchFamily="34" charset="-122"/>
                <a:cs typeface="Malgun Gothic" pitchFamily="34" charset="-120"/>
              </a:rPr>
              <a:t>근거 · 숫자로 보면</a:t>
            </a:r>
          </a:p>
        </p:txBody>
      </p:sp>
      <p:sp>
        <p:nvSpPr>
          <p:cNvPr id="114" name="Text 114"/>
          <p:cNvSpPr txBox="1"/>
          <p:nvPr/>
        </p:nvSpPr>
        <p:spPr>
          <a:xfrm>
            <a:off x="7524000" y="2290000"/>
            <a:ext cx="1550000" cy="560000"/>
          </a:xfrm>
          <a:prstGeom prst="rect">
            <a:avLst/>
          </a:prstGeom>
          <a:noFill/>
        </p:spPr>
        <p:txBody>
          <a:bodyPr wrap="square" lIns="0" tIns="0" rIns="0" bIns="0" rtlCol="0" anchor="ctr"/>
          <a:lstStyle/>
          <a:p>
            <a:pPr marL="0" indent="0" algn="l">
              <a:lnSpc>
                <a:spcPct val="115000"/>
              </a:lnSpc>
              <a:buNone/>
            </a:pPr>
            <a:r>
              <a:rPr lang="ko-KR" sz="3000" b="1" dirty="0">
                <a:solidFill>
                  <a:srgbClr val="4C5CC4"/>
                </a:solidFill>
                <a:latin typeface="Malgun Gothic" pitchFamily="34" charset="0"/>
                <a:ea typeface="Malgun Gothic" pitchFamily="34" charset="-122"/>
                <a:cs typeface="Malgun Gothic" pitchFamily="34" charset="-120"/>
              </a:rPr>
              <a:t>4.6%</a:t>
            </a:r>
          </a:p>
        </p:txBody>
      </p:sp>
      <p:sp>
        <p:nvSpPr>
          <p:cNvPr id="115" name="Text 115"/>
          <p:cNvSpPr txBox="1"/>
          <p:nvPr/>
        </p:nvSpPr>
        <p:spPr>
          <a:xfrm>
            <a:off x="9124000" y="2270000"/>
            <a:ext cx="2174872" cy="640000"/>
          </a:xfrm>
          <a:prstGeom prst="rect">
            <a:avLst/>
          </a:prstGeom>
          <a:noFill/>
        </p:spPr>
        <p:txBody>
          <a:bodyPr wrap="square" lIns="0" tIns="0" rIns="0" bIns="0" rtlCol="0" anchor="ctr"/>
          <a:lstStyle/>
          <a:p>
            <a:pPr marL="0" indent="0" algn="l">
              <a:lnSpc>
                <a:spcPct val="120000"/>
              </a:lnSpc>
              <a:buNone/>
            </a:pPr>
            <a:r>
              <a:rPr lang="ko-KR" sz="1150" b="1" dirty="0">
                <a:solidFill>
                  <a:srgbClr val="39405C"/>
                </a:solidFill>
                <a:latin typeface="Malgun Gothic" pitchFamily="34" charset="0"/>
                <a:ea typeface="Malgun Gothic" pitchFamily="34" charset="-122"/>
                <a:cs typeface="Malgun Gothic" pitchFamily="34" charset="-120"/>
              </a:rPr>
              <a:t>초등학생 중 경계선 지능 위험 · 관찰군</a:t>
            </a:r>
          </a:p>
          <a:p>
            <a:pPr marL="0" indent="0" algn="l">
              <a:lnSpc>
                <a:spcPct val="120000"/>
              </a:lnSpc>
              <a:buNone/>
            </a:pPr>
            <a:r>
              <a:rPr lang="ko-KR" sz="950" dirty="0">
                <a:solidFill>
                  <a:srgbClr val="8A91AA"/>
                </a:solidFill>
                <a:latin typeface="Malgun Gothic" pitchFamily="34" charset="0"/>
                <a:ea typeface="Malgun Gothic" pitchFamily="34" charset="-122"/>
                <a:cs typeface="Malgun Gothic" pitchFamily="34" charset="-120"/>
              </a:rPr>
              <a:t>교사 관찰 35.6만 명 중 16,414명 · 한 반에 1~2명꼴</a:t>
            </a:r>
          </a:p>
        </p:txBody>
      </p:sp>
      <p:cxnSp>
        <p:nvCxnSpPr>
          <p:cNvPr id="116" name="Line 116"/>
          <p:cNvCxnSpPr/>
          <p:nvPr/>
        </p:nvCxnSpPr>
        <p:spPr>
          <a:xfrm>
            <a:off x="7524000" y="3080000"/>
            <a:ext cx="3724872" cy="0"/>
          </a:xfrm>
          <a:prstGeom prst="line">
            <a:avLst/>
          </a:prstGeom>
          <a:ln w="9525" cap="rnd">
            <a:solidFill>
              <a:srgbClr val="E3E6F3"/>
            </a:solidFill>
          </a:ln>
        </p:spPr>
      </p:cxnSp>
      <p:sp>
        <p:nvSpPr>
          <p:cNvPr id="117" name="Text 117"/>
          <p:cNvSpPr txBox="1"/>
          <p:nvPr/>
        </p:nvSpPr>
        <p:spPr>
          <a:xfrm>
            <a:off x="7524000" y="3260000"/>
            <a:ext cx="1550000" cy="560000"/>
          </a:xfrm>
          <a:prstGeom prst="rect">
            <a:avLst/>
          </a:prstGeom>
          <a:noFill/>
        </p:spPr>
        <p:txBody>
          <a:bodyPr wrap="square" lIns="0" tIns="0" rIns="0" bIns="0" rtlCol="0" anchor="ctr"/>
          <a:lstStyle/>
          <a:p>
            <a:pPr marL="0" indent="0" algn="l">
              <a:lnSpc>
                <a:spcPct val="115000"/>
              </a:lnSpc>
              <a:buNone/>
            </a:pPr>
            <a:r>
              <a:rPr lang="ko-KR" sz="3000" b="1" dirty="0">
                <a:solidFill>
                  <a:srgbClr val="8192FF"/>
                </a:solidFill>
                <a:latin typeface="Malgun Gothic" pitchFamily="34" charset="0"/>
                <a:ea typeface="Malgun Gothic" pitchFamily="34" charset="-122"/>
                <a:cs typeface="Malgun Gothic" pitchFamily="34" charset="-120"/>
              </a:rPr>
              <a:t>67.9%</a:t>
            </a:r>
          </a:p>
        </p:txBody>
      </p:sp>
      <p:sp>
        <p:nvSpPr>
          <p:cNvPr id="118" name="Text 118"/>
          <p:cNvSpPr txBox="1"/>
          <p:nvPr/>
        </p:nvSpPr>
        <p:spPr>
          <a:xfrm>
            <a:off x="9124000" y="3240000"/>
            <a:ext cx="2174872" cy="640000"/>
          </a:xfrm>
          <a:prstGeom prst="rect">
            <a:avLst/>
          </a:prstGeom>
          <a:noFill/>
        </p:spPr>
        <p:txBody>
          <a:bodyPr wrap="square" lIns="0" tIns="0" rIns="0" bIns="0" rtlCol="0" anchor="ctr"/>
          <a:lstStyle/>
          <a:p>
            <a:pPr marL="0" indent="0" algn="l">
              <a:lnSpc>
                <a:spcPct val="120000"/>
              </a:lnSpc>
              <a:buNone/>
            </a:pPr>
            <a:r>
              <a:rPr lang="ko-KR" sz="1150" b="1" dirty="0">
                <a:solidFill>
                  <a:srgbClr val="39405C"/>
                </a:solidFill>
                <a:latin typeface="Malgun Gothic" pitchFamily="34" charset="0"/>
                <a:ea typeface="Malgun Gothic" pitchFamily="34" charset="-122"/>
                <a:cs typeface="Malgun Gothic" pitchFamily="34" charset="-120"/>
              </a:rPr>
              <a:t>위험군 아이 중 기초학력 미도달</a:t>
            </a:r>
          </a:p>
          <a:p>
            <a:pPr marL="0" indent="0" algn="l">
              <a:lnSpc>
                <a:spcPct val="120000"/>
              </a:lnSpc>
              <a:buNone/>
            </a:pPr>
            <a:r>
              <a:rPr lang="ko-KR" sz="950" dirty="0">
                <a:solidFill>
                  <a:srgbClr val="8A91AA"/>
                </a:solidFill>
                <a:latin typeface="Malgun Gothic" pitchFamily="34" charset="0"/>
                <a:ea typeface="Malgun Gothic" pitchFamily="34" charset="-122"/>
                <a:cs typeface="Malgun Gothic" pitchFamily="34" charset="-120"/>
              </a:rPr>
              <a:t>12,800명 중 8,701명</a:t>
            </a:r>
          </a:p>
        </p:txBody>
      </p:sp>
      <p:sp>
        <p:nvSpPr>
          <p:cNvPr id="119" name="Text 119"/>
          <p:cNvSpPr txBox="1"/>
          <p:nvPr/>
        </p:nvSpPr>
        <p:spPr>
          <a:xfrm>
            <a:off x="7524000" y="4060000"/>
            <a:ext cx="3724872" cy="820000"/>
          </a:xfrm>
          <a:prstGeom prst="rect">
            <a:avLst/>
          </a:prstGeom>
          <a:noFill/>
        </p:spPr>
        <p:txBody>
          <a:bodyPr wrap="square" lIns="0" tIns="0" rIns="0" bIns="0" rtlCol="0" anchor="t"/>
          <a:lstStyle/>
          <a:p>
            <a:pPr marL="0" indent="0" algn="l">
              <a:lnSpc>
                <a:spcPct val="125000"/>
              </a:lnSpc>
              <a:buNone/>
            </a:pPr>
            <a:r>
              <a:rPr lang="ko-KR" sz="1050" dirty="0">
                <a:solidFill>
                  <a:srgbClr val="4A5170"/>
                </a:solidFill>
                <a:latin typeface="Malgun Gothic" pitchFamily="34" charset="0"/>
                <a:ea typeface="Malgun Gothic" pitchFamily="34" charset="-122"/>
                <a:cs typeface="Malgun Gothic" pitchFamily="34" charset="-120"/>
              </a:rPr>
              <a:t>진단 기준으로 쓴 건 아닙니다. 한 가지 방식의 학습이 모든 아이에게 맞지는 않을 수 있다는 배경으로 참고했습니다.</a:t>
            </a:r>
          </a:p>
        </p:txBody>
      </p:sp>
      <p:sp>
        <p:nvSpPr>
          <p:cNvPr id="120" name="Band 120"/>
          <p:cNvSpPr/>
          <p:nvPr/>
        </p:nvSpPr>
        <p:spPr>
          <a:xfrm>
            <a:off x="640080" y="5250000"/>
            <a:ext cx="10908792" cy="640000"/>
          </a:xfrm>
          <a:prstGeom prst="roundRect">
            <a:avLst>
              <a:gd name="adj" fmla="val 30000"/>
            </a:avLst>
          </a:prstGeom>
          <a:solidFill>
            <a:srgbClr val="EDF0FE"/>
          </a:solidFill>
          <a:ln>
            <a:noFill/>
          </a:ln>
          <a:effectLst/>
        </p:spPr>
        <p:txBody>
          <a:bodyPr wrap="square" lIns="0" tIns="0" rIns="0" bIns="0" rtlCol="0" anchor="ctr"/>
          <a:lstStyle/>
          <a:p>
            <a:pPr marL="0" indent="0" algn="ctr">
              <a:lnSpc>
                <a:spcPct val="110000"/>
              </a:lnSpc>
              <a:buNone/>
            </a:pPr>
            <a:r>
              <a:rPr lang="ko-KR" sz="1500" dirty="0">
                <a:solidFill>
                  <a:srgbClr val="39405C"/>
                </a:solidFill>
                <a:latin typeface="Malgun Gothic" pitchFamily="34" charset="0"/>
                <a:ea typeface="Malgun Gothic" pitchFamily="34" charset="-122"/>
                <a:cs typeface="Malgun Gothic" pitchFamily="34" charset="-120"/>
              </a:rPr>
              <a:t>문제는 아이가 아니라, </a:t>
            </a:r>
            <a:r>
              <a:rPr lang="ko-KR" sz="1500" b="1" dirty="0">
                <a:solidFill>
                  <a:srgbClr val="4C5CC4"/>
                </a:solidFill>
                <a:latin typeface="Malgun Gothic" pitchFamily="34" charset="0"/>
                <a:ea typeface="Malgun Gothic" pitchFamily="34" charset="-122"/>
                <a:cs typeface="Malgun Gothic" pitchFamily="34" charset="-120"/>
              </a:rPr>
              <a:t>글로 읽고 · 정답을 맞히고 · 같은 속도로 따라가는 한 가지 방식만 열려 있다는 점</a:t>
            </a:r>
            <a:r>
              <a:rPr lang="ko-KR" sz="1500" dirty="0">
                <a:solidFill>
                  <a:srgbClr val="39405C"/>
                </a:solidFill>
                <a:latin typeface="Malgun Gothic" pitchFamily="34" charset="0"/>
                <a:ea typeface="Malgun Gothic" pitchFamily="34" charset="-122"/>
                <a:cs typeface="Malgun Gothic" pitchFamily="34" charset="-120"/>
              </a:rPr>
              <a:t>입니다.</a:t>
            </a:r>
          </a:p>
        </p:txBody>
      </p:sp>
      <p:sp>
        <p:nvSpPr>
          <p:cNvPr id="121" name="Text 121"/>
          <p:cNvSpPr txBox="1"/>
          <p:nvPr/>
        </p:nvSpPr>
        <p:spPr>
          <a:xfrm>
            <a:off x="640080" y="6080760"/>
            <a:ext cx="10424160" cy="274320"/>
          </a:xfrm>
          <a:prstGeom prst="rect">
            <a:avLst/>
          </a:prstGeom>
          <a:noFill/>
        </p:spPr>
        <p:txBody>
          <a:bodyPr wrap="square" lIns="0" tIns="0" rIns="0" bIns="0" rtlCol="0" anchor="t"/>
          <a:lstStyle/>
          <a:p>
            <a:pPr marL="0" indent="0" algn="l">
              <a:lnSpc>
                <a:spcPct val="115000"/>
              </a:lnSpc>
              <a:buNone/>
            </a:pPr>
            <a:r>
              <a:rPr lang="ko-KR" sz="800" dirty="0">
                <a:solidFill>
                  <a:srgbClr val="8A91AA"/>
                </a:solidFill>
                <a:latin typeface="Malgun Gothic" pitchFamily="34" charset="0"/>
                <a:ea typeface="Malgun Gothic" pitchFamily="34" charset="-122"/>
                <a:cs typeface="Malgun Gothic" pitchFamily="34" charset="-120"/>
              </a:rPr>
              <a:t>출처: [2] 교육부 · 한국교육과정평가원 초등 경계선 지능 학생 실태조사 (2024.6, 국회 백승아 의원실 공개 · 담임교사 관찰 기준)</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marL="0" indent="0" algn="r">
              <a:buNone/>
            </a:pPr>
            <a:r>
              <a:rPr lang="en-US" sz="1000" dirty="0">
                <a:solidFill>
                  <a:srgbClr val="8A91AA"/>
                </a:solidFill>
                <a:latin typeface="Malgun Gothic" pitchFamily="34" charset="0"/>
                <a:ea typeface="Malgun Gothic" pitchFamily="34" charset="-122"/>
                <a:cs typeface="Malgun Gothic" pitchFamily="34" charset="-120"/>
              </a:rPr>
              <a:t>4</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marL="0" indent="0">
              <a:buNone/>
            </a:pPr>
            <a:r>
              <a:rPr lang="en-US" sz="1300" b="1" dirty="0">
                <a:solidFill>
                  <a:srgbClr val="4C5CC4"/>
                </a:solidFill>
                <a:latin typeface="Malgun Gothic" pitchFamily="34" charset="0"/>
                <a:ea typeface="Malgun Gothic" pitchFamily="34" charset="-122"/>
                <a:cs typeface="Malgun Gothic" pitchFamily="34" charset="-120"/>
              </a:rPr>
              <a:t>PART A · 배경조사 ② 아이와 부모가 겪는 일</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marL="0" indent="0">
              <a:buNone/>
            </a:pPr>
            <a:r>
              <a:rPr lang="en-US" sz="3000" b="1" dirty="0">
                <a:solidFill>
                  <a:srgbClr val="39405C"/>
                </a:solidFill>
                <a:latin typeface="Malgun Gothic" pitchFamily="34" charset="0"/>
                <a:ea typeface="Malgun Gothic" pitchFamily="34" charset="-122"/>
                <a:cs typeface="Malgun Gothic" pitchFamily="34" charset="-120"/>
              </a:rPr>
              <a:t>아이도, 부모도 ‘맞는 방식’을 오래 찾습니다</a:t>
            </a:r>
            <a:endParaRPr lang="en-US" sz="3000" dirty="0"/>
          </a:p>
        </p:txBody>
      </p:sp>
      <p:sp>
        <p:nvSpPr>
          <p:cNvPr id="5" name="Rounded Rectangle 4"/>
          <p:cNvSpPr/>
          <p:nvPr/>
        </p:nvSpPr>
        <p:spPr>
          <a:xfrm>
            <a:off x="640080" y="1691640"/>
            <a:ext cx="5312664" cy="2926080"/>
          </a:xfrm>
          <a:prstGeom prst="roundRect">
            <a:avLst>
              <a:gd name="adj" fmla="val 12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6" name="Rounded Rectangle 5"/>
          <p:cNvSpPr/>
          <p:nvPr/>
        </p:nvSpPr>
        <p:spPr>
          <a:xfrm>
            <a:off x="960119" y="1965960"/>
            <a:ext cx="1143000" cy="384048"/>
          </a:xfrm>
          <a:prstGeom prst="roundRect">
            <a:avLst>
              <a:gd name="adj" fmla="val 50000"/>
            </a:avLst>
          </a:prstGeom>
          <a:solidFill>
            <a:srgbClr val="FDE79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60119" y="2065651"/>
            <a:ext cx="1143000" cy="184666"/>
          </a:xfrm>
          <a:prstGeom prst="rect">
            <a:avLst/>
          </a:prstGeom>
          <a:noFill/>
        </p:spPr>
        <p:txBody>
          <a:bodyPr wrap="square" lIns="0" tIns="0" rIns="0" bIns="0" anchor="ctr">
            <a:spAutoFit/>
          </a:bodyPr>
          <a:lstStyle/>
          <a:p>
            <a:pPr algn="ctr">
              <a:lnSpc>
                <a:spcPct val="100000"/>
              </a:lnSpc>
            </a:pPr>
            <a:r>
              <a:rPr sz="1200" b="1">
                <a:solidFill>
                  <a:srgbClr val="39405C"/>
                </a:solidFill>
                <a:latin typeface="Malgun Gothic"/>
                <a:ea typeface="Malgun Gothic"/>
                <a:cs typeface="Malgun Gothic"/>
              </a:rPr>
              <a:t>아이는</a:t>
            </a:r>
          </a:p>
        </p:txBody>
      </p:sp>
      <p:sp>
        <p:nvSpPr>
          <p:cNvPr id="8" name="TextBox 7"/>
          <p:cNvSpPr txBox="1"/>
          <p:nvPr/>
        </p:nvSpPr>
        <p:spPr>
          <a:xfrm>
            <a:off x="960119" y="2560320"/>
            <a:ext cx="4663440" cy="914400"/>
          </a:xfrm>
          <a:prstGeom prst="rect">
            <a:avLst/>
          </a:prstGeom>
          <a:noFill/>
        </p:spPr>
        <p:txBody>
          <a:bodyPr wrap="square" lIns="0" tIns="0" rIns="0" bIns="0" anchor="t">
            <a:spAutoFit/>
          </a:bodyPr>
          <a:lstStyle/>
          <a:p>
            <a:pPr algn="l">
              <a:lnSpc>
                <a:spcPct val="120000"/>
              </a:lnSpc>
            </a:pPr>
            <a:r>
              <a:rPr sz="1700" b="1">
                <a:solidFill>
                  <a:srgbClr val="39405C"/>
                </a:solidFill>
                <a:latin typeface="Malgun Gothic"/>
                <a:ea typeface="Malgun Gothic"/>
                <a:cs typeface="Malgun Gothic"/>
              </a:rPr>
              <a:t>정해진 속도로 글을 따라가는 수업이</a:t>
            </a:r>
          </a:p>
          <a:p>
            <a:pPr algn="l">
              <a:lnSpc>
                <a:spcPct val="120000"/>
              </a:lnSpc>
            </a:pPr>
            <a:r>
              <a:rPr sz="1700" b="1">
                <a:solidFill>
                  <a:srgbClr val="39405C"/>
                </a:solidFill>
                <a:latin typeface="Malgun Gothic"/>
                <a:ea typeface="Malgun Gothic"/>
                <a:cs typeface="Malgun Gothic"/>
              </a:rPr>
              <a:t>어떤 아이에게는 벽이 되기도 합니다</a:t>
            </a:r>
          </a:p>
        </p:txBody>
      </p:sp>
      <p:sp>
        <p:nvSpPr>
          <p:cNvPr id="9" name="TextBox 8"/>
          <p:cNvSpPr txBox="1"/>
          <p:nvPr/>
        </p:nvSpPr>
        <p:spPr>
          <a:xfrm>
            <a:off x="960119" y="3611880"/>
            <a:ext cx="4663440" cy="822960"/>
          </a:xfrm>
          <a:prstGeom prst="rect">
            <a:avLst/>
          </a:prstGeom>
          <a:noFill/>
        </p:spPr>
        <p:txBody>
          <a:bodyPr wrap="square" lIns="0" tIns="0" rIns="0" bIns="0" anchor="t">
            <a:spAutoFit/>
          </a:bodyPr>
          <a:lstStyle/>
          <a:p>
            <a:pPr algn="l">
              <a:lnSpc>
                <a:spcPct val="130000"/>
              </a:lnSpc>
            </a:pPr>
            <a:r>
              <a:rPr sz="1200" b="0">
                <a:solidFill>
                  <a:srgbClr val="4A5170"/>
                </a:solidFill>
                <a:latin typeface="Malgun Gothic"/>
                <a:ea typeface="Malgun Gothic"/>
                <a:cs typeface="Malgun Gothic"/>
              </a:rPr>
              <a:t>글로 다 꺼내지 못한 생각은 그림 같은 다른 방법으로 보여 줄 수도 있습니다</a:t>
            </a:r>
          </a:p>
        </p:txBody>
      </p:sp>
      <p:sp>
        <p:nvSpPr>
          <p:cNvPr id="10" name="Rounded Rectangle 9"/>
          <p:cNvSpPr/>
          <p:nvPr/>
        </p:nvSpPr>
        <p:spPr>
          <a:xfrm>
            <a:off x="6236208" y="1691640"/>
            <a:ext cx="5312664" cy="2926080"/>
          </a:xfrm>
          <a:prstGeom prst="roundRect">
            <a:avLst>
              <a:gd name="adj" fmla="val 12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1" name="Rounded Rectangle 10"/>
          <p:cNvSpPr/>
          <p:nvPr/>
        </p:nvSpPr>
        <p:spPr>
          <a:xfrm>
            <a:off x="6556248" y="1965960"/>
            <a:ext cx="1143000" cy="384048"/>
          </a:xfrm>
          <a:prstGeom prst="roundRect">
            <a:avLst>
              <a:gd name="adj" fmla="val 50000"/>
            </a:avLst>
          </a:prstGeom>
          <a:solidFill>
            <a:srgbClr val="B7E3C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556248" y="2065651"/>
            <a:ext cx="1143000" cy="184666"/>
          </a:xfrm>
          <a:prstGeom prst="rect">
            <a:avLst/>
          </a:prstGeom>
          <a:noFill/>
        </p:spPr>
        <p:txBody>
          <a:bodyPr wrap="square" lIns="0" tIns="0" rIns="0" bIns="0" anchor="ctr">
            <a:spAutoFit/>
          </a:bodyPr>
          <a:lstStyle/>
          <a:p>
            <a:pPr algn="ctr">
              <a:lnSpc>
                <a:spcPct val="100000"/>
              </a:lnSpc>
            </a:pPr>
            <a:r>
              <a:rPr sz="1200" b="1" dirty="0" err="1">
                <a:solidFill>
                  <a:srgbClr val="39405C"/>
                </a:solidFill>
                <a:latin typeface="Malgun Gothic"/>
                <a:ea typeface="Malgun Gothic"/>
                <a:cs typeface="Malgun Gothic"/>
              </a:rPr>
              <a:t>부모는</a:t>
            </a:r>
            <a:endParaRPr sz="1200" b="1" dirty="0">
              <a:solidFill>
                <a:srgbClr val="39405C"/>
              </a:solidFill>
              <a:latin typeface="Malgun Gothic"/>
              <a:ea typeface="Malgun Gothic"/>
              <a:cs typeface="Malgun Gothic"/>
            </a:endParaRPr>
          </a:p>
        </p:txBody>
      </p:sp>
      <p:sp>
        <p:nvSpPr>
          <p:cNvPr id="13" name="TextBox 12"/>
          <p:cNvSpPr txBox="1"/>
          <p:nvPr/>
        </p:nvSpPr>
        <p:spPr>
          <a:xfrm>
            <a:off x="6556248" y="2560320"/>
            <a:ext cx="4663440" cy="914400"/>
          </a:xfrm>
          <a:prstGeom prst="rect">
            <a:avLst/>
          </a:prstGeom>
          <a:noFill/>
        </p:spPr>
        <p:txBody>
          <a:bodyPr wrap="square" lIns="0" tIns="0" rIns="0" bIns="0" anchor="t">
            <a:spAutoFit/>
          </a:bodyPr>
          <a:lstStyle/>
          <a:p>
            <a:pPr algn="l">
              <a:lnSpc>
                <a:spcPct val="120000"/>
              </a:lnSpc>
            </a:pPr>
            <a:r>
              <a:rPr sz="1700" b="1">
                <a:solidFill>
                  <a:srgbClr val="39405C"/>
                </a:solidFill>
                <a:latin typeface="Malgun Gothic"/>
                <a:ea typeface="Malgun Gothic"/>
                <a:cs typeface="Malgun Gothic"/>
              </a:rPr>
              <a:t>아이를 또래 속도에 맞추려 애쓰다가,</a:t>
            </a:r>
          </a:p>
          <a:p>
            <a:pPr algn="l">
              <a:lnSpc>
                <a:spcPct val="120000"/>
              </a:lnSpc>
            </a:pPr>
            <a:r>
              <a:rPr sz="1700" b="1">
                <a:solidFill>
                  <a:srgbClr val="39405C"/>
                </a:solidFill>
                <a:latin typeface="Malgun Gothic"/>
                <a:ea typeface="Malgun Gothic"/>
                <a:cs typeface="Malgun Gothic"/>
              </a:rPr>
              <a:t>점차 아이의 속도를 받아들이기도 합니다</a:t>
            </a:r>
          </a:p>
        </p:txBody>
      </p:sp>
      <p:sp>
        <p:nvSpPr>
          <p:cNvPr id="14" name="TextBox 13"/>
          <p:cNvSpPr txBox="1"/>
          <p:nvPr/>
        </p:nvSpPr>
        <p:spPr>
          <a:xfrm>
            <a:off x="6556248" y="3611880"/>
            <a:ext cx="4663440" cy="822960"/>
          </a:xfrm>
          <a:prstGeom prst="rect">
            <a:avLst/>
          </a:prstGeom>
          <a:noFill/>
        </p:spPr>
        <p:txBody>
          <a:bodyPr wrap="square" lIns="0" tIns="0" rIns="0" bIns="0" anchor="t">
            <a:spAutoFit/>
          </a:bodyPr>
          <a:lstStyle/>
          <a:p>
            <a:pPr algn="l">
              <a:lnSpc>
                <a:spcPct val="130000"/>
              </a:lnSpc>
            </a:pPr>
            <a:r>
              <a:rPr sz="1200" b="0">
                <a:solidFill>
                  <a:srgbClr val="4A5170"/>
                </a:solidFill>
                <a:latin typeface="Malgun Gothic"/>
                <a:ea typeface="Malgun Gothic"/>
                <a:cs typeface="Malgun Gothic"/>
              </a:rPr>
              <a:t>교육 지원에서 밀려나는 경험도 하면서, 아이에게 맞는 방식과 환경을 오래 찾아다닙니다 [1][3]</a:t>
            </a:r>
          </a:p>
        </p:txBody>
      </p:sp>
      <p:sp>
        <p:nvSpPr>
          <p:cNvPr id="15" name="Rounded Rectangle 14"/>
          <p:cNvSpPr/>
          <p:nvPr/>
        </p:nvSpPr>
        <p:spPr>
          <a:xfrm>
            <a:off x="640080" y="4846320"/>
            <a:ext cx="10908792" cy="1143000"/>
          </a:xfrm>
          <a:prstGeom prst="roundRect">
            <a:avLst>
              <a:gd name="adj" fmla="val 18000"/>
            </a:avLst>
          </a:prstGeom>
          <a:solidFill>
            <a:srgbClr val="8192FF"/>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05840" y="5311092"/>
            <a:ext cx="2011680" cy="213456"/>
          </a:xfrm>
          <a:prstGeom prst="rect">
            <a:avLst/>
          </a:prstGeom>
          <a:noFill/>
        </p:spPr>
        <p:txBody>
          <a:bodyPr wrap="square" lIns="0" tIns="0" rIns="0" bIns="0" anchor="ctr">
            <a:spAutoFit/>
          </a:bodyPr>
          <a:lstStyle/>
          <a:p>
            <a:pPr algn="l">
              <a:lnSpc>
                <a:spcPct val="118000"/>
              </a:lnSpc>
            </a:pPr>
            <a:r>
              <a:rPr sz="1300" b="1" dirty="0" err="1">
                <a:solidFill>
                  <a:schemeClr val="bg1"/>
                </a:solidFill>
                <a:latin typeface="Malgun Gothic"/>
                <a:ea typeface="Malgun Gothic"/>
                <a:cs typeface="Malgun Gothic"/>
              </a:rPr>
              <a:t>그래서</a:t>
            </a:r>
            <a:r>
              <a:rPr sz="1300" b="1" dirty="0">
                <a:solidFill>
                  <a:schemeClr val="bg1"/>
                </a:solidFill>
                <a:latin typeface="Malgun Gothic"/>
                <a:ea typeface="Malgun Gothic"/>
                <a:cs typeface="Malgun Gothic"/>
              </a:rPr>
              <a:t> </a:t>
            </a:r>
            <a:r>
              <a:rPr sz="1300" b="1" dirty="0" err="1">
                <a:solidFill>
                  <a:schemeClr val="bg1"/>
                </a:solidFill>
                <a:latin typeface="Malgun Gothic"/>
                <a:ea typeface="Malgun Gothic"/>
                <a:cs typeface="Malgun Gothic"/>
              </a:rPr>
              <a:t>필요한</a:t>
            </a:r>
            <a:r>
              <a:rPr sz="1300" b="1" dirty="0">
                <a:solidFill>
                  <a:schemeClr val="bg1"/>
                </a:solidFill>
                <a:latin typeface="Malgun Gothic"/>
                <a:ea typeface="Malgun Gothic"/>
                <a:cs typeface="Malgun Gothic"/>
              </a:rPr>
              <a:t> </a:t>
            </a:r>
            <a:r>
              <a:rPr sz="1300" b="1" dirty="0" err="1">
                <a:solidFill>
                  <a:schemeClr val="bg1"/>
                </a:solidFill>
                <a:latin typeface="Malgun Gothic"/>
                <a:ea typeface="Malgun Gothic"/>
                <a:cs typeface="Malgun Gothic"/>
              </a:rPr>
              <a:t>것</a:t>
            </a:r>
            <a:endParaRPr sz="1300" b="1" dirty="0">
              <a:solidFill>
                <a:schemeClr val="bg1"/>
              </a:solidFill>
              <a:latin typeface="Malgun Gothic"/>
              <a:ea typeface="Malgun Gothic"/>
              <a:cs typeface="Malgun Gothic"/>
            </a:endParaRPr>
          </a:p>
        </p:txBody>
      </p:sp>
      <p:sp>
        <p:nvSpPr>
          <p:cNvPr id="17" name="TextBox 16"/>
          <p:cNvSpPr txBox="1"/>
          <p:nvPr/>
        </p:nvSpPr>
        <p:spPr>
          <a:xfrm>
            <a:off x="3017520" y="5104625"/>
            <a:ext cx="8321040" cy="626390"/>
          </a:xfrm>
          <a:prstGeom prst="rect">
            <a:avLst/>
          </a:prstGeom>
          <a:noFill/>
        </p:spPr>
        <p:txBody>
          <a:bodyPr wrap="square" lIns="0" tIns="0" rIns="0" bIns="0" anchor="ctr">
            <a:spAutoFit/>
          </a:bodyPr>
          <a:lstStyle/>
          <a:p>
            <a:pPr algn="l">
              <a:lnSpc>
                <a:spcPct val="135000"/>
              </a:lnSpc>
            </a:pPr>
            <a:r>
              <a:rPr sz="1600" b="1" dirty="0" err="1">
                <a:solidFill>
                  <a:schemeClr val="bg1"/>
                </a:solidFill>
                <a:latin typeface="Malgun Gothic"/>
                <a:ea typeface="Malgun Gothic"/>
                <a:cs typeface="Malgun Gothic"/>
              </a:rPr>
              <a:t>아이에게는</a:t>
            </a:r>
            <a:r>
              <a:rPr sz="1600" b="1" dirty="0">
                <a:solidFill>
                  <a:schemeClr val="bg1"/>
                </a:solidFill>
                <a:latin typeface="Malgun Gothic"/>
                <a:ea typeface="Malgun Gothic"/>
                <a:cs typeface="Malgun Gothic"/>
              </a:rPr>
              <a:t> </a:t>
            </a:r>
            <a:r>
              <a:rPr sz="1600" b="1" dirty="0" err="1">
                <a:solidFill>
                  <a:schemeClr val="bg1"/>
                </a:solidFill>
                <a:latin typeface="Malgun Gothic"/>
                <a:ea typeface="Malgun Gothic"/>
                <a:cs typeface="Malgun Gothic"/>
              </a:rPr>
              <a:t>자기</a:t>
            </a:r>
            <a:r>
              <a:rPr sz="1600" b="1" dirty="0">
                <a:solidFill>
                  <a:schemeClr val="bg1"/>
                </a:solidFill>
                <a:latin typeface="Malgun Gothic"/>
                <a:ea typeface="Malgun Gothic"/>
                <a:cs typeface="Malgun Gothic"/>
              </a:rPr>
              <a:t> </a:t>
            </a:r>
            <a:r>
              <a:rPr sz="1600" b="1" dirty="0" err="1">
                <a:solidFill>
                  <a:schemeClr val="bg1"/>
                </a:solidFill>
                <a:latin typeface="Malgun Gothic"/>
                <a:ea typeface="Malgun Gothic"/>
                <a:cs typeface="Malgun Gothic"/>
              </a:rPr>
              <a:t>방식으로</a:t>
            </a:r>
            <a:r>
              <a:rPr sz="1600" b="1" dirty="0">
                <a:solidFill>
                  <a:schemeClr val="bg1"/>
                </a:solidFill>
                <a:latin typeface="Malgun Gothic"/>
                <a:ea typeface="Malgun Gothic"/>
                <a:cs typeface="Malgun Gothic"/>
              </a:rPr>
              <a:t> </a:t>
            </a:r>
            <a:r>
              <a:rPr sz="1600" b="1" dirty="0" err="1">
                <a:solidFill>
                  <a:schemeClr val="bg1"/>
                </a:solidFill>
                <a:latin typeface="Malgun Gothic"/>
                <a:ea typeface="Malgun Gothic"/>
                <a:cs typeface="Malgun Gothic"/>
              </a:rPr>
              <a:t>표현하고</a:t>
            </a:r>
            <a:r>
              <a:rPr sz="1600" b="1" dirty="0">
                <a:solidFill>
                  <a:schemeClr val="bg1"/>
                </a:solidFill>
                <a:latin typeface="Malgun Gothic"/>
                <a:ea typeface="Malgun Gothic"/>
                <a:cs typeface="Malgun Gothic"/>
              </a:rPr>
              <a:t> </a:t>
            </a:r>
            <a:r>
              <a:rPr sz="1600" b="1" dirty="0" err="1">
                <a:solidFill>
                  <a:schemeClr val="bg1"/>
                </a:solidFill>
                <a:latin typeface="Malgun Gothic"/>
                <a:ea typeface="Malgun Gothic"/>
                <a:cs typeface="Malgun Gothic"/>
              </a:rPr>
              <a:t>참여할</a:t>
            </a:r>
            <a:r>
              <a:rPr sz="1600" b="1" dirty="0">
                <a:solidFill>
                  <a:schemeClr val="bg1"/>
                </a:solidFill>
                <a:latin typeface="Malgun Gothic"/>
                <a:ea typeface="Malgun Gothic"/>
                <a:cs typeface="Malgun Gothic"/>
              </a:rPr>
              <a:t> </a:t>
            </a:r>
            <a:r>
              <a:rPr sz="1600" b="1" dirty="0" err="1">
                <a:solidFill>
                  <a:schemeClr val="bg1"/>
                </a:solidFill>
                <a:latin typeface="Malgun Gothic"/>
                <a:ea typeface="Malgun Gothic"/>
                <a:cs typeface="Malgun Gothic"/>
              </a:rPr>
              <a:t>기회</a:t>
            </a:r>
            <a:endParaRPr sz="1600" b="1" dirty="0">
              <a:solidFill>
                <a:schemeClr val="bg1"/>
              </a:solidFill>
              <a:latin typeface="Malgun Gothic"/>
              <a:ea typeface="Malgun Gothic"/>
              <a:cs typeface="Malgun Gothic"/>
            </a:endParaRPr>
          </a:p>
          <a:p>
            <a:pPr algn="l">
              <a:lnSpc>
                <a:spcPct val="135000"/>
              </a:lnSpc>
            </a:pPr>
            <a:r>
              <a:rPr sz="1600" b="1" dirty="0" err="1">
                <a:solidFill>
                  <a:schemeClr val="bg1"/>
                </a:solidFill>
                <a:latin typeface="Malgun Gothic"/>
                <a:ea typeface="Malgun Gothic"/>
                <a:cs typeface="Malgun Gothic"/>
              </a:rPr>
              <a:t>부모에게는</a:t>
            </a:r>
            <a:r>
              <a:rPr sz="1600" b="1" dirty="0">
                <a:solidFill>
                  <a:schemeClr val="bg1"/>
                </a:solidFill>
                <a:latin typeface="Malgun Gothic"/>
                <a:ea typeface="Malgun Gothic"/>
                <a:cs typeface="Malgun Gothic"/>
              </a:rPr>
              <a:t> </a:t>
            </a:r>
            <a:r>
              <a:rPr sz="1600" b="1" dirty="0" err="1">
                <a:solidFill>
                  <a:schemeClr val="bg1"/>
                </a:solidFill>
                <a:latin typeface="Malgun Gothic"/>
                <a:ea typeface="Malgun Gothic"/>
                <a:cs typeface="Malgun Gothic"/>
              </a:rPr>
              <a:t>정답</a:t>
            </a:r>
            <a:r>
              <a:rPr sz="1600" b="1" dirty="0">
                <a:solidFill>
                  <a:schemeClr val="bg1"/>
                </a:solidFill>
                <a:latin typeface="Malgun Gothic"/>
                <a:ea typeface="Malgun Gothic"/>
                <a:cs typeface="Malgun Gothic"/>
              </a:rPr>
              <a:t> </a:t>
            </a:r>
            <a:r>
              <a:rPr sz="1600" b="1" dirty="0" err="1">
                <a:solidFill>
                  <a:schemeClr val="bg1"/>
                </a:solidFill>
                <a:latin typeface="Malgun Gothic"/>
                <a:ea typeface="Malgun Gothic"/>
                <a:cs typeface="Malgun Gothic"/>
              </a:rPr>
              <a:t>대신</a:t>
            </a:r>
            <a:r>
              <a:rPr sz="1600" b="1" dirty="0">
                <a:solidFill>
                  <a:schemeClr val="bg1"/>
                </a:solidFill>
                <a:latin typeface="Malgun Gothic"/>
                <a:ea typeface="Malgun Gothic"/>
                <a:cs typeface="Malgun Gothic"/>
              </a:rPr>
              <a:t> </a:t>
            </a:r>
            <a:r>
              <a:rPr sz="1600" b="1" dirty="0" err="1">
                <a:solidFill>
                  <a:schemeClr val="bg1"/>
                </a:solidFill>
                <a:latin typeface="Malgun Gothic"/>
                <a:ea typeface="Malgun Gothic"/>
                <a:cs typeface="Malgun Gothic"/>
              </a:rPr>
              <a:t>아이의</a:t>
            </a:r>
            <a:r>
              <a:rPr sz="1600" b="1" dirty="0">
                <a:solidFill>
                  <a:schemeClr val="bg1"/>
                </a:solidFill>
                <a:latin typeface="Malgun Gothic"/>
                <a:ea typeface="Malgun Gothic"/>
                <a:cs typeface="Malgun Gothic"/>
              </a:rPr>
              <a:t> </a:t>
            </a:r>
            <a:r>
              <a:rPr sz="1600" b="1" dirty="0" err="1">
                <a:solidFill>
                  <a:schemeClr val="bg1"/>
                </a:solidFill>
                <a:latin typeface="Malgun Gothic"/>
                <a:ea typeface="Malgun Gothic"/>
                <a:cs typeface="Malgun Gothic"/>
              </a:rPr>
              <a:t>생각을</a:t>
            </a:r>
            <a:r>
              <a:rPr sz="1600" b="1" dirty="0">
                <a:solidFill>
                  <a:schemeClr val="bg1"/>
                </a:solidFill>
                <a:latin typeface="Malgun Gothic"/>
                <a:ea typeface="Malgun Gothic"/>
                <a:cs typeface="Malgun Gothic"/>
              </a:rPr>
              <a:t> </a:t>
            </a:r>
            <a:r>
              <a:rPr sz="1600" b="1" dirty="0" err="1">
                <a:solidFill>
                  <a:schemeClr val="bg1"/>
                </a:solidFill>
                <a:latin typeface="Malgun Gothic"/>
                <a:ea typeface="Malgun Gothic"/>
                <a:cs typeface="Malgun Gothic"/>
              </a:rPr>
              <a:t>발견하는</a:t>
            </a:r>
            <a:r>
              <a:rPr sz="1600" b="1" dirty="0">
                <a:solidFill>
                  <a:schemeClr val="bg1"/>
                </a:solidFill>
                <a:latin typeface="Malgun Gothic"/>
                <a:ea typeface="Malgun Gothic"/>
                <a:cs typeface="Malgun Gothic"/>
              </a:rPr>
              <a:t> </a:t>
            </a:r>
            <a:r>
              <a:rPr sz="1600" b="1" dirty="0" err="1">
                <a:solidFill>
                  <a:schemeClr val="bg1"/>
                </a:solidFill>
                <a:latin typeface="Malgun Gothic"/>
                <a:ea typeface="Malgun Gothic"/>
                <a:cs typeface="Malgun Gothic"/>
              </a:rPr>
              <a:t>경험</a:t>
            </a:r>
            <a:endParaRPr sz="1600" b="1" dirty="0">
              <a:solidFill>
                <a:schemeClr val="bg1"/>
              </a:solidFill>
              <a:latin typeface="Malgun Gothic"/>
              <a:ea typeface="Malgun Gothic"/>
              <a:cs typeface="Malgun Gothic"/>
            </a:endParaRPr>
          </a:p>
        </p:txBody>
      </p:sp>
      <p:sp>
        <p:nvSpPr>
          <p:cNvPr id="18" name="TextBox 17"/>
          <p:cNvSpPr txBox="1"/>
          <p:nvPr/>
        </p:nvSpPr>
        <p:spPr>
          <a:xfrm>
            <a:off x="640080" y="6291072"/>
            <a:ext cx="10424160" cy="274320"/>
          </a:xfrm>
          <a:prstGeom prst="rect">
            <a:avLst/>
          </a:prstGeom>
          <a:noFill/>
        </p:spPr>
        <p:txBody>
          <a:bodyPr wrap="square" lIns="0" tIns="0" rIns="0" bIns="0" anchor="t">
            <a:spAutoFit/>
          </a:bodyPr>
          <a:lstStyle/>
          <a:p>
            <a:pPr algn="l">
              <a:lnSpc>
                <a:spcPct val="118000"/>
              </a:lnSpc>
            </a:pPr>
            <a:r>
              <a:rPr sz="850" b="0">
                <a:solidFill>
                  <a:srgbClr val="8A91AA"/>
                </a:solidFill>
                <a:latin typeface="Malgun Gothic"/>
                <a:ea typeface="Malgun Gothic"/>
                <a:cs typeface="Malgun Gothic"/>
              </a:rPr>
              <a:t>출처: [1] 김초은 외 (2023), 한국가족복지학  [3] 임희진 · 구자경 (2019), 독서치료연구 — 부모 양육 경험 선행연구</a:t>
            </a:r>
          </a:p>
        </p:txBody>
      </p:sp>
      <p:pic>
        <p:nvPicPr>
          <p:cNvPr id="301" name="Picture 301"/>
          <p:cNvPicPr>
            <a:picLocks noChangeAspect="1"/>
          </p:cNvPicPr>
          <p:nvPr/>
        </p:nvPicPr>
        <p:blipFill>
          <a:blip r:embed="rId4"/>
          <a:srcRect/>
          <a:stretch>
            <a:fillRect/>
          </a:stretch>
        </p:blipFill>
        <p:spPr>
          <a:xfrm rot="480000">
            <a:off x="10650000" y="4560000"/>
            <a:ext cx="866755" cy="76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Page 101"/>
          <p:cNvSpPr txBox="1"/>
          <p:nvPr/>
        </p:nvSpPr>
        <p:spPr>
          <a:xfrm>
            <a:off x="11185855" y="6355080"/>
            <a:ext cx="457200" cy="274320"/>
          </a:xfrm>
          <a:prstGeom prst="rect">
            <a:avLst/>
          </a:prstGeom>
          <a:noFill/>
        </p:spPr>
        <p:txBody>
          <a:bodyPr wrap="square" lIns="0" tIns="0" rIns="0" bIns="0" rtlCol="0" anchor="ctr"/>
          <a:lstStyle/>
          <a:p>
            <a:pPr marL="0" indent="0" algn="r">
              <a:lnSpc>
                <a:spcPct val="115000"/>
              </a:lnSpc>
              <a:buNone/>
            </a:pPr>
            <a:r>
              <a:rPr lang="ko-KR" sz="1000" dirty="0">
                <a:solidFill>
                  <a:srgbClr val="8A91AA"/>
                </a:solidFill>
                <a:latin typeface="Malgun Gothic" pitchFamily="34" charset="0"/>
                <a:ea typeface="Malgun Gothic" pitchFamily="34" charset="-122"/>
                <a:cs typeface="Malgun Gothic" pitchFamily="34" charset="-120"/>
              </a:rPr>
              <a:t>5</a:t>
            </a:r>
          </a:p>
        </p:txBody>
      </p:sp>
      <p:sp>
        <p:nvSpPr>
          <p:cNvPr id="102" name="Label 102"/>
          <p:cNvSpPr txBox="1"/>
          <p:nvPr/>
        </p:nvSpPr>
        <p:spPr>
          <a:xfrm>
            <a:off x="640080" y="457200"/>
            <a:ext cx="10911535" cy="320040"/>
          </a:xfrm>
          <a:prstGeom prst="rect">
            <a:avLst/>
          </a:prstGeom>
          <a:noFill/>
        </p:spPr>
        <p:txBody>
          <a:bodyPr wrap="square" lIns="0" tIns="0" rIns="0" bIns="0" rtlCol="0" anchor="ctr"/>
          <a:lstStyle/>
          <a:p>
            <a:pPr marL="0" indent="0" algn="l">
              <a:lnSpc>
                <a:spcPct val="115000"/>
              </a:lnSpc>
              <a:buNone/>
            </a:pPr>
            <a:r>
              <a:rPr lang="ko-KR" sz="1300" b="1" dirty="0">
                <a:solidFill>
                  <a:srgbClr val="4C5CC4"/>
                </a:solidFill>
                <a:latin typeface="Malgun Gothic" pitchFamily="34" charset="0"/>
                <a:ea typeface="Malgun Gothic" pitchFamily="34" charset="-122"/>
                <a:cs typeface="Malgun Gothic" pitchFamily="34" charset="-120"/>
              </a:rPr>
              <a:t>PART A · 배경조사 ③ 표현 방식</a:t>
            </a:r>
          </a:p>
        </p:txBody>
      </p:sp>
      <p:sp>
        <p:nvSpPr>
          <p:cNvPr id="103" name="Title 103"/>
          <p:cNvSpPr txBox="1"/>
          <p:nvPr/>
        </p:nvSpPr>
        <p:spPr>
          <a:xfrm>
            <a:off x="640080" y="804672"/>
            <a:ext cx="10911535" cy="731520"/>
          </a:xfrm>
          <a:prstGeom prst="rect">
            <a:avLst/>
          </a:prstGeom>
          <a:noFill/>
        </p:spPr>
        <p:txBody>
          <a:bodyPr wrap="square" lIns="0" tIns="0" rIns="0" bIns="0" rtlCol="0" anchor="t"/>
          <a:lstStyle/>
          <a:p>
            <a:pPr marL="0" indent="0" algn="l">
              <a:lnSpc>
                <a:spcPct val="115000"/>
              </a:lnSpc>
              <a:buNone/>
            </a:pPr>
            <a:r>
              <a:rPr lang="ko-KR" sz="2700" b="1" dirty="0">
                <a:solidFill>
                  <a:srgbClr val="39405C"/>
                </a:solidFill>
                <a:latin typeface="Malgun Gothic" pitchFamily="34" charset="0"/>
                <a:ea typeface="Malgun Gothic" pitchFamily="34" charset="-122"/>
                <a:cs typeface="Malgun Gothic" pitchFamily="34" charset="-120"/>
              </a:rPr>
              <a:t>글 말고, 그림과 이야기로도 생각을 표현할 수 있습니다</a:t>
            </a:r>
          </a:p>
        </p:txBody>
      </p:sp>
      <p:sp>
        <p:nvSpPr>
          <p:cNvPr id="104" name="Row 104"/>
          <p:cNvSpPr/>
          <p:nvPr/>
        </p:nvSpPr>
        <p:spPr>
          <a:xfrm>
            <a:off x="640080" y="1700000"/>
            <a:ext cx="10908792" cy="760000"/>
          </a:xfrm>
          <a:prstGeom prst="roundRect">
            <a:avLst>
              <a:gd name="adj" fmla="val 20000"/>
            </a:avLst>
          </a:prstGeom>
          <a:solidFill>
            <a:srgbClr val="F4F5F9"/>
          </a:solidFill>
          <a:ln w="9525">
            <a:solidFill>
              <a:srgbClr val="E6E8F0"/>
            </a:solidFill>
          </a:ln>
          <a:effectLst/>
        </p:spPr>
        <p:txBody>
          <a:bodyPr wrap="square" lIns="0" tIns="0" rIns="0" bIns="0" rtlCol="0" anchor="ctr"/>
          <a:lstStyle/>
          <a:p>
            <a:endParaRPr lang="ko-KR"/>
          </a:p>
        </p:txBody>
      </p:sp>
      <p:sp>
        <p:nvSpPr>
          <p:cNvPr id="105" name="Text 105"/>
          <p:cNvSpPr txBox="1"/>
          <p:nvPr/>
        </p:nvSpPr>
        <p:spPr>
          <a:xfrm>
            <a:off x="960080" y="1700000"/>
            <a:ext cx="2300000" cy="760000"/>
          </a:xfrm>
          <a:prstGeom prst="rect">
            <a:avLst/>
          </a:prstGeom>
          <a:noFill/>
        </p:spPr>
        <p:txBody>
          <a:bodyPr wrap="square" lIns="0" tIns="0" rIns="0" bIns="0" rtlCol="0" anchor="ctr"/>
          <a:lstStyle/>
          <a:p>
            <a:pPr marL="0" indent="0" algn="l">
              <a:lnSpc>
                <a:spcPct val="115000"/>
              </a:lnSpc>
              <a:buNone/>
            </a:pPr>
            <a:r>
              <a:rPr lang="ko-KR" sz="1200" b="1" dirty="0">
                <a:solidFill>
                  <a:srgbClr val="8A91AA"/>
                </a:solidFill>
                <a:latin typeface="Malgun Gothic" pitchFamily="34" charset="0"/>
                <a:ea typeface="Malgun Gothic" pitchFamily="34" charset="-122"/>
                <a:cs typeface="Malgun Gothic" pitchFamily="34" charset="-120"/>
              </a:rPr>
              <a:t>지금까지의 학습</a:t>
            </a:r>
          </a:p>
        </p:txBody>
      </p:sp>
      <p:sp>
        <p:nvSpPr>
          <p:cNvPr id="106" name="Pill 106"/>
          <p:cNvSpPr/>
          <p:nvPr/>
        </p:nvSpPr>
        <p:spPr>
          <a:xfrm>
            <a:off x="3400000" y="1890000"/>
            <a:ext cx="1700000" cy="380000"/>
          </a:xfrm>
          <a:prstGeom prst="roundRect">
            <a:avLst>
              <a:gd name="adj" fmla="val 50000"/>
            </a:avLst>
          </a:prstGeom>
          <a:solidFill>
            <a:srgbClr val="E9EBF2"/>
          </a:solidFill>
          <a:ln>
            <a:noFill/>
          </a:ln>
          <a:effectLst/>
        </p:spPr>
        <p:txBody>
          <a:bodyPr wrap="square" lIns="0" tIns="0" rIns="0" bIns="0" rtlCol="0" anchor="ctr"/>
          <a:lstStyle/>
          <a:p>
            <a:pPr marL="0" indent="0" algn="ctr">
              <a:lnSpc>
                <a:spcPct val="110000"/>
              </a:lnSpc>
              <a:buNone/>
            </a:pPr>
            <a:r>
              <a:rPr lang="ko-KR" sz="1200" dirty="0">
                <a:solidFill>
                  <a:srgbClr val="8A91AA"/>
                </a:solidFill>
                <a:latin typeface="Malgun Gothic" pitchFamily="34" charset="0"/>
                <a:ea typeface="Malgun Gothic" pitchFamily="34" charset="-122"/>
                <a:cs typeface="Malgun Gothic" pitchFamily="34" charset="-120"/>
              </a:rPr>
              <a:t>읽기</a:t>
            </a:r>
          </a:p>
        </p:txBody>
      </p:sp>
      <p:sp>
        <p:nvSpPr>
          <p:cNvPr id="107" name="Text 107"/>
          <p:cNvSpPr txBox="1"/>
          <p:nvPr/>
        </p:nvSpPr>
        <p:spPr>
          <a:xfrm>
            <a:off x="5160000" y="1890000"/>
            <a:ext cx="680000" cy="380000"/>
          </a:xfrm>
          <a:prstGeom prst="rect">
            <a:avLst/>
          </a:prstGeom>
          <a:noFill/>
        </p:spPr>
        <p:txBody>
          <a:bodyPr wrap="square" lIns="0" tIns="0" rIns="0" bIns="0" rtlCol="0" anchor="ctr"/>
          <a:lstStyle/>
          <a:p>
            <a:pPr marL="0" indent="0" algn="ctr">
              <a:lnSpc>
                <a:spcPct val="115000"/>
              </a:lnSpc>
              <a:buNone/>
            </a:pPr>
            <a:r>
              <a:rPr lang="ko-KR" sz="1300" dirty="0">
                <a:solidFill>
                  <a:srgbClr val="B8BDCC"/>
                </a:solidFill>
                <a:latin typeface="Malgun Gothic" pitchFamily="34" charset="0"/>
                <a:ea typeface="Malgun Gothic" pitchFamily="34" charset="-122"/>
                <a:cs typeface="Malgun Gothic" pitchFamily="34" charset="-120"/>
              </a:rPr>
              <a:t>→</a:t>
            </a:r>
          </a:p>
        </p:txBody>
      </p:sp>
      <p:sp>
        <p:nvSpPr>
          <p:cNvPr id="108" name="Pill 108"/>
          <p:cNvSpPr/>
          <p:nvPr/>
        </p:nvSpPr>
        <p:spPr>
          <a:xfrm>
            <a:off x="5900000" y="1890000"/>
            <a:ext cx="1700000" cy="380000"/>
          </a:xfrm>
          <a:prstGeom prst="roundRect">
            <a:avLst>
              <a:gd name="adj" fmla="val 50000"/>
            </a:avLst>
          </a:prstGeom>
          <a:solidFill>
            <a:srgbClr val="E9EBF2"/>
          </a:solidFill>
          <a:ln>
            <a:noFill/>
          </a:ln>
          <a:effectLst/>
        </p:spPr>
        <p:txBody>
          <a:bodyPr wrap="square" lIns="0" tIns="0" rIns="0" bIns="0" rtlCol="0" anchor="ctr"/>
          <a:lstStyle/>
          <a:p>
            <a:pPr marL="0" indent="0" algn="ctr">
              <a:lnSpc>
                <a:spcPct val="110000"/>
              </a:lnSpc>
              <a:buNone/>
            </a:pPr>
            <a:r>
              <a:rPr lang="ko-KR" sz="1200" dirty="0">
                <a:solidFill>
                  <a:srgbClr val="8A91AA"/>
                </a:solidFill>
                <a:latin typeface="Malgun Gothic" pitchFamily="34" charset="0"/>
                <a:ea typeface="Malgun Gothic" pitchFamily="34" charset="-122"/>
                <a:cs typeface="Malgun Gothic" pitchFamily="34" charset="-120"/>
              </a:rPr>
              <a:t>문제 풀기</a:t>
            </a:r>
          </a:p>
        </p:txBody>
      </p:sp>
      <p:sp>
        <p:nvSpPr>
          <p:cNvPr id="109" name="Text 109"/>
          <p:cNvSpPr txBox="1"/>
          <p:nvPr/>
        </p:nvSpPr>
        <p:spPr>
          <a:xfrm>
            <a:off x="7660000" y="1890000"/>
            <a:ext cx="680000" cy="380000"/>
          </a:xfrm>
          <a:prstGeom prst="rect">
            <a:avLst/>
          </a:prstGeom>
          <a:noFill/>
        </p:spPr>
        <p:txBody>
          <a:bodyPr wrap="square" lIns="0" tIns="0" rIns="0" bIns="0" rtlCol="0" anchor="ctr"/>
          <a:lstStyle/>
          <a:p>
            <a:pPr marL="0" indent="0" algn="ctr">
              <a:lnSpc>
                <a:spcPct val="115000"/>
              </a:lnSpc>
              <a:buNone/>
            </a:pPr>
            <a:r>
              <a:rPr lang="ko-KR" sz="1300" dirty="0">
                <a:solidFill>
                  <a:srgbClr val="B8BDCC"/>
                </a:solidFill>
                <a:latin typeface="Malgun Gothic" pitchFamily="34" charset="0"/>
                <a:ea typeface="Malgun Gothic" pitchFamily="34" charset="-122"/>
                <a:cs typeface="Malgun Gothic" pitchFamily="34" charset="-120"/>
              </a:rPr>
              <a:t>→</a:t>
            </a:r>
          </a:p>
        </p:txBody>
      </p:sp>
      <p:sp>
        <p:nvSpPr>
          <p:cNvPr id="110" name="Pill 110"/>
          <p:cNvSpPr/>
          <p:nvPr/>
        </p:nvSpPr>
        <p:spPr>
          <a:xfrm>
            <a:off x="8400000" y="1890000"/>
            <a:ext cx="1700000" cy="380000"/>
          </a:xfrm>
          <a:prstGeom prst="roundRect">
            <a:avLst>
              <a:gd name="adj" fmla="val 50000"/>
            </a:avLst>
          </a:prstGeom>
          <a:solidFill>
            <a:srgbClr val="E9EBF2"/>
          </a:solidFill>
          <a:ln>
            <a:noFill/>
          </a:ln>
          <a:effectLst/>
        </p:spPr>
        <p:txBody>
          <a:bodyPr wrap="square" lIns="0" tIns="0" rIns="0" bIns="0" rtlCol="0" anchor="ctr"/>
          <a:lstStyle/>
          <a:p>
            <a:pPr marL="0" indent="0" algn="ctr">
              <a:lnSpc>
                <a:spcPct val="110000"/>
              </a:lnSpc>
              <a:buNone/>
            </a:pPr>
            <a:r>
              <a:rPr lang="ko-KR" sz="1200" dirty="0">
                <a:solidFill>
                  <a:srgbClr val="8A91AA"/>
                </a:solidFill>
                <a:latin typeface="Malgun Gothic" pitchFamily="34" charset="0"/>
                <a:ea typeface="Malgun Gothic" pitchFamily="34" charset="-122"/>
                <a:cs typeface="Malgun Gothic" pitchFamily="34" charset="-120"/>
              </a:rPr>
              <a:t>정답 맞히기</a:t>
            </a:r>
          </a:p>
        </p:txBody>
      </p:sp>
      <p:sp>
        <p:nvSpPr>
          <p:cNvPr id="111" name="Card 111"/>
          <p:cNvSpPr/>
          <p:nvPr/>
        </p:nvSpPr>
        <p:spPr>
          <a:xfrm>
            <a:off x="640080" y="2640000"/>
            <a:ext cx="10908792" cy="2120000"/>
          </a:xfrm>
          <a:prstGeom prst="roundRect">
            <a:avLst>
              <a:gd name="adj" fmla="val 1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12" name="Text 112"/>
          <p:cNvSpPr txBox="1"/>
          <p:nvPr/>
        </p:nvSpPr>
        <p:spPr>
          <a:xfrm>
            <a:off x="960080" y="2640000"/>
            <a:ext cx="2300000" cy="2120000"/>
          </a:xfrm>
          <a:prstGeom prst="rect">
            <a:avLst/>
          </a:prstGeom>
          <a:noFill/>
        </p:spPr>
        <p:txBody>
          <a:bodyPr wrap="square" lIns="0" tIns="0" rIns="0" bIns="0" rtlCol="0" anchor="ctr"/>
          <a:lstStyle/>
          <a:p>
            <a:pPr marL="0" indent="0" algn="l">
              <a:lnSpc>
                <a:spcPct val="130000"/>
              </a:lnSpc>
              <a:buNone/>
            </a:pPr>
            <a:r>
              <a:rPr lang="ko-KR" sz="1500" b="1" dirty="0">
                <a:solidFill>
                  <a:srgbClr val="4C5CC4"/>
                </a:solidFill>
                <a:latin typeface="Malgun Gothic" pitchFamily="34" charset="0"/>
                <a:ea typeface="Malgun Gothic" pitchFamily="34" charset="-122"/>
                <a:cs typeface="Malgun Gothic" pitchFamily="34" charset="-120"/>
              </a:rPr>
              <a:t>DrawTale의 접근</a:t>
            </a:r>
          </a:p>
          <a:p>
            <a:pPr marL="0" indent="0" algn="l">
              <a:lnSpc>
                <a:spcPct val="130000"/>
              </a:lnSpc>
              <a:buNone/>
            </a:pPr>
            <a:r>
              <a:rPr lang="ko-KR" sz="1050" dirty="0">
                <a:solidFill>
                  <a:srgbClr val="8A91AA"/>
                </a:solidFill>
                <a:latin typeface="Malgun Gothic" pitchFamily="34" charset="0"/>
                <a:ea typeface="Malgun Gothic" pitchFamily="34" charset="-122"/>
                <a:cs typeface="Malgun Gothic" pitchFamily="34" charset="-120"/>
              </a:rPr>
              <a:t>글 대신, 그림과 선택으로</a:t>
            </a:r>
          </a:p>
        </p:txBody>
      </p:sp>
      <p:pic>
        <p:nvPicPr>
          <p:cNvPr id="113" name="Picture 113"/>
          <p:cNvPicPr>
            <a:picLocks noChangeAspect="1"/>
          </p:cNvPicPr>
          <p:nvPr/>
        </p:nvPicPr>
        <p:blipFill>
          <a:blip r:embed="rId4"/>
          <a:srcRect/>
          <a:stretch>
            <a:fillRect/>
          </a:stretch>
        </p:blipFill>
        <p:spPr>
          <a:xfrm>
            <a:off x="3486411" y="2790000"/>
            <a:ext cx="927177" cy="950000"/>
          </a:xfrm>
          <a:prstGeom prst="rect">
            <a:avLst/>
          </a:prstGeom>
        </p:spPr>
      </p:pic>
      <p:sp>
        <p:nvSpPr>
          <p:cNvPr id="114" name="Pill 114"/>
          <p:cNvSpPr/>
          <p:nvPr/>
        </p:nvSpPr>
        <p:spPr>
          <a:xfrm>
            <a:off x="3350000" y="3930000"/>
            <a:ext cx="1200000" cy="400000"/>
          </a:xfrm>
          <a:prstGeom prst="roundRect">
            <a:avLst>
              <a:gd name="adj" fmla="val 50000"/>
            </a:avLst>
          </a:prstGeom>
          <a:solidFill>
            <a:srgbClr val="DDE2FF"/>
          </a:solidFill>
          <a:ln>
            <a:noFill/>
          </a:ln>
          <a:effectLst/>
        </p:spPr>
        <p:txBody>
          <a:bodyPr wrap="square" lIns="0" tIns="0" rIns="0" bIns="0" rtlCol="0" anchor="ctr"/>
          <a:lstStyle/>
          <a:p>
            <a:pPr marL="0" indent="0" algn="ctr">
              <a:lnSpc>
                <a:spcPct val="110000"/>
              </a:lnSpc>
              <a:buNone/>
            </a:pPr>
            <a:r>
              <a:rPr lang="ko-KR" sz="1300" b="1" dirty="0">
                <a:solidFill>
                  <a:srgbClr val="39405C"/>
                </a:solidFill>
                <a:latin typeface="Malgun Gothic" pitchFamily="34" charset="0"/>
                <a:ea typeface="Malgun Gothic" pitchFamily="34" charset="-122"/>
                <a:cs typeface="Malgun Gothic" pitchFamily="34" charset="-120"/>
              </a:rPr>
              <a:t>그리기</a:t>
            </a:r>
          </a:p>
        </p:txBody>
      </p:sp>
      <p:sp>
        <p:nvSpPr>
          <p:cNvPr id="115" name="Text 115"/>
          <p:cNvSpPr txBox="1"/>
          <p:nvPr/>
        </p:nvSpPr>
        <p:spPr>
          <a:xfrm>
            <a:off x="4750000" y="3930000"/>
            <a:ext cx="520000" cy="400000"/>
          </a:xfrm>
          <a:prstGeom prst="rect">
            <a:avLst/>
          </a:prstGeom>
          <a:noFill/>
        </p:spPr>
        <p:txBody>
          <a:bodyPr wrap="square" lIns="0" tIns="0" rIns="0" bIns="0" rtlCol="0" anchor="ctr"/>
          <a:lstStyle/>
          <a:p>
            <a:pPr marL="0" indent="0" algn="ctr">
              <a:lnSpc>
                <a:spcPct val="115000"/>
              </a:lnSpc>
              <a:buNone/>
            </a:pPr>
            <a:r>
              <a:rPr lang="ko-KR" sz="1400" b="1" dirty="0">
                <a:solidFill>
                  <a:srgbClr val="8192FF"/>
                </a:solidFill>
                <a:latin typeface="Malgun Gothic" pitchFamily="34" charset="0"/>
                <a:ea typeface="Malgun Gothic" pitchFamily="34" charset="-122"/>
                <a:cs typeface="Malgun Gothic" pitchFamily="34" charset="-120"/>
              </a:rPr>
              <a:t>→</a:t>
            </a:r>
          </a:p>
        </p:txBody>
      </p:sp>
      <p:pic>
        <p:nvPicPr>
          <p:cNvPr id="116" name="Picture 116"/>
          <p:cNvPicPr>
            <a:picLocks noChangeAspect="1"/>
          </p:cNvPicPr>
          <p:nvPr/>
        </p:nvPicPr>
        <p:blipFill>
          <a:blip r:embed="rId5"/>
          <a:srcRect/>
          <a:stretch>
            <a:fillRect/>
          </a:stretch>
        </p:blipFill>
        <p:spPr>
          <a:xfrm>
            <a:off x="5528277" y="2790000"/>
            <a:ext cx="1083444" cy="950000"/>
          </a:xfrm>
          <a:prstGeom prst="rect">
            <a:avLst/>
          </a:prstGeom>
        </p:spPr>
      </p:pic>
      <p:sp>
        <p:nvSpPr>
          <p:cNvPr id="117" name="Pill 117"/>
          <p:cNvSpPr/>
          <p:nvPr/>
        </p:nvSpPr>
        <p:spPr>
          <a:xfrm>
            <a:off x="5470000" y="3930000"/>
            <a:ext cx="1200000" cy="400000"/>
          </a:xfrm>
          <a:prstGeom prst="roundRect">
            <a:avLst>
              <a:gd name="adj" fmla="val 50000"/>
            </a:avLst>
          </a:prstGeom>
          <a:solidFill>
            <a:srgbClr val="FDE0E6"/>
          </a:solidFill>
          <a:ln>
            <a:noFill/>
          </a:ln>
          <a:effectLst/>
        </p:spPr>
        <p:txBody>
          <a:bodyPr wrap="square" lIns="0" tIns="0" rIns="0" bIns="0" rtlCol="0" anchor="ctr"/>
          <a:lstStyle/>
          <a:p>
            <a:pPr marL="0" indent="0" algn="ctr">
              <a:lnSpc>
                <a:spcPct val="110000"/>
              </a:lnSpc>
              <a:buNone/>
            </a:pPr>
            <a:r>
              <a:rPr lang="ko-KR" sz="1300" b="1" dirty="0">
                <a:solidFill>
                  <a:srgbClr val="39405C"/>
                </a:solidFill>
                <a:latin typeface="Malgun Gothic" pitchFamily="34" charset="0"/>
                <a:ea typeface="Malgun Gothic" pitchFamily="34" charset="-122"/>
                <a:cs typeface="Malgun Gothic" pitchFamily="34" charset="-120"/>
              </a:rPr>
              <a:t>표현</a:t>
            </a:r>
          </a:p>
        </p:txBody>
      </p:sp>
      <p:sp>
        <p:nvSpPr>
          <p:cNvPr id="118" name="Text 118"/>
          <p:cNvSpPr txBox="1"/>
          <p:nvPr/>
        </p:nvSpPr>
        <p:spPr>
          <a:xfrm>
            <a:off x="6870000" y="3930000"/>
            <a:ext cx="520000" cy="400000"/>
          </a:xfrm>
          <a:prstGeom prst="rect">
            <a:avLst/>
          </a:prstGeom>
          <a:noFill/>
        </p:spPr>
        <p:txBody>
          <a:bodyPr wrap="square" lIns="0" tIns="0" rIns="0" bIns="0" rtlCol="0" anchor="ctr"/>
          <a:lstStyle/>
          <a:p>
            <a:pPr marL="0" indent="0" algn="ctr">
              <a:lnSpc>
                <a:spcPct val="115000"/>
              </a:lnSpc>
              <a:buNone/>
            </a:pPr>
            <a:r>
              <a:rPr lang="ko-KR" sz="1400" b="1" dirty="0">
                <a:solidFill>
                  <a:srgbClr val="8192FF"/>
                </a:solidFill>
                <a:latin typeface="Malgun Gothic" pitchFamily="34" charset="0"/>
                <a:ea typeface="Malgun Gothic" pitchFamily="34" charset="-122"/>
                <a:cs typeface="Malgun Gothic" pitchFamily="34" charset="-120"/>
              </a:rPr>
              <a:t>→</a:t>
            </a:r>
          </a:p>
        </p:txBody>
      </p:sp>
      <p:pic>
        <p:nvPicPr>
          <p:cNvPr id="119" name="Picture 119"/>
          <p:cNvPicPr>
            <a:picLocks noChangeAspect="1"/>
          </p:cNvPicPr>
          <p:nvPr/>
        </p:nvPicPr>
        <p:blipFill>
          <a:blip r:embed="rId6"/>
          <a:srcRect/>
          <a:stretch>
            <a:fillRect/>
          </a:stretch>
        </p:blipFill>
        <p:spPr>
          <a:xfrm>
            <a:off x="7645527" y="2790000"/>
            <a:ext cx="1088945" cy="950000"/>
          </a:xfrm>
          <a:prstGeom prst="rect">
            <a:avLst/>
          </a:prstGeom>
        </p:spPr>
      </p:pic>
      <p:sp>
        <p:nvSpPr>
          <p:cNvPr id="120" name="Pill 120"/>
          <p:cNvSpPr/>
          <p:nvPr/>
        </p:nvSpPr>
        <p:spPr>
          <a:xfrm>
            <a:off x="7590000" y="3930000"/>
            <a:ext cx="1200000" cy="400000"/>
          </a:xfrm>
          <a:prstGeom prst="roundRect">
            <a:avLst>
              <a:gd name="adj" fmla="val 50000"/>
            </a:avLst>
          </a:prstGeom>
          <a:solidFill>
            <a:srgbClr val="DCF2E4"/>
          </a:solidFill>
          <a:ln>
            <a:noFill/>
          </a:ln>
          <a:effectLst/>
        </p:spPr>
        <p:txBody>
          <a:bodyPr wrap="square" lIns="0" tIns="0" rIns="0" bIns="0" rtlCol="0" anchor="ctr"/>
          <a:lstStyle/>
          <a:p>
            <a:pPr marL="0" indent="0" algn="ctr">
              <a:lnSpc>
                <a:spcPct val="110000"/>
              </a:lnSpc>
              <a:buNone/>
            </a:pPr>
            <a:r>
              <a:rPr lang="ko-KR" sz="1300" b="1" dirty="0">
                <a:solidFill>
                  <a:srgbClr val="39405C"/>
                </a:solidFill>
                <a:latin typeface="Malgun Gothic" pitchFamily="34" charset="0"/>
                <a:ea typeface="Malgun Gothic" pitchFamily="34" charset="-122"/>
                <a:cs typeface="Malgun Gothic" pitchFamily="34" charset="-120"/>
              </a:rPr>
              <a:t>선택</a:t>
            </a:r>
          </a:p>
        </p:txBody>
      </p:sp>
      <p:sp>
        <p:nvSpPr>
          <p:cNvPr id="121" name="Text 121"/>
          <p:cNvSpPr txBox="1"/>
          <p:nvPr/>
        </p:nvSpPr>
        <p:spPr>
          <a:xfrm>
            <a:off x="8990000" y="3930000"/>
            <a:ext cx="520000" cy="400000"/>
          </a:xfrm>
          <a:prstGeom prst="rect">
            <a:avLst/>
          </a:prstGeom>
          <a:noFill/>
        </p:spPr>
        <p:txBody>
          <a:bodyPr wrap="square" lIns="0" tIns="0" rIns="0" bIns="0" rtlCol="0" anchor="ctr"/>
          <a:lstStyle/>
          <a:p>
            <a:pPr marL="0" indent="0" algn="ctr">
              <a:lnSpc>
                <a:spcPct val="115000"/>
              </a:lnSpc>
              <a:buNone/>
            </a:pPr>
            <a:r>
              <a:rPr lang="ko-KR" sz="1400" b="1" dirty="0">
                <a:solidFill>
                  <a:srgbClr val="8192FF"/>
                </a:solidFill>
                <a:latin typeface="Malgun Gothic" pitchFamily="34" charset="0"/>
                <a:ea typeface="Malgun Gothic" pitchFamily="34" charset="-122"/>
                <a:cs typeface="Malgun Gothic" pitchFamily="34" charset="-120"/>
              </a:rPr>
              <a:t>→</a:t>
            </a:r>
          </a:p>
        </p:txBody>
      </p:sp>
      <p:pic>
        <p:nvPicPr>
          <p:cNvPr id="122" name="Picture 122"/>
          <p:cNvPicPr>
            <a:picLocks noChangeAspect="1"/>
          </p:cNvPicPr>
          <p:nvPr/>
        </p:nvPicPr>
        <p:blipFill>
          <a:blip r:embed="rId7"/>
          <a:srcRect/>
          <a:stretch>
            <a:fillRect/>
          </a:stretch>
        </p:blipFill>
        <p:spPr>
          <a:xfrm>
            <a:off x="9724116" y="2790000"/>
            <a:ext cx="1171766" cy="950000"/>
          </a:xfrm>
          <a:prstGeom prst="rect">
            <a:avLst/>
          </a:prstGeom>
        </p:spPr>
      </p:pic>
      <p:sp>
        <p:nvSpPr>
          <p:cNvPr id="123" name="Pill 123"/>
          <p:cNvSpPr/>
          <p:nvPr/>
        </p:nvSpPr>
        <p:spPr>
          <a:xfrm>
            <a:off x="9710000" y="3930000"/>
            <a:ext cx="1200000" cy="400000"/>
          </a:xfrm>
          <a:prstGeom prst="roundRect">
            <a:avLst>
              <a:gd name="adj" fmla="val 50000"/>
            </a:avLst>
          </a:prstGeom>
          <a:solidFill>
            <a:srgbClr val="FFF1C2"/>
          </a:solidFill>
          <a:ln>
            <a:noFill/>
          </a:ln>
          <a:effectLst/>
        </p:spPr>
        <p:txBody>
          <a:bodyPr wrap="square" lIns="0" tIns="0" rIns="0" bIns="0" rtlCol="0" anchor="ctr"/>
          <a:lstStyle/>
          <a:p>
            <a:pPr marL="0" indent="0" algn="ctr">
              <a:lnSpc>
                <a:spcPct val="110000"/>
              </a:lnSpc>
              <a:buNone/>
            </a:pPr>
            <a:r>
              <a:rPr lang="ko-KR" sz="1300" b="1" dirty="0">
                <a:solidFill>
                  <a:srgbClr val="39405C"/>
                </a:solidFill>
                <a:latin typeface="Malgun Gothic" pitchFamily="34" charset="0"/>
                <a:ea typeface="Malgun Gothic" pitchFamily="34" charset="-122"/>
                <a:cs typeface="Malgun Gothic" pitchFamily="34" charset="-120"/>
              </a:rPr>
              <a:t>이야기</a:t>
            </a:r>
          </a:p>
        </p:txBody>
      </p:sp>
      <p:sp>
        <p:nvSpPr>
          <p:cNvPr id="124" name="Evidence 124"/>
          <p:cNvSpPr/>
          <p:nvPr/>
        </p:nvSpPr>
        <p:spPr>
          <a:xfrm>
            <a:off x="640080" y="4960000"/>
            <a:ext cx="10908792" cy="960000"/>
          </a:xfrm>
          <a:prstGeom prst="roundRect">
            <a:avLst>
              <a:gd name="adj" fmla="val 12000"/>
            </a:avLst>
          </a:prstGeom>
          <a:noFill/>
          <a:ln w="9525">
            <a:solidFill>
              <a:srgbClr val="C9D0FF"/>
            </a:solidFill>
            <a:prstDash val="dash"/>
          </a:ln>
          <a:effectLst/>
        </p:spPr>
        <p:txBody>
          <a:bodyPr wrap="square" lIns="0" tIns="0" rIns="0" bIns="0" rtlCol="0" anchor="ctr"/>
          <a:lstStyle/>
          <a:p>
            <a:endParaRPr lang="ko-KR"/>
          </a:p>
        </p:txBody>
      </p:sp>
      <p:sp>
        <p:nvSpPr>
          <p:cNvPr id="125" name="Pill 125"/>
          <p:cNvSpPr/>
          <p:nvPr/>
        </p:nvSpPr>
        <p:spPr>
          <a:xfrm>
            <a:off x="900080" y="5090000"/>
            <a:ext cx="700000" cy="280000"/>
          </a:xfrm>
          <a:prstGeom prst="roundRect">
            <a:avLst>
              <a:gd name="adj" fmla="val 50000"/>
            </a:avLst>
          </a:prstGeom>
          <a:solidFill>
            <a:srgbClr val="EDF0FE"/>
          </a:solidFill>
          <a:ln>
            <a:noFill/>
          </a:ln>
          <a:effectLst/>
        </p:spPr>
        <p:txBody>
          <a:bodyPr wrap="square" lIns="0" tIns="0" rIns="0" bIns="0" rtlCol="0" anchor="ctr"/>
          <a:lstStyle/>
          <a:p>
            <a:pPr marL="0" indent="0" algn="ctr">
              <a:lnSpc>
                <a:spcPct val="110000"/>
              </a:lnSpc>
              <a:buNone/>
            </a:pPr>
            <a:r>
              <a:rPr lang="ko-KR" sz="1000" b="1" dirty="0">
                <a:solidFill>
                  <a:srgbClr val="4C5CC4"/>
                </a:solidFill>
                <a:latin typeface="Malgun Gothic" pitchFamily="34" charset="0"/>
                <a:ea typeface="Malgun Gothic" pitchFamily="34" charset="-122"/>
                <a:cs typeface="Malgun Gothic" pitchFamily="34" charset="-120"/>
              </a:rPr>
              <a:t>근거</a:t>
            </a:r>
          </a:p>
        </p:txBody>
      </p:sp>
      <p:sp>
        <p:nvSpPr>
          <p:cNvPr id="126" name="Text 126"/>
          <p:cNvSpPr txBox="1"/>
          <p:nvPr/>
        </p:nvSpPr>
        <p:spPr>
          <a:xfrm>
            <a:off x="1740080" y="5050000"/>
            <a:ext cx="9508792" cy="820000"/>
          </a:xfrm>
          <a:prstGeom prst="rect">
            <a:avLst/>
          </a:prstGeom>
          <a:noFill/>
        </p:spPr>
        <p:txBody>
          <a:bodyPr wrap="square" lIns="0" tIns="0" rIns="0" bIns="0" rtlCol="0" anchor="t"/>
          <a:lstStyle/>
          <a:p>
            <a:pPr marL="0" indent="0" algn="l">
              <a:lnSpc>
                <a:spcPct val="125000"/>
              </a:lnSpc>
              <a:buNone/>
            </a:pPr>
            <a:r>
              <a:rPr lang="ko-KR" sz="1050" dirty="0">
                <a:solidFill>
                  <a:srgbClr val="4A5170"/>
                </a:solidFill>
                <a:latin typeface="Malgun Gothic" pitchFamily="34" charset="0"/>
                <a:ea typeface="Malgun Gothic" pitchFamily="34" charset="-122"/>
                <a:cs typeface="Malgun Gothic" pitchFamily="34" charset="-120"/>
              </a:rPr>
              <a:t>Narrative Drawing 연구(2025)에서는 그림을 그리고 그 그림으로 이야기를 지어 보는 활동이 초기 문해로 이어질 가능성을 보고했고, UDL 3.0(2024)도 글 외의 여러 표현 방법을 열어 두라고 권합니다.</a:t>
            </a:r>
          </a:p>
          <a:p>
            <a:pPr marL="0" indent="0" algn="l">
              <a:lnSpc>
                <a:spcPct val="125000"/>
              </a:lnSpc>
              <a:buNone/>
            </a:pPr>
            <a:r>
              <a:rPr lang="ko-KR" sz="1050" b="1" dirty="0">
                <a:solidFill>
                  <a:srgbClr val="4C5CC4"/>
                </a:solidFill>
                <a:latin typeface="Malgun Gothic" pitchFamily="34" charset="0"/>
                <a:ea typeface="Malgun Gothic" pitchFamily="34" charset="-122"/>
                <a:cs typeface="Malgun Gothic" pitchFamily="34" charset="-120"/>
              </a:rPr>
              <a:t>→ 효과가 있다고 단정하지는 않고, 서비스 방식을 고를 때 참고했습니다.</a:t>
            </a:r>
          </a:p>
        </p:txBody>
      </p:sp>
      <p:sp>
        <p:nvSpPr>
          <p:cNvPr id="127" name="Text 127"/>
          <p:cNvSpPr txBox="1"/>
          <p:nvPr/>
        </p:nvSpPr>
        <p:spPr>
          <a:xfrm>
            <a:off x="640080" y="6080760"/>
            <a:ext cx="10424160" cy="274320"/>
          </a:xfrm>
          <a:prstGeom prst="rect">
            <a:avLst/>
          </a:prstGeom>
          <a:noFill/>
        </p:spPr>
        <p:txBody>
          <a:bodyPr wrap="square" lIns="0" tIns="0" rIns="0" bIns="0" rtlCol="0" anchor="t"/>
          <a:lstStyle/>
          <a:p>
            <a:pPr marL="0" indent="0" algn="l">
              <a:lnSpc>
                <a:spcPct val="115000"/>
              </a:lnSpc>
              <a:buNone/>
            </a:pPr>
            <a:r>
              <a:rPr lang="ko-KR" sz="800" dirty="0">
                <a:solidFill>
                  <a:srgbClr val="8A91AA"/>
                </a:solidFill>
                <a:latin typeface="Malgun Gothic" pitchFamily="34" charset="0"/>
                <a:ea typeface="Malgun Gothic" pitchFamily="34" charset="-122"/>
                <a:cs typeface="Malgun Gothic" pitchFamily="34" charset="-120"/>
              </a:rPr>
              <a:t>출처: [4] Pitri &amp; Michaelidou (2025), Frontiers in Education  [5] CAST UDL 3.0 (2024) — 글 외의 여러 표현 방법을 열어 두라는 권고</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marL="0" indent="0" algn="r">
              <a:buNone/>
            </a:pPr>
            <a:r>
              <a:rPr lang="en-US" sz="1000" dirty="0">
                <a:solidFill>
                  <a:srgbClr val="8A91AA"/>
                </a:solidFill>
                <a:latin typeface="Malgun Gothic" pitchFamily="34" charset="0"/>
                <a:ea typeface="Malgun Gothic" pitchFamily="34" charset="-122"/>
                <a:cs typeface="Malgun Gothic" pitchFamily="34" charset="-120"/>
              </a:rPr>
              <a:t>6</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marL="0" indent="0">
              <a:buNone/>
            </a:pPr>
            <a:r>
              <a:rPr lang="en-US" sz="1300" b="1" dirty="0">
                <a:solidFill>
                  <a:srgbClr val="4C5CC4"/>
                </a:solidFill>
                <a:latin typeface="Malgun Gothic" pitchFamily="34" charset="0"/>
                <a:ea typeface="Malgun Gothic" pitchFamily="34" charset="-122"/>
                <a:cs typeface="Malgun Gothic" pitchFamily="34" charset="-120"/>
              </a:rPr>
              <a:t>PART A · 배경조사 ④ 기술</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marL="0" indent="0">
              <a:buNone/>
            </a:pPr>
            <a:r>
              <a:rPr lang="en-US" sz="3000" b="1" dirty="0">
                <a:solidFill>
                  <a:srgbClr val="39405C"/>
                </a:solidFill>
                <a:latin typeface="Malgun Gothic" pitchFamily="34" charset="0"/>
                <a:ea typeface="Malgun Gothic" pitchFamily="34" charset="-122"/>
                <a:cs typeface="Malgun Gothic" pitchFamily="34" charset="-120"/>
              </a:rPr>
              <a:t>아이의 그림을 실제로 움직일 수 있을까?</a:t>
            </a:r>
            <a:endParaRPr lang="en-US" sz="3000" dirty="0"/>
          </a:p>
        </p:txBody>
      </p:sp>
      <p:sp>
        <p:nvSpPr>
          <p:cNvPr id="22" name="Shape 16"/>
          <p:cNvSpPr/>
          <p:nvPr/>
        </p:nvSpPr>
        <p:spPr>
          <a:xfrm>
            <a:off x="7964424" y="1673352"/>
            <a:ext cx="3587191" cy="2057400"/>
          </a:xfrm>
          <a:prstGeom prst="roundRect">
            <a:avLst>
              <a:gd name="adj" fmla="val 9778"/>
            </a:avLst>
          </a:prstGeom>
          <a:solidFill>
            <a:srgbClr val="FDFEFF"/>
          </a:solidFill>
          <a:ln w="9525">
            <a:solidFill>
              <a:srgbClr val="D9DDF0"/>
            </a:solidFill>
          </a:ln>
          <a:effectLst>
            <a:outerShdw blurRad="228600" dist="25400" dir="5400000" algn="t" rotWithShape="0">
              <a:srgbClr val="3A4270">
                <a:alpha val="11000"/>
              </a:srgbClr>
            </a:outerShdw>
          </a:effectLst>
        </p:spPr>
        <p:txBody>
          <a:bodyPr/>
          <a:lstStyle/>
          <a:p>
            <a:endParaRPr/>
          </a:p>
        </p:txBody>
      </p:sp>
      <p:sp>
        <p:nvSpPr>
          <p:cNvPr id="23" name="Text 17"/>
          <p:cNvSpPr txBox="1"/>
          <p:nvPr/>
        </p:nvSpPr>
        <p:spPr>
          <a:xfrm>
            <a:off x="8284464" y="1874520"/>
            <a:ext cx="2947111" cy="731520"/>
          </a:xfrm>
          <a:prstGeom prst="rect">
            <a:avLst/>
          </a:prstGeom>
          <a:noFill/>
          <a:ln/>
        </p:spPr>
        <p:txBody>
          <a:bodyPr wrap="square" lIns="0" tIns="0" rIns="0" bIns="0" rtlCol="0" anchor="t"/>
          <a:lstStyle/>
          <a:p>
            <a:pPr marL="0" indent="0" algn="l">
              <a:lnSpc>
                <a:spcPct val="115000"/>
              </a:lnSpc>
              <a:buNone/>
            </a:pPr>
            <a:r>
              <a:rPr lang="en-US" sz="3600" b="1" dirty="0">
                <a:solidFill>
                  <a:srgbClr val="4C5CC4"/>
                </a:solidFill>
                <a:latin typeface="Malgun Gothic" pitchFamily="34" charset="0"/>
                <a:ea typeface="Malgun Gothic" pitchFamily="34" charset="-122"/>
                <a:cs typeface="Malgun Gothic" pitchFamily="34" charset="-120"/>
              </a:rPr>
              <a:t>178,166장</a:t>
            </a:r>
            <a:endParaRPr lang="en-US" sz="3600" dirty="0"/>
          </a:p>
        </p:txBody>
      </p:sp>
      <p:sp>
        <p:nvSpPr>
          <p:cNvPr id="24" name="Text 18"/>
          <p:cNvSpPr txBox="1"/>
          <p:nvPr/>
        </p:nvSpPr>
        <p:spPr>
          <a:xfrm>
            <a:off x="8284464" y="2606040"/>
            <a:ext cx="2947111" cy="1005840"/>
          </a:xfrm>
          <a:prstGeom prst="rect">
            <a:avLst/>
          </a:prstGeom>
          <a:noFill/>
          <a:ln/>
        </p:spPr>
        <p:txBody>
          <a:bodyPr wrap="square" lIns="0" tIns="0" rIns="0" bIns="0" rtlCol="0" anchor="t"/>
          <a:lstStyle/>
          <a:p>
            <a:pPr marL="0" indent="0" algn="l">
              <a:lnSpc>
                <a:spcPct val="130000"/>
              </a:lnSpc>
              <a:buNone/>
            </a:pPr>
            <a:r>
              <a:rPr lang="en-US" sz="1300" dirty="0">
                <a:solidFill>
                  <a:srgbClr val="5A6282"/>
                </a:solidFill>
                <a:latin typeface="Malgun Gothic" pitchFamily="34" charset="0"/>
                <a:ea typeface="Malgun Gothic" pitchFamily="34" charset="-122"/>
                <a:cs typeface="Malgun Gothic" pitchFamily="34" charset="-120"/>
              </a:rPr>
              <a:t>Meta Amateur Drawings Dataset</a:t>
            </a:r>
            <a:endParaRPr lang="en-US" sz="1300" dirty="0"/>
          </a:p>
          <a:p>
            <a:pPr marL="0" indent="0" algn="l">
              <a:lnSpc>
                <a:spcPct val="130000"/>
              </a:lnSpc>
              <a:buNone/>
            </a:pPr>
            <a:r>
              <a:rPr lang="en-US" sz="1300" dirty="0">
                <a:solidFill>
                  <a:srgbClr val="5A6282"/>
                </a:solidFill>
                <a:latin typeface="Malgun Gothic" pitchFamily="34" charset="0"/>
                <a:ea typeface="Malgun Gothic" pitchFamily="34" charset="-122"/>
                <a:cs typeface="Malgun Gothic" pitchFamily="34" charset="-120"/>
              </a:rPr>
              <a:t>캐릭터 상자 · 영역 마스크 · 관절 표시 포함, MIT 오픈소스 [6][7]</a:t>
            </a:r>
            <a:endParaRPr lang="en-US" sz="1300" dirty="0"/>
          </a:p>
        </p:txBody>
      </p:sp>
      <p:sp>
        <p:nvSpPr>
          <p:cNvPr id="25" name="Shape 19"/>
          <p:cNvSpPr/>
          <p:nvPr/>
        </p:nvSpPr>
        <p:spPr>
          <a:xfrm>
            <a:off x="7964424" y="3913632"/>
            <a:ext cx="3587191" cy="1847088"/>
          </a:xfrm>
          <a:prstGeom prst="roundRect">
            <a:avLst>
              <a:gd name="adj" fmla="val 10891"/>
            </a:avLst>
          </a:prstGeom>
          <a:solidFill>
            <a:srgbClr val="EDF0FE"/>
          </a:solidFill>
          <a:ln/>
        </p:spPr>
        <p:txBody>
          <a:bodyPr/>
          <a:lstStyle/>
          <a:p>
            <a:endParaRPr/>
          </a:p>
        </p:txBody>
      </p:sp>
      <p:sp>
        <p:nvSpPr>
          <p:cNvPr id="26" name="Text 20"/>
          <p:cNvSpPr txBox="1"/>
          <p:nvPr/>
        </p:nvSpPr>
        <p:spPr>
          <a:xfrm>
            <a:off x="8284464" y="4069080"/>
            <a:ext cx="2947111" cy="320040"/>
          </a:xfrm>
          <a:prstGeom prst="rect">
            <a:avLst/>
          </a:prstGeom>
          <a:noFill/>
          <a:ln/>
        </p:spPr>
        <p:txBody>
          <a:bodyPr wrap="square" lIns="0" tIns="0" rIns="0" bIns="0" rtlCol="0" anchor="t"/>
          <a:lstStyle/>
          <a:p>
            <a:pPr marL="0" indent="0" algn="l">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그래서 우리는</a:t>
            </a:r>
            <a:endParaRPr lang="en-US" sz="1200" dirty="0"/>
          </a:p>
        </p:txBody>
      </p:sp>
      <p:sp>
        <p:nvSpPr>
          <p:cNvPr id="27" name="Text 21"/>
          <p:cNvSpPr txBox="1"/>
          <p:nvPr/>
        </p:nvSpPr>
        <p:spPr>
          <a:xfrm>
            <a:off x="8284464" y="4434840"/>
            <a:ext cx="2947111" cy="1234440"/>
          </a:xfrm>
          <a:prstGeom prst="rect">
            <a:avLst/>
          </a:prstGeom>
          <a:noFill/>
          <a:ln/>
        </p:spPr>
        <p:txBody>
          <a:bodyPr wrap="square" lIns="0" tIns="0" rIns="0" bIns="0" rtlCol="0" anchor="t"/>
          <a:lstStyle/>
          <a:p>
            <a:pPr marL="0" indent="0" algn="l">
              <a:lnSpc>
                <a:spcPct val="135000"/>
              </a:lnSpc>
              <a:buNone/>
            </a:pPr>
            <a:r>
              <a:rPr lang="en-US" sz="1600" b="1" dirty="0">
                <a:solidFill>
                  <a:srgbClr val="39405C"/>
                </a:solidFill>
                <a:latin typeface="Malgun Gothic" pitchFamily="34" charset="0"/>
                <a:ea typeface="Malgun Gothic" pitchFamily="34" charset="-122"/>
                <a:cs typeface="Malgun Gothic" pitchFamily="34" charset="-120"/>
              </a:rPr>
              <a:t>이 기술이면 아이 그림을</a:t>
            </a:r>
            <a:endParaRPr lang="en-US" sz="1600" dirty="0"/>
          </a:p>
          <a:p>
            <a:pPr marL="0" indent="0" algn="l">
              <a:lnSpc>
                <a:spcPct val="135000"/>
              </a:lnSpc>
              <a:buNone/>
            </a:pPr>
            <a:r>
              <a:rPr lang="en-US" sz="1600" b="1" dirty="0">
                <a:solidFill>
                  <a:srgbClr val="39405C"/>
                </a:solidFill>
                <a:latin typeface="Malgun Gothic" pitchFamily="34" charset="0"/>
                <a:ea typeface="Malgun Gothic" pitchFamily="34" charset="-122"/>
                <a:cs typeface="Malgun Gothic" pitchFamily="34" charset="-120"/>
              </a:rPr>
              <a:t>이야기 속 주인공으로</a:t>
            </a:r>
            <a:endParaRPr lang="en-US" sz="1600" dirty="0"/>
          </a:p>
          <a:p>
            <a:pPr marL="0" indent="0" algn="l">
              <a:lnSpc>
                <a:spcPct val="135000"/>
              </a:lnSpc>
              <a:buNone/>
            </a:pPr>
            <a:r>
              <a:rPr lang="en-US" sz="1600" b="1" dirty="0">
                <a:solidFill>
                  <a:srgbClr val="39405C"/>
                </a:solidFill>
                <a:latin typeface="Malgun Gothic" pitchFamily="34" charset="0"/>
                <a:ea typeface="Malgun Gothic" pitchFamily="34" charset="-122"/>
                <a:cs typeface="Malgun Gothic" pitchFamily="34" charset="-120"/>
              </a:rPr>
              <a:t>움직일 수 있겠다고 봤습니다.</a:t>
            </a:r>
            <a:endParaRPr lang="en-US" sz="1600" dirty="0"/>
          </a:p>
        </p:txBody>
      </p:sp>
      <p:sp>
        <p:nvSpPr>
          <p:cNvPr id="28" name="Text 22"/>
          <p:cNvSpPr txBox="1"/>
          <p:nvPr/>
        </p:nvSpPr>
        <p:spPr>
          <a:xfrm>
            <a:off x="640080" y="6291072"/>
            <a:ext cx="10180015" cy="365760"/>
          </a:xfrm>
          <a:prstGeom prst="rect">
            <a:avLst/>
          </a:prstGeom>
          <a:noFill/>
          <a:ln/>
        </p:spPr>
        <p:txBody>
          <a:bodyPr wrap="square" lIns="0" tIns="0" rIns="0" bIns="0" rtlCol="0" anchor="b"/>
          <a:lstStyle/>
          <a:p>
            <a:pPr marL="0" indent="0" algn="l">
              <a:lnSpc>
                <a:spcPct val="105000"/>
              </a:lnSpc>
              <a:buNone/>
            </a:pPr>
            <a:r>
              <a:rPr lang="en-US" sz="900" dirty="0">
                <a:solidFill>
                  <a:srgbClr val="8A91AA"/>
                </a:solidFill>
                <a:latin typeface="Malgun Gothic" pitchFamily="34" charset="0"/>
                <a:ea typeface="Malgun Gothic" pitchFamily="34" charset="-122"/>
                <a:cs typeface="Malgun Gothic" pitchFamily="34" charset="-120"/>
              </a:rPr>
              <a:t>출처: [6] Smith, H. J. et al. (2023). A Method for Animating Children's Drawings of the Human Figure. ACM Transactions on Graphics 42(3).  [7] Meta AI (2023.4.13). Animated Drawings 오픈소스 공개.  그림: 저장소 예제 char1 (MIT)</a:t>
            </a:r>
            <a:endParaRPr lang="en-US" sz="900" dirty="0"/>
          </a:p>
        </p:txBody>
      </p:sp>
      <p:sp>
        <p:nvSpPr>
          <p:cNvPr id="29" name="TextBox 28"/>
          <p:cNvSpPr txBox="1"/>
          <p:nvPr/>
        </p:nvSpPr>
        <p:spPr>
          <a:xfrm>
            <a:off x="640080" y="4882821"/>
            <a:ext cx="7132320" cy="567078"/>
          </a:xfrm>
          <a:prstGeom prst="rect">
            <a:avLst/>
          </a:prstGeom>
          <a:solidFill>
            <a:srgbClr val="EDF0FE"/>
          </a:solidFill>
        </p:spPr>
        <p:txBody>
          <a:bodyPr wrap="square" lIns="0" tIns="0" rIns="0" bIns="0" anchor="ctr">
            <a:spAutoFit/>
          </a:bodyPr>
          <a:lstStyle/>
          <a:p>
            <a:pPr algn="l">
              <a:lnSpc>
                <a:spcPct val="130000"/>
              </a:lnSpc>
            </a:pPr>
            <a:r>
              <a:rPr sz="1500" b="0" dirty="0" err="1">
                <a:solidFill>
                  <a:srgbClr val="39405C"/>
                </a:solidFill>
                <a:latin typeface="Malgun Gothic"/>
                <a:ea typeface="Malgun Gothic"/>
                <a:cs typeface="Malgun Gothic"/>
              </a:rPr>
              <a:t>아이</a:t>
            </a:r>
            <a:r>
              <a:rPr sz="1500" b="0" dirty="0">
                <a:solidFill>
                  <a:srgbClr val="39405C"/>
                </a:solidFill>
                <a:latin typeface="Malgun Gothic"/>
                <a:ea typeface="Malgun Gothic"/>
                <a:cs typeface="Malgun Gothic"/>
              </a:rPr>
              <a:t> · </a:t>
            </a:r>
            <a:r>
              <a:rPr sz="1500" b="0" dirty="0" err="1">
                <a:solidFill>
                  <a:srgbClr val="39405C"/>
                </a:solidFill>
                <a:latin typeface="Malgun Gothic"/>
                <a:ea typeface="Malgun Gothic"/>
                <a:cs typeface="Malgun Gothic"/>
              </a:rPr>
              <a:t>아마추어가</a:t>
            </a:r>
            <a:r>
              <a:rPr sz="1500" b="0" dirty="0">
                <a:solidFill>
                  <a:srgbClr val="39405C"/>
                </a:solidFill>
                <a:latin typeface="Malgun Gothic"/>
                <a:ea typeface="Malgun Gothic"/>
                <a:cs typeface="Malgun Gothic"/>
              </a:rPr>
              <a:t> </a:t>
            </a:r>
            <a:r>
              <a:rPr sz="1500" b="0" dirty="0" err="1">
                <a:solidFill>
                  <a:srgbClr val="39405C"/>
                </a:solidFill>
                <a:latin typeface="Malgun Gothic"/>
                <a:ea typeface="Malgun Gothic"/>
                <a:cs typeface="Malgun Gothic"/>
              </a:rPr>
              <a:t>그린</a:t>
            </a:r>
            <a:r>
              <a:rPr sz="1500" b="0" dirty="0">
                <a:solidFill>
                  <a:srgbClr val="39405C"/>
                </a:solidFill>
                <a:latin typeface="Malgun Gothic"/>
                <a:ea typeface="Malgun Gothic"/>
                <a:cs typeface="Malgun Gothic"/>
              </a:rPr>
              <a:t> </a:t>
            </a:r>
            <a:r>
              <a:rPr sz="1500" b="0" dirty="0" err="1">
                <a:solidFill>
                  <a:srgbClr val="39405C"/>
                </a:solidFill>
                <a:latin typeface="Malgun Gothic"/>
                <a:ea typeface="Malgun Gothic"/>
                <a:cs typeface="Malgun Gothic"/>
              </a:rPr>
              <a:t>사람</a:t>
            </a:r>
            <a:r>
              <a:rPr sz="1500" b="0" dirty="0">
                <a:solidFill>
                  <a:srgbClr val="39405C"/>
                </a:solidFill>
                <a:latin typeface="Malgun Gothic"/>
                <a:ea typeface="Malgun Gothic"/>
                <a:cs typeface="Malgun Gothic"/>
              </a:rPr>
              <a:t> </a:t>
            </a:r>
            <a:r>
              <a:rPr sz="1500" b="0" dirty="0" err="1">
                <a:solidFill>
                  <a:srgbClr val="39405C"/>
                </a:solidFill>
                <a:latin typeface="Malgun Gothic"/>
                <a:ea typeface="Malgun Gothic"/>
                <a:cs typeface="Malgun Gothic"/>
              </a:rPr>
              <a:t>그림을</a:t>
            </a:r>
            <a:r>
              <a:rPr sz="1500" b="0" dirty="0">
                <a:solidFill>
                  <a:srgbClr val="39405C"/>
                </a:solidFill>
                <a:latin typeface="Malgun Gothic"/>
                <a:ea typeface="Malgun Gothic"/>
                <a:cs typeface="Malgun Gothic"/>
              </a:rPr>
              <a:t> </a:t>
            </a:r>
            <a:r>
              <a:rPr sz="1500" b="1" dirty="0" err="1">
                <a:solidFill>
                  <a:srgbClr val="4C5CC4"/>
                </a:solidFill>
                <a:latin typeface="Malgun Gothic"/>
                <a:ea typeface="Malgun Gothic"/>
                <a:cs typeface="Malgun Gothic"/>
              </a:rPr>
              <a:t>찾고</a:t>
            </a:r>
            <a:r>
              <a:rPr sz="1500" b="1" dirty="0">
                <a:solidFill>
                  <a:srgbClr val="4C5CC4"/>
                </a:solidFill>
                <a:latin typeface="Malgun Gothic"/>
                <a:ea typeface="Malgun Gothic"/>
                <a:cs typeface="Malgun Gothic"/>
              </a:rPr>
              <a:t> → </a:t>
            </a:r>
            <a:r>
              <a:rPr sz="1500" b="1" dirty="0" err="1">
                <a:solidFill>
                  <a:srgbClr val="4C5CC4"/>
                </a:solidFill>
                <a:latin typeface="Malgun Gothic"/>
                <a:ea typeface="Malgun Gothic"/>
                <a:cs typeface="Malgun Gothic"/>
              </a:rPr>
              <a:t>떼어</a:t>
            </a:r>
            <a:r>
              <a:rPr sz="1500" b="1" dirty="0">
                <a:solidFill>
                  <a:srgbClr val="4C5CC4"/>
                </a:solidFill>
                <a:latin typeface="Malgun Gothic"/>
                <a:ea typeface="Malgun Gothic"/>
                <a:cs typeface="Malgun Gothic"/>
              </a:rPr>
              <a:t> </a:t>
            </a:r>
            <a:r>
              <a:rPr sz="1500" b="1" dirty="0" err="1">
                <a:solidFill>
                  <a:srgbClr val="4C5CC4"/>
                </a:solidFill>
                <a:latin typeface="Malgun Gothic"/>
                <a:ea typeface="Malgun Gothic"/>
                <a:cs typeface="Malgun Gothic"/>
              </a:rPr>
              <a:t>내고</a:t>
            </a:r>
            <a:r>
              <a:rPr sz="1500" b="1" dirty="0">
                <a:solidFill>
                  <a:srgbClr val="4C5CC4"/>
                </a:solidFill>
                <a:latin typeface="Malgun Gothic"/>
                <a:ea typeface="Malgun Gothic"/>
                <a:cs typeface="Malgun Gothic"/>
              </a:rPr>
              <a:t> → </a:t>
            </a:r>
            <a:r>
              <a:rPr sz="1500" b="1" dirty="0" err="1">
                <a:solidFill>
                  <a:srgbClr val="4C5CC4"/>
                </a:solidFill>
                <a:latin typeface="Malgun Gothic"/>
                <a:ea typeface="Malgun Gothic"/>
                <a:cs typeface="Malgun Gothic"/>
              </a:rPr>
              <a:t>관절을</a:t>
            </a:r>
            <a:r>
              <a:rPr sz="1500" b="1" dirty="0">
                <a:solidFill>
                  <a:srgbClr val="4C5CC4"/>
                </a:solidFill>
                <a:latin typeface="Malgun Gothic"/>
                <a:ea typeface="Malgun Gothic"/>
                <a:cs typeface="Malgun Gothic"/>
              </a:rPr>
              <a:t> </a:t>
            </a:r>
            <a:r>
              <a:rPr sz="1500" b="1" dirty="0" err="1">
                <a:solidFill>
                  <a:srgbClr val="4C5CC4"/>
                </a:solidFill>
                <a:latin typeface="Malgun Gothic"/>
                <a:ea typeface="Malgun Gothic"/>
                <a:cs typeface="Malgun Gothic"/>
              </a:rPr>
              <a:t>찾아</a:t>
            </a:r>
            <a:r>
              <a:rPr sz="1500" b="0" dirty="0">
                <a:solidFill>
                  <a:srgbClr val="39405C"/>
                </a:solidFill>
                <a:latin typeface="Malgun Gothic"/>
                <a:ea typeface="Malgun Gothic"/>
                <a:cs typeface="Malgun Gothic"/>
              </a:rPr>
              <a:t> </a:t>
            </a:r>
            <a:r>
              <a:rPr sz="1500" b="0" dirty="0" err="1">
                <a:solidFill>
                  <a:srgbClr val="39405C"/>
                </a:solidFill>
                <a:latin typeface="Malgun Gothic"/>
                <a:ea typeface="Malgun Gothic"/>
                <a:cs typeface="Malgun Gothic"/>
              </a:rPr>
              <a:t>움직이는</a:t>
            </a:r>
            <a:r>
              <a:rPr sz="1500" b="0" dirty="0">
                <a:solidFill>
                  <a:srgbClr val="39405C"/>
                </a:solidFill>
                <a:latin typeface="Malgun Gothic"/>
                <a:ea typeface="Malgun Gothic"/>
                <a:cs typeface="Malgun Gothic"/>
              </a:rPr>
              <a:t> </a:t>
            </a:r>
            <a:r>
              <a:rPr sz="1500" b="0" dirty="0" err="1">
                <a:solidFill>
                  <a:srgbClr val="39405C"/>
                </a:solidFill>
                <a:latin typeface="Malgun Gothic"/>
                <a:ea typeface="Malgun Gothic"/>
                <a:cs typeface="Malgun Gothic"/>
              </a:rPr>
              <a:t>기술이</a:t>
            </a:r>
            <a:r>
              <a:rPr sz="1500" b="0" dirty="0">
                <a:solidFill>
                  <a:srgbClr val="39405C"/>
                </a:solidFill>
                <a:latin typeface="Malgun Gothic"/>
                <a:ea typeface="Malgun Gothic"/>
                <a:cs typeface="Malgun Gothic"/>
              </a:rPr>
              <a:t> </a:t>
            </a:r>
            <a:r>
              <a:rPr sz="1500" b="0" dirty="0" err="1">
                <a:solidFill>
                  <a:srgbClr val="39405C"/>
                </a:solidFill>
                <a:latin typeface="Malgun Gothic"/>
                <a:ea typeface="Malgun Gothic"/>
                <a:cs typeface="Malgun Gothic"/>
              </a:rPr>
              <a:t>이미</a:t>
            </a:r>
            <a:r>
              <a:rPr sz="1500" b="0" dirty="0">
                <a:solidFill>
                  <a:srgbClr val="39405C"/>
                </a:solidFill>
                <a:latin typeface="Malgun Gothic"/>
                <a:ea typeface="Malgun Gothic"/>
                <a:cs typeface="Malgun Gothic"/>
              </a:rPr>
              <a:t> </a:t>
            </a:r>
            <a:r>
              <a:rPr sz="1500" b="0" dirty="0" err="1">
                <a:solidFill>
                  <a:srgbClr val="39405C"/>
                </a:solidFill>
                <a:latin typeface="Malgun Gothic"/>
                <a:ea typeface="Malgun Gothic"/>
                <a:cs typeface="Malgun Gothic"/>
              </a:rPr>
              <a:t>공개되어</a:t>
            </a:r>
            <a:r>
              <a:rPr sz="1500" b="0" dirty="0">
                <a:solidFill>
                  <a:srgbClr val="39405C"/>
                </a:solidFill>
                <a:latin typeface="Malgun Gothic"/>
                <a:ea typeface="Malgun Gothic"/>
                <a:cs typeface="Malgun Gothic"/>
              </a:rPr>
              <a:t> </a:t>
            </a:r>
            <a:r>
              <a:rPr sz="1500" b="0" dirty="0" err="1">
                <a:solidFill>
                  <a:srgbClr val="39405C"/>
                </a:solidFill>
                <a:latin typeface="Malgun Gothic"/>
                <a:ea typeface="Malgun Gothic"/>
                <a:cs typeface="Malgun Gothic"/>
              </a:rPr>
              <a:t>있습니다</a:t>
            </a:r>
            <a:r>
              <a:rPr sz="1500" b="0" dirty="0">
                <a:solidFill>
                  <a:srgbClr val="39405C"/>
                </a:solidFill>
                <a:latin typeface="Malgun Gothic"/>
                <a:ea typeface="Malgun Gothic"/>
                <a:cs typeface="Malgun Gothic"/>
              </a:rPr>
              <a:t>.</a:t>
            </a:r>
          </a:p>
        </p:txBody>
      </p:sp>
      <p:pic>
        <p:nvPicPr>
          <p:cNvPr id="31" name="그림 30">
            <a:extLst>
              <a:ext uri="{FF2B5EF4-FFF2-40B4-BE49-F238E27FC236}">
                <a16:creationId xmlns:a16="http://schemas.microsoft.com/office/drawing/2014/main" id="{29581D22-7DEF-1FA1-FC90-B3BB4422A247}"/>
              </a:ext>
            </a:extLst>
          </p:cNvPr>
          <p:cNvPicPr>
            <a:picLocks noChangeAspect="1"/>
          </p:cNvPicPr>
          <p:nvPr/>
        </p:nvPicPr>
        <p:blipFill>
          <a:blip r:embed="rId4"/>
          <a:stretch>
            <a:fillRect/>
          </a:stretch>
        </p:blipFill>
        <p:spPr>
          <a:xfrm>
            <a:off x="192024" y="1670304"/>
            <a:ext cx="7676388" cy="25587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Page 101"/>
          <p:cNvSpPr txBox="1"/>
          <p:nvPr/>
        </p:nvSpPr>
        <p:spPr>
          <a:xfrm>
            <a:off x="11185855" y="6355080"/>
            <a:ext cx="457200" cy="274320"/>
          </a:xfrm>
          <a:prstGeom prst="rect">
            <a:avLst/>
          </a:prstGeom>
          <a:noFill/>
        </p:spPr>
        <p:txBody>
          <a:bodyPr wrap="square" lIns="0" tIns="0" rIns="0" bIns="0" rtlCol="0" anchor="ctr"/>
          <a:lstStyle/>
          <a:p>
            <a:pPr marL="0" indent="0" algn="r">
              <a:lnSpc>
                <a:spcPct val="115000"/>
              </a:lnSpc>
              <a:buNone/>
            </a:pPr>
            <a:r>
              <a:rPr lang="ko-KR" sz="1000" dirty="0">
                <a:solidFill>
                  <a:srgbClr val="8A91AA"/>
                </a:solidFill>
                <a:latin typeface="Malgun Gothic" pitchFamily="34" charset="0"/>
                <a:ea typeface="Malgun Gothic" pitchFamily="34" charset="-122"/>
                <a:cs typeface="Malgun Gothic" pitchFamily="34" charset="-120"/>
              </a:rPr>
              <a:t>7</a:t>
            </a:r>
          </a:p>
        </p:txBody>
      </p:sp>
      <p:sp>
        <p:nvSpPr>
          <p:cNvPr id="102" name="Label 102"/>
          <p:cNvSpPr txBox="1"/>
          <p:nvPr/>
        </p:nvSpPr>
        <p:spPr>
          <a:xfrm>
            <a:off x="640080" y="457200"/>
            <a:ext cx="10911535" cy="320040"/>
          </a:xfrm>
          <a:prstGeom prst="rect">
            <a:avLst/>
          </a:prstGeom>
          <a:noFill/>
        </p:spPr>
        <p:txBody>
          <a:bodyPr wrap="square" lIns="0" tIns="0" rIns="0" bIns="0" rtlCol="0" anchor="ctr"/>
          <a:lstStyle/>
          <a:p>
            <a:pPr marL="0" indent="0" algn="l">
              <a:lnSpc>
                <a:spcPct val="115000"/>
              </a:lnSpc>
              <a:buNone/>
            </a:pPr>
            <a:r>
              <a:rPr lang="ko-KR" sz="1300" b="1" dirty="0">
                <a:solidFill>
                  <a:srgbClr val="4C5CC4"/>
                </a:solidFill>
                <a:latin typeface="Malgun Gothic" pitchFamily="34" charset="0"/>
                <a:ea typeface="Malgun Gothic" pitchFamily="34" charset="-122"/>
                <a:cs typeface="Malgun Gothic" pitchFamily="34" charset="-120"/>
              </a:rPr>
              <a:t>PART A · 배경조사 ⑤ 기존 서비스와 DrawTale</a:t>
            </a:r>
          </a:p>
        </p:txBody>
      </p:sp>
      <p:sp>
        <p:nvSpPr>
          <p:cNvPr id="103" name="Title 103"/>
          <p:cNvSpPr txBox="1"/>
          <p:nvPr/>
        </p:nvSpPr>
        <p:spPr>
          <a:xfrm>
            <a:off x="640080" y="804672"/>
            <a:ext cx="10911535" cy="731520"/>
          </a:xfrm>
          <a:prstGeom prst="rect">
            <a:avLst/>
          </a:prstGeom>
          <a:noFill/>
        </p:spPr>
        <p:txBody>
          <a:bodyPr wrap="square" lIns="0" tIns="0" rIns="0" bIns="0" rtlCol="0" anchor="t"/>
          <a:lstStyle/>
          <a:p>
            <a:pPr marL="0" indent="0" algn="l">
              <a:lnSpc>
                <a:spcPct val="115000"/>
              </a:lnSpc>
              <a:buNone/>
            </a:pPr>
            <a:r>
              <a:rPr lang="ko-KR" sz="3000" b="1" dirty="0">
                <a:solidFill>
                  <a:srgbClr val="39405C"/>
                </a:solidFill>
                <a:latin typeface="Malgun Gothic" pitchFamily="34" charset="0"/>
                <a:ea typeface="Malgun Gothic" pitchFamily="34" charset="-122"/>
                <a:cs typeface="Malgun Gothic" pitchFamily="34" charset="-120"/>
              </a:rPr>
              <a:t>기존 서비스와 기능별로 비교해 봤습니다</a:t>
            </a:r>
          </a:p>
        </p:txBody>
      </p:sp>
      <p:sp>
        <p:nvSpPr>
          <p:cNvPr id="104" name="Hi 104"/>
          <p:cNvSpPr/>
          <p:nvPr/>
        </p:nvSpPr>
        <p:spPr>
          <a:xfrm>
            <a:off x="9713214" y="1508760"/>
            <a:ext cx="1789938" cy="3602736"/>
          </a:xfrm>
          <a:prstGeom prst="roundRect">
            <a:avLst>
              <a:gd name="adj" fmla="val 8000"/>
            </a:avLst>
          </a:prstGeom>
          <a:solidFill>
            <a:srgbClr val="4C5CC4"/>
          </a:solidFill>
          <a:ln>
            <a:no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05" name="Text 105"/>
          <p:cNvSpPr txBox="1"/>
          <p:nvPr/>
        </p:nvSpPr>
        <p:spPr>
          <a:xfrm>
            <a:off x="822960" y="1600200"/>
            <a:ext cx="3200400" cy="640080"/>
          </a:xfrm>
          <a:prstGeom prst="rect">
            <a:avLst/>
          </a:prstGeom>
          <a:noFill/>
        </p:spPr>
        <p:txBody>
          <a:bodyPr wrap="square" lIns="0" tIns="0" rIns="0" bIns="0" rtlCol="0" anchor="ctr"/>
          <a:lstStyle/>
          <a:p>
            <a:pPr marL="0" indent="0" algn="l">
              <a:lnSpc>
                <a:spcPct val="115000"/>
              </a:lnSpc>
              <a:buNone/>
            </a:pPr>
            <a:r>
              <a:rPr lang="ko-KR" sz="1100" b="1" dirty="0">
                <a:solidFill>
                  <a:srgbClr val="8A91AA"/>
                </a:solidFill>
                <a:latin typeface="Malgun Gothic" pitchFamily="34" charset="0"/>
                <a:ea typeface="Malgun Gothic" pitchFamily="34" charset="-122"/>
                <a:cs typeface="Malgun Gothic" pitchFamily="34" charset="-120"/>
              </a:rPr>
              <a:t>비교 기준</a:t>
            </a:r>
          </a:p>
        </p:txBody>
      </p:sp>
      <p:sp>
        <p:nvSpPr>
          <p:cNvPr id="106" name="Text 106"/>
          <p:cNvSpPr txBox="1"/>
          <p:nvPr/>
        </p:nvSpPr>
        <p:spPr>
          <a:xfrm>
            <a:off x="4069080" y="1600200"/>
            <a:ext cx="1789938" cy="640080"/>
          </a:xfrm>
          <a:prstGeom prst="rect">
            <a:avLst/>
          </a:prstGeom>
          <a:noFill/>
        </p:spPr>
        <p:txBody>
          <a:bodyPr wrap="square" lIns="0" tIns="0" rIns="0" bIns="0" rtlCol="0" anchor="ctr"/>
          <a:lstStyle/>
          <a:p>
            <a:pPr marL="0" indent="0" algn="ctr">
              <a:lnSpc>
                <a:spcPct val="105000"/>
              </a:lnSpc>
              <a:buNone/>
            </a:pPr>
            <a:r>
              <a:rPr lang="ko-KR" sz="1050" b="1" dirty="0">
                <a:solidFill>
                  <a:srgbClr val="4A5170"/>
                </a:solidFill>
                <a:latin typeface="Malgun Gothic" pitchFamily="34" charset="0"/>
                <a:ea typeface="Malgun Gothic" pitchFamily="34" charset="-122"/>
                <a:cs typeface="Malgun Gothic" pitchFamily="34" charset="-120"/>
              </a:rPr>
              <a:t>Meta</a:t>
            </a:r>
          </a:p>
          <a:p>
            <a:pPr marL="0" indent="0" algn="ctr">
              <a:lnSpc>
                <a:spcPct val="105000"/>
              </a:lnSpc>
              <a:buNone/>
            </a:pPr>
            <a:r>
              <a:rPr lang="ko-KR" sz="1050" b="1" dirty="0">
                <a:solidFill>
                  <a:srgbClr val="4A5170"/>
                </a:solidFill>
                <a:latin typeface="Malgun Gothic" pitchFamily="34" charset="0"/>
                <a:ea typeface="Malgun Gothic" pitchFamily="34" charset="-122"/>
                <a:cs typeface="Malgun Gothic" pitchFamily="34" charset="-120"/>
              </a:rPr>
              <a:t>Animated Drawings</a:t>
            </a:r>
          </a:p>
        </p:txBody>
      </p:sp>
      <p:sp>
        <p:nvSpPr>
          <p:cNvPr id="107" name="Text 107"/>
          <p:cNvSpPr txBox="1"/>
          <p:nvPr/>
        </p:nvSpPr>
        <p:spPr>
          <a:xfrm>
            <a:off x="5950458" y="1600200"/>
            <a:ext cx="1789938" cy="640080"/>
          </a:xfrm>
          <a:prstGeom prst="rect">
            <a:avLst/>
          </a:prstGeom>
          <a:noFill/>
        </p:spPr>
        <p:txBody>
          <a:bodyPr wrap="square" lIns="0" tIns="0" rIns="0" bIns="0" rtlCol="0" anchor="ctr"/>
          <a:lstStyle/>
          <a:p>
            <a:pPr marL="0" indent="0" algn="ctr">
              <a:lnSpc>
                <a:spcPct val="105000"/>
              </a:lnSpc>
              <a:buNone/>
            </a:pPr>
            <a:r>
              <a:rPr lang="ko-KR" sz="1050" b="1" dirty="0">
                <a:solidFill>
                  <a:srgbClr val="4A5170"/>
                </a:solidFill>
                <a:latin typeface="Malgun Gothic" pitchFamily="34" charset="0"/>
                <a:ea typeface="Malgun Gothic" pitchFamily="34" charset="-122"/>
                <a:cs typeface="Malgun Gothic" pitchFamily="34" charset="-120"/>
              </a:rPr>
              <a:t>Drawings Alive</a:t>
            </a:r>
          </a:p>
        </p:txBody>
      </p:sp>
      <p:sp>
        <p:nvSpPr>
          <p:cNvPr id="108" name="Text 108"/>
          <p:cNvSpPr txBox="1"/>
          <p:nvPr/>
        </p:nvSpPr>
        <p:spPr>
          <a:xfrm>
            <a:off x="7831836" y="1600200"/>
            <a:ext cx="1789938" cy="640080"/>
          </a:xfrm>
          <a:prstGeom prst="rect">
            <a:avLst/>
          </a:prstGeom>
          <a:noFill/>
        </p:spPr>
        <p:txBody>
          <a:bodyPr wrap="square" lIns="0" tIns="0" rIns="0" bIns="0" rtlCol="0" anchor="ctr"/>
          <a:lstStyle/>
          <a:p>
            <a:pPr marL="0" indent="0" algn="ctr">
              <a:lnSpc>
                <a:spcPct val="105000"/>
              </a:lnSpc>
              <a:buNone/>
            </a:pPr>
            <a:r>
              <a:rPr lang="ko-KR" sz="1050" b="1" dirty="0">
                <a:solidFill>
                  <a:srgbClr val="4A5170"/>
                </a:solidFill>
                <a:latin typeface="Malgun Gothic" pitchFamily="34" charset="0"/>
                <a:ea typeface="Malgun Gothic" pitchFamily="34" charset="-122"/>
                <a:cs typeface="Malgun Gothic" pitchFamily="34" charset="-120"/>
              </a:rPr>
              <a:t>Drawalive</a:t>
            </a:r>
          </a:p>
        </p:txBody>
      </p:sp>
      <p:sp>
        <p:nvSpPr>
          <p:cNvPr id="109" name="Text 109"/>
          <p:cNvSpPr txBox="1"/>
          <p:nvPr/>
        </p:nvSpPr>
        <p:spPr>
          <a:xfrm>
            <a:off x="9713214" y="1600200"/>
            <a:ext cx="1789938" cy="640080"/>
          </a:xfrm>
          <a:prstGeom prst="rect">
            <a:avLst/>
          </a:prstGeom>
          <a:noFill/>
        </p:spPr>
        <p:txBody>
          <a:bodyPr wrap="square" lIns="0" tIns="0" rIns="0" bIns="0" rtlCol="0" anchor="ctr"/>
          <a:lstStyle/>
          <a:p>
            <a:pPr marL="0" indent="0" algn="ctr">
              <a:lnSpc>
                <a:spcPct val="105000"/>
              </a:lnSpc>
              <a:buNone/>
            </a:pPr>
            <a:r>
              <a:rPr lang="ko-KR" sz="1200" b="1" dirty="0">
                <a:solidFill>
                  <a:srgbClr val="FFFFFF"/>
                </a:solidFill>
                <a:latin typeface="Malgun Gothic" pitchFamily="34" charset="0"/>
                <a:ea typeface="Malgun Gothic" pitchFamily="34" charset="-122"/>
                <a:cs typeface="Malgun Gothic" pitchFamily="34" charset="-120"/>
              </a:rPr>
              <a:t>DrawTale</a:t>
            </a:r>
          </a:p>
        </p:txBody>
      </p:sp>
      <p:sp>
        <p:nvSpPr>
          <p:cNvPr id="110" name="Card 110"/>
          <p:cNvSpPr/>
          <p:nvPr/>
        </p:nvSpPr>
        <p:spPr>
          <a:xfrm>
            <a:off x="640080" y="2286000"/>
            <a:ext cx="9027414" cy="603504"/>
          </a:xfrm>
          <a:prstGeom prst="roundRect">
            <a:avLst>
              <a:gd name="adj" fmla="val 14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11" name="Dot 111"/>
          <p:cNvSpPr/>
          <p:nvPr/>
        </p:nvSpPr>
        <p:spPr>
          <a:xfrm>
            <a:off x="840080" y="2487752"/>
            <a:ext cx="200000" cy="200000"/>
          </a:xfrm>
          <a:prstGeom prst="ellipse">
            <a:avLst/>
          </a:prstGeom>
          <a:solidFill>
            <a:srgbClr val="DDE2FF"/>
          </a:solidFill>
          <a:ln>
            <a:noFill/>
          </a:ln>
          <a:effectLst/>
        </p:spPr>
        <p:txBody>
          <a:bodyPr wrap="square" lIns="0" tIns="0" rIns="0" bIns="0" rtlCol="0" anchor="ctr"/>
          <a:lstStyle/>
          <a:p>
            <a:pPr marL="0" indent="0" algn="ctr">
              <a:lnSpc>
                <a:spcPct val="110000"/>
              </a:lnSpc>
              <a:buNone/>
            </a:pPr>
            <a:r>
              <a:rPr lang="ko-KR" sz="900" b="1" dirty="0">
                <a:solidFill>
                  <a:srgbClr val="6274E8"/>
                </a:solidFill>
                <a:latin typeface="Malgun Gothic" pitchFamily="34" charset="0"/>
                <a:ea typeface="Malgun Gothic" pitchFamily="34" charset="-122"/>
                <a:cs typeface="Malgun Gothic" pitchFamily="34" charset="-120"/>
              </a:rPr>
              <a:t>1</a:t>
            </a:r>
          </a:p>
        </p:txBody>
      </p:sp>
      <p:sp>
        <p:nvSpPr>
          <p:cNvPr id="112" name="Text 112"/>
          <p:cNvSpPr txBox="1"/>
          <p:nvPr/>
        </p:nvSpPr>
        <p:spPr>
          <a:xfrm>
            <a:off x="1160080" y="2286000"/>
            <a:ext cx="2823280" cy="603504"/>
          </a:xfrm>
          <a:prstGeom prst="rect">
            <a:avLst/>
          </a:prstGeom>
          <a:noFill/>
        </p:spPr>
        <p:txBody>
          <a:bodyPr wrap="square" lIns="0" tIns="0" rIns="0" bIns="0" rtlCol="0" anchor="ctr"/>
          <a:lstStyle/>
          <a:p>
            <a:pPr marL="0" indent="0" algn="l">
              <a:lnSpc>
                <a:spcPct val="118000"/>
              </a:lnSpc>
              <a:buNone/>
            </a:pPr>
            <a:r>
              <a:rPr lang="ko-KR" sz="1300" b="1" dirty="0">
                <a:solidFill>
                  <a:srgbClr val="39405C"/>
                </a:solidFill>
                <a:latin typeface="Malgun Gothic" pitchFamily="34" charset="0"/>
                <a:ea typeface="Malgun Gothic" pitchFamily="34" charset="-122"/>
                <a:cs typeface="Malgun Gothic" pitchFamily="34" charset="-120"/>
              </a:rPr>
              <a:t>내 그림이 그대로 주인공</a:t>
            </a:r>
          </a:p>
          <a:p>
            <a:pPr marL="0" indent="0" algn="l">
              <a:lnSpc>
                <a:spcPct val="118000"/>
              </a:lnSpc>
              <a:buNone/>
            </a:pPr>
            <a:r>
              <a:rPr lang="ko-KR" sz="950" dirty="0">
                <a:solidFill>
                  <a:srgbClr val="8A91AA"/>
                </a:solidFill>
                <a:latin typeface="Malgun Gothic" pitchFamily="34" charset="0"/>
                <a:ea typeface="Malgun Gothic" pitchFamily="34" charset="-122"/>
                <a:cs typeface="Malgun Gothic" pitchFamily="34" charset="-120"/>
              </a:rPr>
              <a:t>원본 그림을 바꾸지 않고 움직임</a:t>
            </a:r>
          </a:p>
        </p:txBody>
      </p:sp>
      <p:sp>
        <p:nvSpPr>
          <p:cNvPr id="113" name="Text 113"/>
          <p:cNvSpPr txBox="1"/>
          <p:nvPr/>
        </p:nvSpPr>
        <p:spPr>
          <a:xfrm>
            <a:off x="4069080" y="2286000"/>
            <a:ext cx="1789938" cy="603504"/>
          </a:xfrm>
          <a:prstGeom prst="rect">
            <a:avLst/>
          </a:prstGeom>
          <a:noFill/>
        </p:spPr>
        <p:txBody>
          <a:bodyPr wrap="square" lIns="0" tIns="0" rIns="0" bIns="0" rtlCol="0" anchor="ctr"/>
          <a:lstStyle/>
          <a:p>
            <a:pPr marL="0" indent="0" algn="ctr">
              <a:lnSpc>
                <a:spcPct val="100000"/>
              </a:lnSpc>
              <a:buNone/>
            </a:pPr>
            <a:r>
              <a:rPr lang="ko-KR" sz="1600" b="1" dirty="0">
                <a:solidFill>
                  <a:srgbClr val="8192FF"/>
                </a:solidFill>
                <a:latin typeface="Malgun Gothic" pitchFamily="34" charset="0"/>
                <a:ea typeface="Malgun Gothic" pitchFamily="34" charset="-122"/>
                <a:cs typeface="Malgun Gothic" pitchFamily="34" charset="-120"/>
              </a:rPr>
              <a:t>○</a:t>
            </a:r>
          </a:p>
        </p:txBody>
      </p:sp>
      <p:sp>
        <p:nvSpPr>
          <p:cNvPr id="114" name="Text 114"/>
          <p:cNvSpPr txBox="1"/>
          <p:nvPr/>
        </p:nvSpPr>
        <p:spPr>
          <a:xfrm>
            <a:off x="5950458" y="2286000"/>
            <a:ext cx="1789938" cy="603504"/>
          </a:xfrm>
          <a:prstGeom prst="rect">
            <a:avLst/>
          </a:prstGeom>
          <a:noFill/>
        </p:spPr>
        <p:txBody>
          <a:bodyPr wrap="square" lIns="0" tIns="0" rIns="0" bIns="0" rtlCol="0" anchor="ctr"/>
          <a:lstStyle/>
          <a:p>
            <a:pPr marL="0" indent="0" algn="ctr">
              <a:lnSpc>
                <a:spcPct val="100000"/>
              </a:lnSpc>
              <a:buNone/>
            </a:pPr>
            <a:r>
              <a:rPr lang="ko-KR" sz="1600" b="1" dirty="0">
                <a:solidFill>
                  <a:srgbClr val="B9860C"/>
                </a:solidFill>
                <a:latin typeface="Malgun Gothic" pitchFamily="34" charset="0"/>
                <a:ea typeface="Malgun Gothic" pitchFamily="34" charset="-122"/>
                <a:cs typeface="Malgun Gothic" pitchFamily="34" charset="-120"/>
              </a:rPr>
              <a:t>△</a:t>
            </a:r>
          </a:p>
          <a:p>
            <a:pPr marL="0" indent="0" algn="ctr">
              <a:lnSpc>
                <a:spcPct val="100000"/>
              </a:lnSpc>
              <a:buNone/>
            </a:pPr>
            <a:r>
              <a:rPr lang="ko-KR" sz="850" dirty="0">
                <a:solidFill>
                  <a:srgbClr val="8A91AA"/>
                </a:solidFill>
                <a:latin typeface="Malgun Gothic" pitchFamily="34" charset="0"/>
                <a:ea typeface="Malgun Gothic" pitchFamily="34" charset="-122"/>
                <a:cs typeface="Malgun Gothic" pitchFamily="34" charset="-120"/>
              </a:rPr>
              <a:t>AI가 새 그림 · 3D로 재생성</a:t>
            </a:r>
          </a:p>
        </p:txBody>
      </p:sp>
      <p:sp>
        <p:nvSpPr>
          <p:cNvPr id="115" name="Text 115"/>
          <p:cNvSpPr txBox="1"/>
          <p:nvPr/>
        </p:nvSpPr>
        <p:spPr>
          <a:xfrm>
            <a:off x="7831836" y="2286000"/>
            <a:ext cx="1789938" cy="603504"/>
          </a:xfrm>
          <a:prstGeom prst="rect">
            <a:avLst/>
          </a:prstGeom>
          <a:noFill/>
        </p:spPr>
        <p:txBody>
          <a:bodyPr wrap="square" lIns="0" tIns="0" rIns="0" bIns="0" rtlCol="0" anchor="ctr"/>
          <a:lstStyle/>
          <a:p>
            <a:pPr marL="0" indent="0" algn="ctr">
              <a:lnSpc>
                <a:spcPct val="100000"/>
              </a:lnSpc>
              <a:buNone/>
            </a:pPr>
            <a:r>
              <a:rPr lang="ko-KR" sz="1600" b="1" dirty="0">
                <a:solidFill>
                  <a:srgbClr val="8192FF"/>
                </a:solidFill>
                <a:latin typeface="Malgun Gothic" pitchFamily="34" charset="0"/>
                <a:ea typeface="Malgun Gothic" pitchFamily="34" charset="-122"/>
                <a:cs typeface="Malgun Gothic" pitchFamily="34" charset="-120"/>
              </a:rPr>
              <a:t>○</a:t>
            </a:r>
          </a:p>
        </p:txBody>
      </p:sp>
      <p:sp>
        <p:nvSpPr>
          <p:cNvPr id="116" name="Text 116"/>
          <p:cNvSpPr txBox="1"/>
          <p:nvPr/>
        </p:nvSpPr>
        <p:spPr>
          <a:xfrm>
            <a:off x="9713214" y="2286000"/>
            <a:ext cx="1789938" cy="603504"/>
          </a:xfrm>
          <a:prstGeom prst="rect">
            <a:avLst/>
          </a:prstGeom>
          <a:noFill/>
        </p:spPr>
        <p:txBody>
          <a:bodyPr wrap="square" lIns="0" tIns="0" rIns="0" bIns="0" rtlCol="0" anchor="ctr"/>
          <a:lstStyle/>
          <a:p>
            <a:pPr marL="0" indent="0" algn="ctr">
              <a:lnSpc>
                <a:spcPct val="100000"/>
              </a:lnSpc>
              <a:buNone/>
            </a:pPr>
            <a:r>
              <a:rPr lang="ko-KR" sz="1600" b="1" dirty="0">
                <a:solidFill>
                  <a:srgbClr val="FFFFFF"/>
                </a:solidFill>
                <a:latin typeface="Malgun Gothic" pitchFamily="34" charset="0"/>
                <a:ea typeface="Malgun Gothic" pitchFamily="34" charset="-122"/>
                <a:cs typeface="Malgun Gothic" pitchFamily="34" charset="-120"/>
              </a:rPr>
              <a:t>●</a:t>
            </a:r>
          </a:p>
          <a:p>
            <a:pPr marL="0" indent="0" algn="ctr">
              <a:lnSpc>
                <a:spcPct val="100000"/>
              </a:lnSpc>
              <a:buNone/>
            </a:pPr>
            <a:r>
              <a:rPr lang="ko-KR" sz="850" b="1" dirty="0">
                <a:solidFill>
                  <a:srgbClr val="C9D0FF"/>
                </a:solidFill>
                <a:latin typeface="Malgun Gothic" pitchFamily="34" charset="0"/>
                <a:ea typeface="Malgun Gothic" pitchFamily="34" charset="-122"/>
                <a:cs typeface="Malgun Gothic" pitchFamily="34" charset="-120"/>
              </a:rPr>
              <a:t>원본 유지</a:t>
            </a:r>
          </a:p>
        </p:txBody>
      </p:sp>
      <p:sp>
        <p:nvSpPr>
          <p:cNvPr id="117" name="Card 117"/>
          <p:cNvSpPr/>
          <p:nvPr/>
        </p:nvSpPr>
        <p:spPr>
          <a:xfrm>
            <a:off x="640080" y="2980944"/>
            <a:ext cx="9027414" cy="603504"/>
          </a:xfrm>
          <a:prstGeom prst="roundRect">
            <a:avLst>
              <a:gd name="adj" fmla="val 14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18" name="Dot 118"/>
          <p:cNvSpPr/>
          <p:nvPr/>
        </p:nvSpPr>
        <p:spPr>
          <a:xfrm>
            <a:off x="840080" y="3182696"/>
            <a:ext cx="200000" cy="200000"/>
          </a:xfrm>
          <a:prstGeom prst="ellipse">
            <a:avLst/>
          </a:prstGeom>
          <a:solidFill>
            <a:srgbClr val="FDE0E6"/>
          </a:solidFill>
          <a:ln>
            <a:noFill/>
          </a:ln>
          <a:effectLst/>
        </p:spPr>
        <p:txBody>
          <a:bodyPr wrap="square" lIns="0" tIns="0" rIns="0" bIns="0" rtlCol="0" anchor="ctr"/>
          <a:lstStyle/>
          <a:p>
            <a:pPr marL="0" indent="0" algn="ctr">
              <a:lnSpc>
                <a:spcPct val="110000"/>
              </a:lnSpc>
              <a:buNone/>
            </a:pPr>
            <a:r>
              <a:rPr lang="ko-KR" sz="900" b="1" dirty="0">
                <a:solidFill>
                  <a:srgbClr val="E0607A"/>
                </a:solidFill>
                <a:latin typeface="Malgun Gothic" pitchFamily="34" charset="0"/>
                <a:ea typeface="Malgun Gothic" pitchFamily="34" charset="-122"/>
                <a:cs typeface="Malgun Gothic" pitchFamily="34" charset="-120"/>
              </a:rPr>
              <a:t>2</a:t>
            </a:r>
          </a:p>
        </p:txBody>
      </p:sp>
      <p:sp>
        <p:nvSpPr>
          <p:cNvPr id="119" name="Text 119"/>
          <p:cNvSpPr txBox="1"/>
          <p:nvPr/>
        </p:nvSpPr>
        <p:spPr>
          <a:xfrm>
            <a:off x="1160080" y="2980944"/>
            <a:ext cx="2823280" cy="603504"/>
          </a:xfrm>
          <a:prstGeom prst="rect">
            <a:avLst/>
          </a:prstGeom>
          <a:noFill/>
        </p:spPr>
        <p:txBody>
          <a:bodyPr wrap="square" lIns="0" tIns="0" rIns="0" bIns="0" rtlCol="0" anchor="ctr"/>
          <a:lstStyle/>
          <a:p>
            <a:pPr marL="0" indent="0" algn="l">
              <a:lnSpc>
                <a:spcPct val="118000"/>
              </a:lnSpc>
              <a:buNone/>
            </a:pPr>
            <a:r>
              <a:rPr lang="ko-KR" sz="1300" b="1" dirty="0">
                <a:solidFill>
                  <a:srgbClr val="39405C"/>
                </a:solidFill>
                <a:latin typeface="Malgun Gothic" pitchFamily="34" charset="0"/>
                <a:ea typeface="Malgun Gothic" pitchFamily="34" charset="-122"/>
                <a:cs typeface="Malgun Gothic" pitchFamily="34" charset="-120"/>
              </a:rPr>
              <a:t>관절을 사람이 확인 · 보정</a:t>
            </a:r>
          </a:p>
          <a:p>
            <a:pPr marL="0" indent="0" algn="l">
              <a:lnSpc>
                <a:spcPct val="118000"/>
              </a:lnSpc>
              <a:buNone/>
            </a:pPr>
            <a:r>
              <a:rPr lang="ko-KR" sz="950" dirty="0">
                <a:solidFill>
                  <a:srgbClr val="8A91AA"/>
                </a:solidFill>
                <a:latin typeface="Malgun Gothic" pitchFamily="34" charset="0"/>
                <a:ea typeface="Malgun Gothic" pitchFamily="34" charset="-122"/>
                <a:cs typeface="Malgun Gothic" pitchFamily="34" charset="-120"/>
              </a:rPr>
              <a:t>AI가 잘못 짚은 관절 바로잡기</a:t>
            </a:r>
          </a:p>
        </p:txBody>
      </p:sp>
      <p:sp>
        <p:nvSpPr>
          <p:cNvPr id="120" name="Text 120"/>
          <p:cNvSpPr txBox="1"/>
          <p:nvPr/>
        </p:nvSpPr>
        <p:spPr>
          <a:xfrm>
            <a:off x="4069080" y="2980944"/>
            <a:ext cx="1789938" cy="603504"/>
          </a:xfrm>
          <a:prstGeom prst="rect">
            <a:avLst/>
          </a:prstGeom>
          <a:noFill/>
        </p:spPr>
        <p:txBody>
          <a:bodyPr wrap="square" lIns="0" tIns="0" rIns="0" bIns="0" rtlCol="0" anchor="ctr"/>
          <a:lstStyle/>
          <a:p>
            <a:pPr marL="0" indent="0" algn="ctr">
              <a:lnSpc>
                <a:spcPct val="100000"/>
              </a:lnSpc>
              <a:buNone/>
            </a:pPr>
            <a:r>
              <a:rPr lang="ko-KR" sz="1600" b="1" dirty="0">
                <a:solidFill>
                  <a:srgbClr val="8192FF"/>
                </a:solidFill>
                <a:latin typeface="Malgun Gothic" pitchFamily="34" charset="0"/>
                <a:ea typeface="Malgun Gothic" pitchFamily="34" charset="-122"/>
                <a:cs typeface="Malgun Gothic" pitchFamily="34" charset="-120"/>
              </a:rPr>
              <a:t>○</a:t>
            </a:r>
          </a:p>
          <a:p>
            <a:pPr marL="0" indent="0" algn="ctr">
              <a:lnSpc>
                <a:spcPct val="100000"/>
              </a:lnSpc>
              <a:buNone/>
            </a:pPr>
            <a:r>
              <a:rPr lang="ko-KR" sz="850" dirty="0">
                <a:solidFill>
                  <a:srgbClr val="8A91AA"/>
                </a:solidFill>
                <a:latin typeface="Malgun Gothic" pitchFamily="34" charset="0"/>
                <a:ea typeface="Malgun Gothic" pitchFamily="34" charset="-122"/>
                <a:cs typeface="Malgun Gothic" pitchFamily="34" charset="-120"/>
              </a:rPr>
              <a:t>관절 직접 지정</a:t>
            </a:r>
          </a:p>
        </p:txBody>
      </p:sp>
      <p:sp>
        <p:nvSpPr>
          <p:cNvPr id="121" name="Text 121"/>
          <p:cNvSpPr txBox="1"/>
          <p:nvPr/>
        </p:nvSpPr>
        <p:spPr>
          <a:xfrm>
            <a:off x="5950458" y="2980944"/>
            <a:ext cx="1789938" cy="603504"/>
          </a:xfrm>
          <a:prstGeom prst="rect">
            <a:avLst/>
          </a:prstGeom>
          <a:noFill/>
        </p:spPr>
        <p:txBody>
          <a:bodyPr wrap="square" lIns="0" tIns="0" rIns="0" bIns="0" rtlCol="0" anchor="ctr"/>
          <a:lstStyle/>
          <a:p>
            <a:pPr marL="0" indent="0" algn="ctr">
              <a:lnSpc>
                <a:spcPct val="100000"/>
              </a:lnSpc>
              <a:buNone/>
            </a:pPr>
            <a:r>
              <a:rPr lang="ko-KR" sz="1600" b="1" dirty="0">
                <a:solidFill>
                  <a:srgbClr val="C2C6D3"/>
                </a:solidFill>
                <a:latin typeface="Malgun Gothic" pitchFamily="34" charset="0"/>
                <a:ea typeface="Malgun Gothic" pitchFamily="34" charset="-122"/>
                <a:cs typeface="Malgun Gothic" pitchFamily="34" charset="-120"/>
              </a:rPr>
              <a:t>✕</a:t>
            </a:r>
          </a:p>
        </p:txBody>
      </p:sp>
      <p:sp>
        <p:nvSpPr>
          <p:cNvPr id="122" name="Text 122"/>
          <p:cNvSpPr txBox="1"/>
          <p:nvPr/>
        </p:nvSpPr>
        <p:spPr>
          <a:xfrm>
            <a:off x="7831836" y="2980944"/>
            <a:ext cx="1789938" cy="603504"/>
          </a:xfrm>
          <a:prstGeom prst="rect">
            <a:avLst/>
          </a:prstGeom>
          <a:noFill/>
        </p:spPr>
        <p:txBody>
          <a:bodyPr wrap="square" lIns="0" tIns="0" rIns="0" bIns="0" rtlCol="0" anchor="ctr"/>
          <a:lstStyle/>
          <a:p>
            <a:pPr marL="0" indent="0" algn="ctr">
              <a:lnSpc>
                <a:spcPct val="100000"/>
              </a:lnSpc>
              <a:buNone/>
            </a:pPr>
            <a:r>
              <a:rPr lang="ko-KR" sz="1600" b="1" dirty="0">
                <a:solidFill>
                  <a:srgbClr val="C2C6D3"/>
                </a:solidFill>
                <a:latin typeface="Malgun Gothic" pitchFamily="34" charset="0"/>
                <a:ea typeface="Malgun Gothic" pitchFamily="34" charset="-122"/>
                <a:cs typeface="Malgun Gothic" pitchFamily="34" charset="-120"/>
              </a:rPr>
              <a:t>✕</a:t>
            </a:r>
          </a:p>
        </p:txBody>
      </p:sp>
      <p:sp>
        <p:nvSpPr>
          <p:cNvPr id="123" name="Text 123"/>
          <p:cNvSpPr txBox="1"/>
          <p:nvPr/>
        </p:nvSpPr>
        <p:spPr>
          <a:xfrm>
            <a:off x="9713214" y="2980944"/>
            <a:ext cx="1789938" cy="603504"/>
          </a:xfrm>
          <a:prstGeom prst="rect">
            <a:avLst/>
          </a:prstGeom>
          <a:noFill/>
        </p:spPr>
        <p:txBody>
          <a:bodyPr wrap="square" lIns="0" tIns="0" rIns="0" bIns="0" rtlCol="0" anchor="ctr"/>
          <a:lstStyle/>
          <a:p>
            <a:pPr marL="0" indent="0" algn="ctr">
              <a:lnSpc>
                <a:spcPct val="100000"/>
              </a:lnSpc>
              <a:buNone/>
            </a:pPr>
            <a:r>
              <a:rPr lang="ko-KR" sz="1600" b="1" dirty="0">
                <a:solidFill>
                  <a:srgbClr val="FFFFFF"/>
                </a:solidFill>
                <a:latin typeface="Malgun Gothic" pitchFamily="34" charset="0"/>
                <a:ea typeface="Malgun Gothic" pitchFamily="34" charset="-122"/>
                <a:cs typeface="Malgun Gothic" pitchFamily="34" charset="-120"/>
              </a:rPr>
              <a:t>●</a:t>
            </a:r>
          </a:p>
          <a:p>
            <a:pPr marL="0" indent="0" algn="ctr">
              <a:lnSpc>
                <a:spcPct val="100000"/>
              </a:lnSpc>
              <a:buNone/>
            </a:pPr>
            <a:r>
              <a:rPr lang="ko-KR" sz="850" b="1" dirty="0">
                <a:solidFill>
                  <a:srgbClr val="C9D0FF"/>
                </a:solidFill>
                <a:latin typeface="Malgun Gothic" pitchFamily="34" charset="0"/>
                <a:ea typeface="Malgun Gothic" pitchFamily="34" charset="-122"/>
                <a:cs typeface="Malgun Gothic" pitchFamily="34" charset="-120"/>
              </a:rPr>
              <a:t>부모와 함께 보정</a:t>
            </a:r>
          </a:p>
        </p:txBody>
      </p:sp>
      <p:sp>
        <p:nvSpPr>
          <p:cNvPr id="124" name="Card 124"/>
          <p:cNvSpPr/>
          <p:nvPr/>
        </p:nvSpPr>
        <p:spPr>
          <a:xfrm>
            <a:off x="640080" y="3675888"/>
            <a:ext cx="9027414" cy="603504"/>
          </a:xfrm>
          <a:prstGeom prst="roundRect">
            <a:avLst>
              <a:gd name="adj" fmla="val 14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25" name="Dot 125"/>
          <p:cNvSpPr/>
          <p:nvPr/>
        </p:nvSpPr>
        <p:spPr>
          <a:xfrm>
            <a:off x="840080" y="3877640"/>
            <a:ext cx="200000" cy="200000"/>
          </a:xfrm>
          <a:prstGeom prst="ellipse">
            <a:avLst/>
          </a:prstGeom>
          <a:solidFill>
            <a:srgbClr val="DCF2E4"/>
          </a:solidFill>
          <a:ln>
            <a:noFill/>
          </a:ln>
          <a:effectLst/>
        </p:spPr>
        <p:txBody>
          <a:bodyPr wrap="square" lIns="0" tIns="0" rIns="0" bIns="0" rtlCol="0" anchor="ctr"/>
          <a:lstStyle/>
          <a:p>
            <a:pPr marL="0" indent="0" algn="ctr">
              <a:lnSpc>
                <a:spcPct val="110000"/>
              </a:lnSpc>
              <a:buNone/>
            </a:pPr>
            <a:r>
              <a:rPr lang="ko-KR" sz="900" b="1" dirty="0">
                <a:solidFill>
                  <a:srgbClr val="2F9E78"/>
                </a:solidFill>
                <a:latin typeface="Malgun Gothic" pitchFamily="34" charset="0"/>
                <a:ea typeface="Malgun Gothic" pitchFamily="34" charset="-122"/>
                <a:cs typeface="Malgun Gothic" pitchFamily="34" charset="-120"/>
              </a:rPr>
              <a:t>3</a:t>
            </a:r>
          </a:p>
        </p:txBody>
      </p:sp>
      <p:sp>
        <p:nvSpPr>
          <p:cNvPr id="126" name="Text 126"/>
          <p:cNvSpPr txBox="1"/>
          <p:nvPr/>
        </p:nvSpPr>
        <p:spPr>
          <a:xfrm>
            <a:off x="1160080" y="3675888"/>
            <a:ext cx="2823280" cy="603504"/>
          </a:xfrm>
          <a:prstGeom prst="rect">
            <a:avLst/>
          </a:prstGeom>
          <a:noFill/>
        </p:spPr>
        <p:txBody>
          <a:bodyPr wrap="square" lIns="0" tIns="0" rIns="0" bIns="0" rtlCol="0" anchor="ctr"/>
          <a:lstStyle/>
          <a:p>
            <a:pPr marL="0" indent="0" algn="l">
              <a:lnSpc>
                <a:spcPct val="118000"/>
              </a:lnSpc>
              <a:buNone/>
            </a:pPr>
            <a:r>
              <a:rPr lang="ko-KR" sz="1300" b="1" dirty="0">
                <a:solidFill>
                  <a:srgbClr val="39405C"/>
                </a:solidFill>
                <a:latin typeface="Malgun Gothic" pitchFamily="34" charset="0"/>
                <a:ea typeface="Malgun Gothic" pitchFamily="34" charset="-122"/>
                <a:cs typeface="Malgun Gothic" pitchFamily="34" charset="-120"/>
              </a:rPr>
              <a:t>그림이 이야기 속으로</a:t>
            </a:r>
          </a:p>
          <a:p>
            <a:pPr marL="0" indent="0" algn="l">
              <a:lnSpc>
                <a:spcPct val="118000"/>
              </a:lnSpc>
              <a:buNone/>
            </a:pPr>
            <a:r>
              <a:rPr lang="ko-KR" sz="950" dirty="0">
                <a:solidFill>
                  <a:srgbClr val="8A91AA"/>
                </a:solidFill>
                <a:latin typeface="Malgun Gothic" pitchFamily="34" charset="0"/>
                <a:ea typeface="Malgun Gothic" pitchFamily="34" charset="-122"/>
                <a:cs typeface="Malgun Gothic" pitchFamily="34" charset="-120"/>
              </a:rPr>
              <a:t>움직임이 한 편의 이야기가 됨</a:t>
            </a:r>
          </a:p>
        </p:txBody>
      </p:sp>
      <p:sp>
        <p:nvSpPr>
          <p:cNvPr id="127" name="Text 127"/>
          <p:cNvSpPr txBox="1"/>
          <p:nvPr/>
        </p:nvSpPr>
        <p:spPr>
          <a:xfrm>
            <a:off x="4069080" y="3675888"/>
            <a:ext cx="1789938" cy="603504"/>
          </a:xfrm>
          <a:prstGeom prst="rect">
            <a:avLst/>
          </a:prstGeom>
          <a:noFill/>
        </p:spPr>
        <p:txBody>
          <a:bodyPr wrap="square" lIns="0" tIns="0" rIns="0" bIns="0" rtlCol="0" anchor="ctr"/>
          <a:lstStyle/>
          <a:p>
            <a:pPr marL="0" indent="0" algn="ctr">
              <a:lnSpc>
                <a:spcPct val="100000"/>
              </a:lnSpc>
              <a:buNone/>
            </a:pPr>
            <a:r>
              <a:rPr lang="ko-KR" sz="1600" b="1" dirty="0">
                <a:solidFill>
                  <a:srgbClr val="C2C6D3"/>
                </a:solidFill>
                <a:latin typeface="Malgun Gothic" pitchFamily="34" charset="0"/>
                <a:ea typeface="Malgun Gothic" pitchFamily="34" charset="-122"/>
                <a:cs typeface="Malgun Gothic" pitchFamily="34" charset="-120"/>
              </a:rPr>
              <a:t>✕</a:t>
            </a:r>
          </a:p>
          <a:p>
            <a:pPr marL="0" indent="0" algn="ctr">
              <a:lnSpc>
                <a:spcPct val="100000"/>
              </a:lnSpc>
              <a:buNone/>
            </a:pPr>
            <a:r>
              <a:rPr lang="ko-KR" sz="850" dirty="0">
                <a:solidFill>
                  <a:srgbClr val="8A91AA"/>
                </a:solidFill>
                <a:latin typeface="Malgun Gothic" pitchFamily="34" charset="0"/>
                <a:ea typeface="Malgun Gothic" pitchFamily="34" charset="-122"/>
                <a:cs typeface="Malgun Gothic" pitchFamily="34" charset="-120"/>
              </a:rPr>
              <a:t>정해진 동작 4종</a:t>
            </a:r>
          </a:p>
        </p:txBody>
      </p:sp>
      <p:sp>
        <p:nvSpPr>
          <p:cNvPr id="128" name="Text 128"/>
          <p:cNvSpPr txBox="1"/>
          <p:nvPr/>
        </p:nvSpPr>
        <p:spPr>
          <a:xfrm>
            <a:off x="5950458" y="3675888"/>
            <a:ext cx="1789938" cy="603504"/>
          </a:xfrm>
          <a:prstGeom prst="rect">
            <a:avLst/>
          </a:prstGeom>
          <a:noFill/>
        </p:spPr>
        <p:txBody>
          <a:bodyPr wrap="square" lIns="0" tIns="0" rIns="0" bIns="0" rtlCol="0" anchor="ctr"/>
          <a:lstStyle/>
          <a:p>
            <a:pPr marL="0" indent="0" algn="ctr">
              <a:lnSpc>
                <a:spcPct val="100000"/>
              </a:lnSpc>
              <a:buNone/>
            </a:pPr>
            <a:r>
              <a:rPr lang="ko-KR" sz="1600" b="1" dirty="0">
                <a:solidFill>
                  <a:srgbClr val="C2C6D3"/>
                </a:solidFill>
                <a:latin typeface="Malgun Gothic" pitchFamily="34" charset="0"/>
                <a:ea typeface="Malgun Gothic" pitchFamily="34" charset="-122"/>
                <a:cs typeface="Malgun Gothic" pitchFamily="34" charset="-120"/>
              </a:rPr>
              <a:t>✕</a:t>
            </a:r>
          </a:p>
          <a:p>
            <a:pPr marL="0" indent="0" algn="ctr">
              <a:lnSpc>
                <a:spcPct val="100000"/>
              </a:lnSpc>
              <a:buNone/>
            </a:pPr>
            <a:r>
              <a:rPr lang="ko-KR" sz="850" dirty="0">
                <a:solidFill>
                  <a:srgbClr val="8A91AA"/>
                </a:solidFill>
                <a:latin typeface="Malgun Gothic" pitchFamily="34" charset="0"/>
                <a:ea typeface="Malgun Gothic" pitchFamily="34" charset="-122"/>
                <a:cs typeface="Malgun Gothic" pitchFamily="34" charset="-120"/>
              </a:rPr>
              <a:t>6초 영상</a:t>
            </a:r>
          </a:p>
        </p:txBody>
      </p:sp>
      <p:sp>
        <p:nvSpPr>
          <p:cNvPr id="129" name="Text 129"/>
          <p:cNvSpPr txBox="1"/>
          <p:nvPr/>
        </p:nvSpPr>
        <p:spPr>
          <a:xfrm>
            <a:off x="7831836" y="3675888"/>
            <a:ext cx="1789938" cy="603504"/>
          </a:xfrm>
          <a:prstGeom prst="rect">
            <a:avLst/>
          </a:prstGeom>
          <a:noFill/>
        </p:spPr>
        <p:txBody>
          <a:bodyPr wrap="square" lIns="0" tIns="0" rIns="0" bIns="0" rtlCol="0" anchor="ctr"/>
          <a:lstStyle/>
          <a:p>
            <a:pPr marL="0" indent="0" algn="ctr">
              <a:lnSpc>
                <a:spcPct val="100000"/>
              </a:lnSpc>
              <a:buNone/>
            </a:pPr>
            <a:r>
              <a:rPr lang="ko-KR" sz="1600" b="1" dirty="0">
                <a:solidFill>
                  <a:srgbClr val="8192FF"/>
                </a:solidFill>
                <a:latin typeface="Malgun Gothic" pitchFamily="34" charset="0"/>
                <a:ea typeface="Malgun Gothic" pitchFamily="34" charset="-122"/>
                <a:cs typeface="Malgun Gothic" pitchFamily="34" charset="-120"/>
              </a:rPr>
              <a:t>○</a:t>
            </a:r>
          </a:p>
          <a:p>
            <a:pPr marL="0" indent="0" algn="ctr">
              <a:lnSpc>
                <a:spcPct val="100000"/>
              </a:lnSpc>
              <a:buNone/>
            </a:pPr>
            <a:r>
              <a:rPr lang="ko-KR" sz="850" dirty="0">
                <a:solidFill>
                  <a:srgbClr val="8A91AA"/>
                </a:solidFill>
                <a:latin typeface="Malgun Gothic" pitchFamily="34" charset="0"/>
                <a:ea typeface="Malgun Gothic" pitchFamily="34" charset="-122"/>
                <a:cs typeface="Malgun Gothic" pitchFamily="34" charset="-120"/>
              </a:rPr>
              <a:t>말 · 글로 직접 입력</a:t>
            </a:r>
          </a:p>
        </p:txBody>
      </p:sp>
      <p:sp>
        <p:nvSpPr>
          <p:cNvPr id="130" name="Text 130"/>
          <p:cNvSpPr txBox="1"/>
          <p:nvPr/>
        </p:nvSpPr>
        <p:spPr>
          <a:xfrm>
            <a:off x="9713214" y="3675888"/>
            <a:ext cx="1789938" cy="603504"/>
          </a:xfrm>
          <a:prstGeom prst="rect">
            <a:avLst/>
          </a:prstGeom>
          <a:noFill/>
        </p:spPr>
        <p:txBody>
          <a:bodyPr wrap="square" lIns="0" tIns="0" rIns="0" bIns="0" rtlCol="0" anchor="ctr"/>
          <a:lstStyle/>
          <a:p>
            <a:pPr marL="0" indent="0" algn="ctr">
              <a:lnSpc>
                <a:spcPct val="100000"/>
              </a:lnSpc>
              <a:buNone/>
            </a:pPr>
            <a:r>
              <a:rPr lang="ko-KR" sz="1600" b="1" dirty="0">
                <a:solidFill>
                  <a:srgbClr val="FFFFFF"/>
                </a:solidFill>
                <a:latin typeface="Malgun Gothic" pitchFamily="34" charset="0"/>
                <a:ea typeface="Malgun Gothic" pitchFamily="34" charset="-122"/>
                <a:cs typeface="Malgun Gothic" pitchFamily="34" charset="-120"/>
              </a:rPr>
              <a:t>●</a:t>
            </a:r>
          </a:p>
          <a:p>
            <a:pPr marL="0" indent="0" algn="ctr">
              <a:lnSpc>
                <a:spcPct val="100000"/>
              </a:lnSpc>
              <a:buNone/>
            </a:pPr>
            <a:r>
              <a:rPr lang="ko-KR" sz="850" b="1" dirty="0">
                <a:solidFill>
                  <a:srgbClr val="C9D0FF"/>
                </a:solidFill>
                <a:latin typeface="Malgun Gothic" pitchFamily="34" charset="0"/>
                <a:ea typeface="Malgun Gothic" pitchFamily="34" charset="-122"/>
                <a:cs typeface="Malgun Gothic" pitchFamily="34" charset="-120"/>
              </a:rPr>
              <a:t>장면이 이어지는 이야기</a:t>
            </a:r>
          </a:p>
        </p:txBody>
      </p:sp>
      <p:sp>
        <p:nvSpPr>
          <p:cNvPr id="131" name="Card 131"/>
          <p:cNvSpPr/>
          <p:nvPr/>
        </p:nvSpPr>
        <p:spPr>
          <a:xfrm>
            <a:off x="640080" y="4370832"/>
            <a:ext cx="9027414" cy="603504"/>
          </a:xfrm>
          <a:prstGeom prst="roundRect">
            <a:avLst>
              <a:gd name="adj" fmla="val 14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32" name="Dot 132"/>
          <p:cNvSpPr/>
          <p:nvPr/>
        </p:nvSpPr>
        <p:spPr>
          <a:xfrm>
            <a:off x="840080" y="4572584"/>
            <a:ext cx="200000" cy="200000"/>
          </a:xfrm>
          <a:prstGeom prst="ellipse">
            <a:avLst/>
          </a:prstGeom>
          <a:solidFill>
            <a:srgbClr val="FFF1C2"/>
          </a:solidFill>
          <a:ln>
            <a:noFill/>
          </a:ln>
          <a:effectLst/>
        </p:spPr>
        <p:txBody>
          <a:bodyPr wrap="square" lIns="0" tIns="0" rIns="0" bIns="0" rtlCol="0" anchor="ctr"/>
          <a:lstStyle/>
          <a:p>
            <a:pPr marL="0" indent="0" algn="ctr">
              <a:lnSpc>
                <a:spcPct val="110000"/>
              </a:lnSpc>
              <a:buNone/>
            </a:pPr>
            <a:r>
              <a:rPr lang="ko-KR" sz="900" b="1" dirty="0">
                <a:solidFill>
                  <a:srgbClr val="B9860C"/>
                </a:solidFill>
                <a:latin typeface="Malgun Gothic" pitchFamily="34" charset="0"/>
                <a:ea typeface="Malgun Gothic" pitchFamily="34" charset="-122"/>
                <a:cs typeface="Malgun Gothic" pitchFamily="34" charset="-120"/>
              </a:rPr>
              <a:t>4</a:t>
            </a:r>
          </a:p>
        </p:txBody>
      </p:sp>
      <p:sp>
        <p:nvSpPr>
          <p:cNvPr id="133" name="Text 133"/>
          <p:cNvSpPr txBox="1"/>
          <p:nvPr/>
        </p:nvSpPr>
        <p:spPr>
          <a:xfrm>
            <a:off x="1160080" y="4370832"/>
            <a:ext cx="2823280" cy="603504"/>
          </a:xfrm>
          <a:prstGeom prst="rect">
            <a:avLst/>
          </a:prstGeom>
          <a:noFill/>
        </p:spPr>
        <p:txBody>
          <a:bodyPr wrap="square" lIns="0" tIns="0" rIns="0" bIns="0" rtlCol="0" anchor="ctr"/>
          <a:lstStyle/>
          <a:p>
            <a:pPr marL="0" indent="0" algn="l">
              <a:lnSpc>
                <a:spcPct val="118000"/>
              </a:lnSpc>
              <a:buNone/>
            </a:pPr>
            <a:r>
              <a:rPr lang="ko-KR" sz="1300" b="1" dirty="0">
                <a:solidFill>
                  <a:srgbClr val="39405C"/>
                </a:solidFill>
                <a:latin typeface="Malgun Gothic" pitchFamily="34" charset="0"/>
                <a:ea typeface="Malgun Gothic" pitchFamily="34" charset="-122"/>
                <a:cs typeface="Malgun Gothic" pitchFamily="34" charset="-120"/>
              </a:rPr>
              <a:t>글 없이 아이가 다음을 선택</a:t>
            </a:r>
          </a:p>
          <a:p>
            <a:pPr marL="0" indent="0" algn="l">
              <a:lnSpc>
                <a:spcPct val="118000"/>
              </a:lnSpc>
              <a:buNone/>
            </a:pPr>
            <a:r>
              <a:rPr lang="ko-KR" sz="950" dirty="0">
                <a:solidFill>
                  <a:srgbClr val="8A91AA"/>
                </a:solidFill>
                <a:latin typeface="Malgun Gothic" pitchFamily="34" charset="0"/>
                <a:ea typeface="Malgun Gothic" pitchFamily="34" charset="-122"/>
                <a:cs typeface="Malgun Gothic" pitchFamily="34" charset="-120"/>
              </a:rPr>
              <a:t>선택이 쌓여 나만의 이야기로</a:t>
            </a:r>
          </a:p>
        </p:txBody>
      </p:sp>
      <p:sp>
        <p:nvSpPr>
          <p:cNvPr id="134" name="Text 134"/>
          <p:cNvSpPr txBox="1"/>
          <p:nvPr/>
        </p:nvSpPr>
        <p:spPr>
          <a:xfrm>
            <a:off x="4069080" y="4370832"/>
            <a:ext cx="1789938" cy="603504"/>
          </a:xfrm>
          <a:prstGeom prst="rect">
            <a:avLst/>
          </a:prstGeom>
          <a:noFill/>
        </p:spPr>
        <p:txBody>
          <a:bodyPr wrap="square" lIns="0" tIns="0" rIns="0" bIns="0" rtlCol="0" anchor="ctr"/>
          <a:lstStyle/>
          <a:p>
            <a:pPr marL="0" indent="0" algn="ctr">
              <a:lnSpc>
                <a:spcPct val="100000"/>
              </a:lnSpc>
              <a:buNone/>
            </a:pPr>
            <a:r>
              <a:rPr lang="ko-KR" sz="1600" b="1" dirty="0">
                <a:solidFill>
                  <a:srgbClr val="C2C6D3"/>
                </a:solidFill>
                <a:latin typeface="Malgun Gothic" pitchFamily="34" charset="0"/>
                <a:ea typeface="Malgun Gothic" pitchFamily="34" charset="-122"/>
                <a:cs typeface="Malgun Gothic" pitchFamily="34" charset="-120"/>
              </a:rPr>
              <a:t>✕</a:t>
            </a:r>
          </a:p>
        </p:txBody>
      </p:sp>
      <p:sp>
        <p:nvSpPr>
          <p:cNvPr id="135" name="Text 135"/>
          <p:cNvSpPr txBox="1"/>
          <p:nvPr/>
        </p:nvSpPr>
        <p:spPr>
          <a:xfrm>
            <a:off x="5950458" y="4370832"/>
            <a:ext cx="1789938" cy="603504"/>
          </a:xfrm>
          <a:prstGeom prst="rect">
            <a:avLst/>
          </a:prstGeom>
          <a:noFill/>
        </p:spPr>
        <p:txBody>
          <a:bodyPr wrap="square" lIns="0" tIns="0" rIns="0" bIns="0" rtlCol="0" anchor="ctr"/>
          <a:lstStyle/>
          <a:p>
            <a:pPr marL="0" indent="0" algn="ctr">
              <a:lnSpc>
                <a:spcPct val="100000"/>
              </a:lnSpc>
              <a:buNone/>
            </a:pPr>
            <a:r>
              <a:rPr lang="ko-KR" sz="1600" b="1" dirty="0">
                <a:solidFill>
                  <a:srgbClr val="C2C6D3"/>
                </a:solidFill>
                <a:latin typeface="Malgun Gothic" pitchFamily="34" charset="0"/>
                <a:ea typeface="Malgun Gothic" pitchFamily="34" charset="-122"/>
                <a:cs typeface="Malgun Gothic" pitchFamily="34" charset="-120"/>
              </a:rPr>
              <a:t>✕</a:t>
            </a:r>
          </a:p>
        </p:txBody>
      </p:sp>
      <p:sp>
        <p:nvSpPr>
          <p:cNvPr id="136" name="Text 136"/>
          <p:cNvSpPr txBox="1"/>
          <p:nvPr/>
        </p:nvSpPr>
        <p:spPr>
          <a:xfrm>
            <a:off x="7831836" y="4370832"/>
            <a:ext cx="1789938" cy="603504"/>
          </a:xfrm>
          <a:prstGeom prst="rect">
            <a:avLst/>
          </a:prstGeom>
          <a:noFill/>
        </p:spPr>
        <p:txBody>
          <a:bodyPr wrap="square" lIns="0" tIns="0" rIns="0" bIns="0" rtlCol="0" anchor="ctr"/>
          <a:lstStyle/>
          <a:p>
            <a:pPr marL="0" indent="0" algn="ctr">
              <a:lnSpc>
                <a:spcPct val="100000"/>
              </a:lnSpc>
              <a:buNone/>
            </a:pPr>
            <a:r>
              <a:rPr lang="ko-KR" sz="1600" b="1" dirty="0">
                <a:solidFill>
                  <a:srgbClr val="C2C6D3"/>
                </a:solidFill>
                <a:latin typeface="Malgun Gothic" pitchFamily="34" charset="0"/>
                <a:ea typeface="Malgun Gothic" pitchFamily="34" charset="-122"/>
                <a:cs typeface="Malgun Gothic" pitchFamily="34" charset="-120"/>
              </a:rPr>
              <a:t>✕</a:t>
            </a:r>
          </a:p>
        </p:txBody>
      </p:sp>
      <p:sp>
        <p:nvSpPr>
          <p:cNvPr id="137" name="Text 137"/>
          <p:cNvSpPr txBox="1"/>
          <p:nvPr/>
        </p:nvSpPr>
        <p:spPr>
          <a:xfrm>
            <a:off x="9713214" y="4370832"/>
            <a:ext cx="1789938" cy="603504"/>
          </a:xfrm>
          <a:prstGeom prst="rect">
            <a:avLst/>
          </a:prstGeom>
          <a:noFill/>
        </p:spPr>
        <p:txBody>
          <a:bodyPr wrap="square" lIns="0" tIns="0" rIns="0" bIns="0" rtlCol="0" anchor="ctr"/>
          <a:lstStyle/>
          <a:p>
            <a:pPr marL="0" indent="0" algn="ctr">
              <a:lnSpc>
                <a:spcPct val="100000"/>
              </a:lnSpc>
              <a:buNone/>
            </a:pPr>
            <a:r>
              <a:rPr lang="ko-KR" sz="1600" b="1" dirty="0">
                <a:solidFill>
                  <a:srgbClr val="FFFFFF"/>
                </a:solidFill>
                <a:latin typeface="Malgun Gothic" pitchFamily="34" charset="0"/>
                <a:ea typeface="Malgun Gothic" pitchFamily="34" charset="-122"/>
                <a:cs typeface="Malgun Gothic" pitchFamily="34" charset="-120"/>
              </a:rPr>
              <a:t>●</a:t>
            </a:r>
          </a:p>
          <a:p>
            <a:pPr marL="0" indent="0" algn="ctr">
              <a:lnSpc>
                <a:spcPct val="100000"/>
              </a:lnSpc>
              <a:buNone/>
            </a:pPr>
            <a:r>
              <a:rPr lang="ko-KR" sz="850" b="1" dirty="0">
                <a:solidFill>
                  <a:srgbClr val="C9D0FF"/>
                </a:solidFill>
                <a:latin typeface="Malgun Gothic" pitchFamily="34" charset="0"/>
                <a:ea typeface="Malgun Gothic" pitchFamily="34" charset="-122"/>
                <a:cs typeface="Malgun Gothic" pitchFamily="34" charset="-120"/>
              </a:rPr>
              <a:t>네 칸 카드로 선택</a:t>
            </a:r>
          </a:p>
        </p:txBody>
      </p:sp>
      <p:sp>
        <p:nvSpPr>
          <p:cNvPr id="138" name="Band 138"/>
          <p:cNvSpPr/>
          <p:nvPr/>
        </p:nvSpPr>
        <p:spPr>
          <a:xfrm>
            <a:off x="640080" y="5248656"/>
            <a:ext cx="10908792" cy="640080"/>
          </a:xfrm>
          <a:prstGeom prst="roundRect">
            <a:avLst>
              <a:gd name="adj" fmla="val 30000"/>
            </a:avLst>
          </a:prstGeom>
          <a:solidFill>
            <a:srgbClr val="EDF0FE"/>
          </a:solidFill>
          <a:ln>
            <a:noFill/>
          </a:ln>
          <a:effectLst/>
        </p:spPr>
        <p:txBody>
          <a:bodyPr wrap="square" lIns="0" tIns="0" rIns="0" bIns="0" rtlCol="0" anchor="ctr"/>
          <a:lstStyle/>
          <a:p>
            <a:pPr marL="0" indent="0" algn="ctr">
              <a:lnSpc>
                <a:spcPct val="110000"/>
              </a:lnSpc>
              <a:buNone/>
            </a:pPr>
            <a:r>
              <a:rPr lang="ko-KR" sz="1400" dirty="0">
                <a:solidFill>
                  <a:srgbClr val="39405C"/>
                </a:solidFill>
                <a:latin typeface="Malgun Gothic" pitchFamily="34" charset="0"/>
                <a:ea typeface="Malgun Gothic" pitchFamily="34" charset="-122"/>
                <a:cs typeface="Malgun Gothic" pitchFamily="34" charset="-120"/>
              </a:rPr>
              <a:t>기능 하나하나는 이미 있지만, </a:t>
            </a:r>
            <a:r>
              <a:rPr lang="ko-KR" sz="1400" b="1" dirty="0">
                <a:solidFill>
                  <a:srgbClr val="4C5CC4"/>
                </a:solidFill>
                <a:latin typeface="Malgun Gothic" pitchFamily="34" charset="0"/>
                <a:ea typeface="Malgun Gothic" pitchFamily="34" charset="-122"/>
                <a:cs typeface="Malgun Gothic" pitchFamily="34" charset="-120"/>
              </a:rPr>
              <a:t>그림 → 관절 보정 → 장면 선택 → 나만의 이야기</a:t>
            </a:r>
            <a:r>
              <a:rPr lang="ko-KR" sz="1400" dirty="0">
                <a:solidFill>
                  <a:srgbClr val="39405C"/>
                </a:solidFill>
                <a:latin typeface="Malgun Gothic" pitchFamily="34" charset="0"/>
                <a:ea typeface="Malgun Gothic" pitchFamily="34" charset="-122"/>
                <a:cs typeface="Malgun Gothic" pitchFamily="34" charset="-120"/>
              </a:rPr>
              <a:t>까지 한 번에 이어지는 서비스는 찾지 못했습니다</a:t>
            </a:r>
          </a:p>
        </p:txBody>
      </p:sp>
      <p:sp>
        <p:nvSpPr>
          <p:cNvPr id="139" name="Text 139"/>
          <p:cNvSpPr txBox="1"/>
          <p:nvPr/>
        </p:nvSpPr>
        <p:spPr>
          <a:xfrm>
            <a:off x="640080" y="6172200"/>
            <a:ext cx="10424160" cy="274320"/>
          </a:xfrm>
          <a:prstGeom prst="rect">
            <a:avLst/>
          </a:prstGeom>
          <a:noFill/>
        </p:spPr>
        <p:txBody>
          <a:bodyPr wrap="square" lIns="0" tIns="0" rIns="0" bIns="0" rtlCol="0" anchor="t"/>
          <a:lstStyle/>
          <a:p>
            <a:pPr marL="0" indent="0" algn="l">
              <a:lnSpc>
                <a:spcPct val="115000"/>
              </a:lnSpc>
              <a:buNone/>
            </a:pPr>
            <a:r>
              <a:rPr lang="ko-KR" sz="800" dirty="0">
                <a:solidFill>
                  <a:srgbClr val="8A91AA"/>
                </a:solidFill>
                <a:latin typeface="Malgun Gothic" pitchFamily="34" charset="0"/>
                <a:ea typeface="Malgun Gothic" pitchFamily="34" charset="-122"/>
                <a:cs typeface="Malgun Gothic" pitchFamily="34" charset="-120"/>
              </a:rPr>
              <a:t>○ 지원  △ 일부  ✕ 없음 · 각 서비스 공식 사이트 · 스토어 설명 기준 (2026.10 확인) [6][8][9] · Looma 등 추가 서비스는 팀원 조사 후 발표 직전 재확인</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Page 101"/>
          <p:cNvSpPr txBox="1"/>
          <p:nvPr/>
        </p:nvSpPr>
        <p:spPr>
          <a:xfrm>
            <a:off x="11185855" y="6355080"/>
            <a:ext cx="457200" cy="274320"/>
          </a:xfrm>
          <a:prstGeom prst="rect">
            <a:avLst/>
          </a:prstGeom>
          <a:noFill/>
        </p:spPr>
        <p:txBody>
          <a:bodyPr wrap="square" lIns="0" tIns="0" rIns="0" bIns="0" rtlCol="0" anchor="ctr"/>
          <a:lstStyle/>
          <a:p>
            <a:pPr marL="0" indent="0" algn="r">
              <a:lnSpc>
                <a:spcPct val="115000"/>
              </a:lnSpc>
              <a:buNone/>
            </a:pPr>
            <a:r>
              <a:rPr lang="ko-KR" sz="1000" dirty="0">
                <a:solidFill>
                  <a:srgbClr val="8A91AA"/>
                </a:solidFill>
                <a:latin typeface="Malgun Gothic" pitchFamily="34" charset="0"/>
                <a:ea typeface="Malgun Gothic" pitchFamily="34" charset="-122"/>
                <a:cs typeface="Malgun Gothic" pitchFamily="34" charset="-120"/>
              </a:rPr>
              <a:t>8</a:t>
            </a:r>
          </a:p>
        </p:txBody>
      </p:sp>
      <p:sp>
        <p:nvSpPr>
          <p:cNvPr id="102" name="Label 102"/>
          <p:cNvSpPr txBox="1"/>
          <p:nvPr/>
        </p:nvSpPr>
        <p:spPr>
          <a:xfrm>
            <a:off x="640080" y="457200"/>
            <a:ext cx="10911535" cy="320040"/>
          </a:xfrm>
          <a:prstGeom prst="rect">
            <a:avLst/>
          </a:prstGeom>
          <a:noFill/>
        </p:spPr>
        <p:txBody>
          <a:bodyPr wrap="square" lIns="0" tIns="0" rIns="0" bIns="0" rtlCol="0" anchor="ctr"/>
          <a:lstStyle/>
          <a:p>
            <a:pPr marL="0" indent="0" algn="l">
              <a:lnSpc>
                <a:spcPct val="115000"/>
              </a:lnSpc>
              <a:buNone/>
            </a:pPr>
            <a:r>
              <a:rPr lang="ko-KR" sz="1300" b="1" dirty="0">
                <a:solidFill>
                  <a:srgbClr val="4C5CC4"/>
                </a:solidFill>
                <a:latin typeface="Malgun Gothic" pitchFamily="34" charset="0"/>
                <a:ea typeface="Malgun Gothic" pitchFamily="34" charset="-122"/>
                <a:cs typeface="Malgun Gothic" pitchFamily="34" charset="-120"/>
              </a:rPr>
              <a:t>PART A · 조사에서 서비스 방향까지</a:t>
            </a:r>
          </a:p>
        </p:txBody>
      </p:sp>
      <p:sp>
        <p:nvSpPr>
          <p:cNvPr id="103" name="Title 103"/>
          <p:cNvSpPr txBox="1"/>
          <p:nvPr/>
        </p:nvSpPr>
        <p:spPr>
          <a:xfrm>
            <a:off x="640080" y="804672"/>
            <a:ext cx="10911535" cy="731520"/>
          </a:xfrm>
          <a:prstGeom prst="rect">
            <a:avLst/>
          </a:prstGeom>
          <a:noFill/>
        </p:spPr>
        <p:txBody>
          <a:bodyPr wrap="square" lIns="0" tIns="0" rIns="0" bIns="0" rtlCol="0" anchor="t"/>
          <a:lstStyle/>
          <a:p>
            <a:pPr marL="0" indent="0" algn="l">
              <a:lnSpc>
                <a:spcPct val="115000"/>
              </a:lnSpc>
              <a:buNone/>
            </a:pPr>
            <a:r>
              <a:rPr lang="ko-KR" sz="3000" b="1" dirty="0">
                <a:solidFill>
                  <a:srgbClr val="39405C"/>
                </a:solidFill>
                <a:latin typeface="Malgun Gothic" pitchFamily="34" charset="0"/>
                <a:ea typeface="Malgun Gothic" pitchFamily="34" charset="-122"/>
                <a:cs typeface="Malgun Gothic" pitchFamily="34" charset="-120"/>
              </a:rPr>
              <a:t>조사한 내용으로 설계 원칙을 세웠습니다</a:t>
            </a:r>
          </a:p>
        </p:txBody>
      </p:sp>
      <p:sp>
        <p:nvSpPr>
          <p:cNvPr id="104" name="Text 104"/>
          <p:cNvSpPr txBox="1"/>
          <p:nvPr/>
        </p:nvSpPr>
        <p:spPr>
          <a:xfrm>
            <a:off x="640080" y="1563624"/>
            <a:ext cx="4572000" cy="274320"/>
          </a:xfrm>
          <a:prstGeom prst="rect">
            <a:avLst/>
          </a:prstGeom>
          <a:noFill/>
        </p:spPr>
        <p:txBody>
          <a:bodyPr wrap="square" lIns="0" tIns="0" rIns="0" bIns="0" rtlCol="0" anchor="ctr"/>
          <a:lstStyle/>
          <a:p>
            <a:pPr marL="0" indent="0" algn="l">
              <a:lnSpc>
                <a:spcPct val="115000"/>
              </a:lnSpc>
              <a:buNone/>
            </a:pPr>
            <a:r>
              <a:rPr lang="ko-KR" sz="1100" b="1" dirty="0">
                <a:solidFill>
                  <a:srgbClr val="8A91AA"/>
                </a:solidFill>
                <a:latin typeface="Malgun Gothic" pitchFamily="34" charset="0"/>
                <a:ea typeface="Malgun Gothic" pitchFamily="34" charset="-122"/>
                <a:cs typeface="Malgun Gothic" pitchFamily="34" charset="-120"/>
              </a:rPr>
              <a:t>①  조사에서 발견한 것</a:t>
            </a:r>
          </a:p>
        </p:txBody>
      </p:sp>
      <p:sp>
        <p:nvSpPr>
          <p:cNvPr id="105" name="Text 105"/>
          <p:cNvSpPr txBox="1"/>
          <p:nvPr/>
        </p:nvSpPr>
        <p:spPr>
          <a:xfrm>
            <a:off x="640080" y="3227832"/>
            <a:ext cx="4572000" cy="274320"/>
          </a:xfrm>
          <a:prstGeom prst="rect">
            <a:avLst/>
          </a:prstGeom>
          <a:noFill/>
        </p:spPr>
        <p:txBody>
          <a:bodyPr wrap="square" lIns="0" tIns="0" rIns="0" bIns="0" rtlCol="0" anchor="ctr"/>
          <a:lstStyle/>
          <a:p>
            <a:pPr marL="0" indent="0" algn="l">
              <a:lnSpc>
                <a:spcPct val="115000"/>
              </a:lnSpc>
              <a:buNone/>
            </a:pPr>
            <a:r>
              <a:rPr lang="ko-KR" sz="1100" b="1" dirty="0">
                <a:solidFill>
                  <a:srgbClr val="4C5CC4"/>
                </a:solidFill>
                <a:latin typeface="Malgun Gothic" pitchFamily="34" charset="0"/>
                <a:ea typeface="Malgun Gothic" pitchFamily="34" charset="-122"/>
                <a:cs typeface="Malgun Gothic" pitchFamily="34" charset="-120"/>
              </a:rPr>
              <a:t>②  그래서 정한 설계 원칙</a:t>
            </a:r>
          </a:p>
        </p:txBody>
      </p:sp>
      <p:sp>
        <p:nvSpPr>
          <p:cNvPr id="106" name="Card 106"/>
          <p:cNvSpPr/>
          <p:nvPr/>
        </p:nvSpPr>
        <p:spPr>
          <a:xfrm>
            <a:off x="640080" y="1883664"/>
            <a:ext cx="2560320" cy="1005840"/>
          </a:xfrm>
          <a:prstGeom prst="roundRect">
            <a:avLst>
              <a:gd name="adj" fmla="val 1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07" name="Dot 107"/>
          <p:cNvSpPr/>
          <p:nvPr/>
        </p:nvSpPr>
        <p:spPr>
          <a:xfrm>
            <a:off x="868680" y="2048256"/>
            <a:ext cx="137160" cy="137160"/>
          </a:xfrm>
          <a:prstGeom prst="ellipse">
            <a:avLst/>
          </a:prstGeom>
          <a:solidFill>
            <a:srgbClr val="6274E8"/>
          </a:solidFill>
          <a:ln>
            <a:noFill/>
          </a:ln>
          <a:effectLst/>
        </p:spPr>
        <p:txBody>
          <a:bodyPr wrap="square" lIns="0" tIns="0" rIns="0" bIns="0" rtlCol="0" anchor="ctr"/>
          <a:lstStyle/>
          <a:p>
            <a:endParaRPr lang="ko-KR"/>
          </a:p>
        </p:txBody>
      </p:sp>
      <p:sp>
        <p:nvSpPr>
          <p:cNvPr id="108" name="Text 108"/>
          <p:cNvSpPr txBox="1"/>
          <p:nvPr/>
        </p:nvSpPr>
        <p:spPr>
          <a:xfrm>
            <a:off x="1078992" y="1993392"/>
            <a:ext cx="2011680" cy="246888"/>
          </a:xfrm>
          <a:prstGeom prst="rect">
            <a:avLst/>
          </a:prstGeom>
          <a:noFill/>
        </p:spPr>
        <p:txBody>
          <a:bodyPr wrap="square" lIns="0" tIns="0" rIns="0" bIns="0" rtlCol="0" anchor="ctr"/>
          <a:lstStyle/>
          <a:p>
            <a:pPr marL="0" indent="0" algn="l">
              <a:lnSpc>
                <a:spcPct val="115000"/>
              </a:lnSpc>
              <a:buNone/>
            </a:pPr>
            <a:r>
              <a:rPr lang="ko-KR" sz="1050" b="1" dirty="0">
                <a:solidFill>
                  <a:srgbClr val="6274E8"/>
                </a:solidFill>
                <a:latin typeface="Malgun Gothic" pitchFamily="34" charset="0"/>
                <a:ea typeface="Malgun Gothic" pitchFamily="34" charset="-122"/>
                <a:cs typeface="Malgun Gothic" pitchFamily="34" charset="-120"/>
              </a:rPr>
              <a:t>아이와 가족</a:t>
            </a:r>
          </a:p>
        </p:txBody>
      </p:sp>
      <p:sp>
        <p:nvSpPr>
          <p:cNvPr id="109" name="Text 109"/>
          <p:cNvSpPr txBox="1"/>
          <p:nvPr/>
        </p:nvSpPr>
        <p:spPr>
          <a:xfrm>
            <a:off x="868680" y="2340864"/>
            <a:ext cx="2194560" cy="502920"/>
          </a:xfrm>
          <a:prstGeom prst="rect">
            <a:avLst/>
          </a:prstGeom>
          <a:noFill/>
        </p:spPr>
        <p:txBody>
          <a:bodyPr wrap="square" lIns="0" tIns="0" rIns="0" bIns="0" rtlCol="0" anchor="t"/>
          <a:lstStyle/>
          <a:p>
            <a:pPr marL="0" indent="0" algn="l">
              <a:lnSpc>
                <a:spcPct val="118000"/>
              </a:lnSpc>
              <a:buNone/>
            </a:pPr>
            <a:r>
              <a:rPr lang="ko-KR" sz="1200" b="1" dirty="0">
                <a:solidFill>
                  <a:srgbClr val="39405C"/>
                </a:solidFill>
                <a:latin typeface="Malgun Gothic" pitchFamily="34" charset="0"/>
                <a:ea typeface="Malgun Gothic" pitchFamily="34" charset="-122"/>
                <a:cs typeface="Malgun Gothic" pitchFamily="34" charset="-120"/>
              </a:rPr>
              <a:t>아이마다 배우는 속도와</a:t>
            </a:r>
          </a:p>
          <a:p>
            <a:pPr marL="0" indent="0" algn="l">
              <a:lnSpc>
                <a:spcPct val="118000"/>
              </a:lnSpc>
              <a:buNone/>
            </a:pPr>
            <a:r>
              <a:rPr lang="ko-KR" sz="1200" b="1" dirty="0">
                <a:solidFill>
                  <a:srgbClr val="39405C"/>
                </a:solidFill>
                <a:latin typeface="Malgun Gothic" pitchFamily="34" charset="0"/>
                <a:ea typeface="Malgun Gothic" pitchFamily="34" charset="-122"/>
                <a:cs typeface="Malgun Gothic" pitchFamily="34" charset="-120"/>
              </a:rPr>
              <a:t>표현 방식이 다르다</a:t>
            </a:r>
          </a:p>
        </p:txBody>
      </p:sp>
      <p:sp>
        <p:nvSpPr>
          <p:cNvPr id="110" name="Text 110"/>
          <p:cNvSpPr txBox="1"/>
          <p:nvPr/>
        </p:nvSpPr>
        <p:spPr>
          <a:xfrm>
            <a:off x="640080" y="2907792"/>
            <a:ext cx="2560320" cy="292608"/>
          </a:xfrm>
          <a:prstGeom prst="rect">
            <a:avLst/>
          </a:prstGeom>
          <a:noFill/>
        </p:spPr>
        <p:txBody>
          <a:bodyPr wrap="square" lIns="0" tIns="0" rIns="0" bIns="0" rtlCol="0" anchor="ctr"/>
          <a:lstStyle/>
          <a:p>
            <a:pPr marL="0" indent="0" algn="ctr">
              <a:lnSpc>
                <a:spcPct val="115000"/>
              </a:lnSpc>
              <a:buNone/>
            </a:pPr>
            <a:r>
              <a:rPr lang="ko-KR" sz="1400" b="1" dirty="0">
                <a:solidFill>
                  <a:srgbClr val="6274E8"/>
                </a:solidFill>
                <a:latin typeface="Malgun Gothic" pitchFamily="34" charset="0"/>
                <a:ea typeface="Malgun Gothic" pitchFamily="34" charset="-122"/>
                <a:cs typeface="Malgun Gothic" pitchFamily="34" charset="-120"/>
              </a:rPr>
              <a:t>↓</a:t>
            </a:r>
          </a:p>
        </p:txBody>
      </p:sp>
      <p:sp>
        <p:nvSpPr>
          <p:cNvPr id="111" name="Rule 111"/>
          <p:cNvSpPr/>
          <p:nvPr/>
        </p:nvSpPr>
        <p:spPr>
          <a:xfrm>
            <a:off x="640080" y="3547872"/>
            <a:ext cx="2560320" cy="960120"/>
          </a:xfrm>
          <a:prstGeom prst="roundRect">
            <a:avLst>
              <a:gd name="adj" fmla="val 14000"/>
            </a:avLst>
          </a:prstGeom>
          <a:solidFill>
            <a:srgbClr val="DDE2FF"/>
          </a:solidFill>
          <a:ln>
            <a:noFill/>
          </a:ln>
          <a:effectLst/>
        </p:spPr>
        <p:txBody>
          <a:bodyPr wrap="square" lIns="0" tIns="0" rIns="0" bIns="0" rtlCol="0" anchor="ctr"/>
          <a:lstStyle/>
          <a:p>
            <a:endParaRPr lang="ko-KR"/>
          </a:p>
        </p:txBody>
      </p:sp>
      <p:sp>
        <p:nvSpPr>
          <p:cNvPr id="112" name="Text 112"/>
          <p:cNvSpPr txBox="1"/>
          <p:nvPr/>
        </p:nvSpPr>
        <p:spPr>
          <a:xfrm>
            <a:off x="822960" y="3657600"/>
            <a:ext cx="2194560" cy="457200"/>
          </a:xfrm>
          <a:prstGeom prst="rect">
            <a:avLst/>
          </a:prstGeom>
          <a:noFill/>
        </p:spPr>
        <p:txBody>
          <a:bodyPr wrap="square" lIns="0" tIns="0" rIns="0" bIns="0" rtlCol="0" anchor="ctr"/>
          <a:lstStyle/>
          <a:p>
            <a:pPr marL="0" indent="0" algn="l">
              <a:lnSpc>
                <a:spcPct val="110000"/>
              </a:lnSpc>
              <a:buNone/>
            </a:pPr>
            <a:r>
              <a:rPr lang="ko-KR" sz="1350" b="1" dirty="0">
                <a:solidFill>
                  <a:srgbClr val="39405C"/>
                </a:solidFill>
                <a:latin typeface="Malgun Gothic" pitchFamily="34" charset="0"/>
                <a:ea typeface="Malgun Gothic" pitchFamily="34" charset="-122"/>
                <a:cs typeface="Malgun Gothic" pitchFamily="34" charset="-120"/>
              </a:rPr>
              <a:t>글 없이, 아이 속도대로</a:t>
            </a:r>
          </a:p>
        </p:txBody>
      </p:sp>
      <p:sp>
        <p:nvSpPr>
          <p:cNvPr id="113" name="Text 113"/>
          <p:cNvSpPr txBox="1"/>
          <p:nvPr/>
        </p:nvSpPr>
        <p:spPr>
          <a:xfrm>
            <a:off x="822960" y="4087368"/>
            <a:ext cx="2194560" cy="320040"/>
          </a:xfrm>
          <a:prstGeom prst="rect">
            <a:avLst/>
          </a:prstGeom>
          <a:noFill/>
        </p:spPr>
        <p:txBody>
          <a:bodyPr wrap="square" lIns="0" tIns="0" rIns="0" bIns="0" rtlCol="0" anchor="t"/>
          <a:lstStyle/>
          <a:p>
            <a:pPr marL="0" indent="0" algn="l">
              <a:lnSpc>
                <a:spcPct val="115000"/>
              </a:lnSpc>
              <a:buNone/>
            </a:pPr>
            <a:r>
              <a:rPr lang="ko-KR" sz="1000" dirty="0">
                <a:solidFill>
                  <a:srgbClr val="4A5170"/>
                </a:solidFill>
                <a:latin typeface="Malgun Gothic" pitchFamily="34" charset="0"/>
                <a:ea typeface="Malgun Gothic" pitchFamily="34" charset="-122"/>
                <a:cs typeface="Malgun Gothic" pitchFamily="34" charset="-120"/>
              </a:rPr>
              <a:t>카드로 고르고, 시간 제한 없이</a:t>
            </a:r>
          </a:p>
        </p:txBody>
      </p:sp>
      <p:sp>
        <p:nvSpPr>
          <p:cNvPr id="114" name="Card 114"/>
          <p:cNvSpPr/>
          <p:nvPr/>
        </p:nvSpPr>
        <p:spPr>
          <a:xfrm>
            <a:off x="3422904" y="1883664"/>
            <a:ext cx="2560320" cy="1005840"/>
          </a:xfrm>
          <a:prstGeom prst="roundRect">
            <a:avLst>
              <a:gd name="adj" fmla="val 1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15" name="Dot 115"/>
          <p:cNvSpPr/>
          <p:nvPr/>
        </p:nvSpPr>
        <p:spPr>
          <a:xfrm>
            <a:off x="3651504" y="2048256"/>
            <a:ext cx="137160" cy="137160"/>
          </a:xfrm>
          <a:prstGeom prst="ellipse">
            <a:avLst/>
          </a:prstGeom>
          <a:solidFill>
            <a:srgbClr val="E0607A"/>
          </a:solidFill>
          <a:ln>
            <a:noFill/>
          </a:ln>
          <a:effectLst/>
        </p:spPr>
        <p:txBody>
          <a:bodyPr wrap="square" lIns="0" tIns="0" rIns="0" bIns="0" rtlCol="0" anchor="ctr"/>
          <a:lstStyle/>
          <a:p>
            <a:endParaRPr lang="ko-KR"/>
          </a:p>
        </p:txBody>
      </p:sp>
      <p:sp>
        <p:nvSpPr>
          <p:cNvPr id="116" name="Text 116"/>
          <p:cNvSpPr txBox="1"/>
          <p:nvPr/>
        </p:nvSpPr>
        <p:spPr>
          <a:xfrm>
            <a:off x="3861816" y="1993392"/>
            <a:ext cx="2011680" cy="246888"/>
          </a:xfrm>
          <a:prstGeom prst="rect">
            <a:avLst/>
          </a:prstGeom>
          <a:noFill/>
        </p:spPr>
        <p:txBody>
          <a:bodyPr wrap="square" lIns="0" tIns="0" rIns="0" bIns="0" rtlCol="0" anchor="ctr"/>
          <a:lstStyle/>
          <a:p>
            <a:pPr marL="0" indent="0" algn="l">
              <a:lnSpc>
                <a:spcPct val="115000"/>
              </a:lnSpc>
              <a:buNone/>
            </a:pPr>
            <a:r>
              <a:rPr lang="ko-KR" sz="1050" b="1" dirty="0">
                <a:solidFill>
                  <a:srgbClr val="E0607A"/>
                </a:solidFill>
                <a:latin typeface="Malgun Gothic" pitchFamily="34" charset="0"/>
                <a:ea typeface="Malgun Gothic" pitchFamily="34" charset="-122"/>
                <a:cs typeface="Malgun Gothic" pitchFamily="34" charset="-120"/>
              </a:rPr>
              <a:t>표현 방식</a:t>
            </a:r>
          </a:p>
        </p:txBody>
      </p:sp>
      <p:sp>
        <p:nvSpPr>
          <p:cNvPr id="117" name="Text 117"/>
          <p:cNvSpPr txBox="1"/>
          <p:nvPr/>
        </p:nvSpPr>
        <p:spPr>
          <a:xfrm>
            <a:off x="3651504" y="2340864"/>
            <a:ext cx="2194560" cy="502920"/>
          </a:xfrm>
          <a:prstGeom prst="rect">
            <a:avLst/>
          </a:prstGeom>
          <a:noFill/>
        </p:spPr>
        <p:txBody>
          <a:bodyPr wrap="square" lIns="0" tIns="0" rIns="0" bIns="0" rtlCol="0" anchor="t"/>
          <a:lstStyle/>
          <a:p>
            <a:pPr marL="0" indent="0" algn="l">
              <a:lnSpc>
                <a:spcPct val="118000"/>
              </a:lnSpc>
              <a:buNone/>
            </a:pPr>
            <a:r>
              <a:rPr lang="ko-KR" sz="1200" b="1" dirty="0">
                <a:solidFill>
                  <a:srgbClr val="39405C"/>
                </a:solidFill>
                <a:latin typeface="Malgun Gothic" pitchFamily="34" charset="0"/>
                <a:ea typeface="Malgun Gothic" pitchFamily="34" charset="-122"/>
                <a:cs typeface="Malgun Gothic" pitchFamily="34" charset="-120"/>
              </a:rPr>
              <a:t>그림 + 이야기는</a:t>
            </a:r>
          </a:p>
          <a:p>
            <a:pPr marL="0" indent="0" algn="l">
              <a:lnSpc>
                <a:spcPct val="118000"/>
              </a:lnSpc>
              <a:buNone/>
            </a:pPr>
            <a:r>
              <a:rPr lang="ko-KR" sz="1200" b="1" dirty="0">
                <a:solidFill>
                  <a:srgbClr val="39405C"/>
                </a:solidFill>
                <a:latin typeface="Malgun Gothic" pitchFamily="34" charset="0"/>
                <a:ea typeface="Malgun Gothic" pitchFamily="34" charset="-122"/>
                <a:cs typeface="Malgun Gothic" pitchFamily="34" charset="-120"/>
              </a:rPr>
              <a:t>글 밖의 표현 통로</a:t>
            </a:r>
          </a:p>
        </p:txBody>
      </p:sp>
      <p:sp>
        <p:nvSpPr>
          <p:cNvPr id="118" name="Text 118"/>
          <p:cNvSpPr txBox="1"/>
          <p:nvPr/>
        </p:nvSpPr>
        <p:spPr>
          <a:xfrm>
            <a:off x="3422904" y="2907792"/>
            <a:ext cx="2560320" cy="292608"/>
          </a:xfrm>
          <a:prstGeom prst="rect">
            <a:avLst/>
          </a:prstGeom>
          <a:noFill/>
        </p:spPr>
        <p:txBody>
          <a:bodyPr wrap="square" lIns="0" tIns="0" rIns="0" bIns="0" rtlCol="0" anchor="ctr"/>
          <a:lstStyle/>
          <a:p>
            <a:pPr marL="0" indent="0" algn="ctr">
              <a:lnSpc>
                <a:spcPct val="115000"/>
              </a:lnSpc>
              <a:buNone/>
            </a:pPr>
            <a:r>
              <a:rPr lang="ko-KR" sz="1400" b="1" dirty="0">
                <a:solidFill>
                  <a:srgbClr val="E0607A"/>
                </a:solidFill>
                <a:latin typeface="Malgun Gothic" pitchFamily="34" charset="0"/>
                <a:ea typeface="Malgun Gothic" pitchFamily="34" charset="-122"/>
                <a:cs typeface="Malgun Gothic" pitchFamily="34" charset="-120"/>
              </a:rPr>
              <a:t>↓</a:t>
            </a:r>
          </a:p>
        </p:txBody>
      </p:sp>
      <p:sp>
        <p:nvSpPr>
          <p:cNvPr id="119" name="Rule 119"/>
          <p:cNvSpPr/>
          <p:nvPr/>
        </p:nvSpPr>
        <p:spPr>
          <a:xfrm>
            <a:off x="3422904" y="3547872"/>
            <a:ext cx="2560320" cy="960120"/>
          </a:xfrm>
          <a:prstGeom prst="roundRect">
            <a:avLst>
              <a:gd name="adj" fmla="val 14000"/>
            </a:avLst>
          </a:prstGeom>
          <a:solidFill>
            <a:srgbClr val="FDE0E6"/>
          </a:solidFill>
          <a:ln>
            <a:noFill/>
          </a:ln>
          <a:effectLst/>
        </p:spPr>
        <p:txBody>
          <a:bodyPr wrap="square" lIns="0" tIns="0" rIns="0" bIns="0" rtlCol="0" anchor="ctr"/>
          <a:lstStyle/>
          <a:p>
            <a:endParaRPr lang="ko-KR"/>
          </a:p>
        </p:txBody>
      </p:sp>
      <p:sp>
        <p:nvSpPr>
          <p:cNvPr id="120" name="Text 120"/>
          <p:cNvSpPr txBox="1"/>
          <p:nvPr/>
        </p:nvSpPr>
        <p:spPr>
          <a:xfrm>
            <a:off x="3605784" y="3657600"/>
            <a:ext cx="2194560" cy="457200"/>
          </a:xfrm>
          <a:prstGeom prst="rect">
            <a:avLst/>
          </a:prstGeom>
          <a:noFill/>
        </p:spPr>
        <p:txBody>
          <a:bodyPr wrap="square" lIns="0" tIns="0" rIns="0" bIns="0" rtlCol="0" anchor="ctr"/>
          <a:lstStyle/>
          <a:p>
            <a:pPr marL="0" indent="0" algn="l">
              <a:lnSpc>
                <a:spcPct val="110000"/>
              </a:lnSpc>
              <a:buNone/>
            </a:pPr>
            <a:r>
              <a:rPr lang="ko-KR" sz="1350" b="1" dirty="0">
                <a:solidFill>
                  <a:srgbClr val="39405C"/>
                </a:solidFill>
                <a:latin typeface="Malgun Gothic" pitchFamily="34" charset="0"/>
                <a:ea typeface="Malgun Gothic" pitchFamily="34" charset="-122"/>
                <a:cs typeface="Malgun Gothic" pitchFamily="34" charset="-120"/>
              </a:rPr>
              <a:t>아이 그림이 그대로 주인공</a:t>
            </a:r>
          </a:p>
        </p:txBody>
      </p:sp>
      <p:sp>
        <p:nvSpPr>
          <p:cNvPr id="121" name="Text 121"/>
          <p:cNvSpPr txBox="1"/>
          <p:nvPr/>
        </p:nvSpPr>
        <p:spPr>
          <a:xfrm>
            <a:off x="3605784" y="4087368"/>
            <a:ext cx="2194560" cy="320040"/>
          </a:xfrm>
          <a:prstGeom prst="rect">
            <a:avLst/>
          </a:prstGeom>
          <a:noFill/>
        </p:spPr>
        <p:txBody>
          <a:bodyPr wrap="square" lIns="0" tIns="0" rIns="0" bIns="0" rtlCol="0" anchor="t"/>
          <a:lstStyle/>
          <a:p>
            <a:pPr marL="0" indent="0" algn="l">
              <a:lnSpc>
                <a:spcPct val="115000"/>
              </a:lnSpc>
              <a:buNone/>
            </a:pPr>
            <a:r>
              <a:rPr lang="ko-KR" sz="1000" dirty="0">
                <a:solidFill>
                  <a:srgbClr val="4A5170"/>
                </a:solidFill>
                <a:latin typeface="Malgun Gothic" pitchFamily="34" charset="0"/>
                <a:ea typeface="Malgun Gothic" pitchFamily="34" charset="-122"/>
                <a:cs typeface="Malgun Gothic" pitchFamily="34" charset="-120"/>
              </a:rPr>
              <a:t>잘 그리지 않아도 원본을 그대로</a:t>
            </a:r>
          </a:p>
        </p:txBody>
      </p:sp>
      <p:sp>
        <p:nvSpPr>
          <p:cNvPr id="122" name="Card 122"/>
          <p:cNvSpPr/>
          <p:nvPr/>
        </p:nvSpPr>
        <p:spPr>
          <a:xfrm>
            <a:off x="6205728" y="1883664"/>
            <a:ext cx="2560320" cy="1005840"/>
          </a:xfrm>
          <a:prstGeom prst="roundRect">
            <a:avLst>
              <a:gd name="adj" fmla="val 1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23" name="Dot 123"/>
          <p:cNvSpPr/>
          <p:nvPr/>
        </p:nvSpPr>
        <p:spPr>
          <a:xfrm>
            <a:off x="6434328" y="2048256"/>
            <a:ext cx="137160" cy="137160"/>
          </a:xfrm>
          <a:prstGeom prst="ellipse">
            <a:avLst/>
          </a:prstGeom>
          <a:solidFill>
            <a:srgbClr val="2F9E78"/>
          </a:solidFill>
          <a:ln>
            <a:noFill/>
          </a:ln>
          <a:effectLst/>
        </p:spPr>
        <p:txBody>
          <a:bodyPr wrap="square" lIns="0" tIns="0" rIns="0" bIns="0" rtlCol="0" anchor="ctr"/>
          <a:lstStyle/>
          <a:p>
            <a:endParaRPr lang="ko-KR"/>
          </a:p>
        </p:txBody>
      </p:sp>
      <p:sp>
        <p:nvSpPr>
          <p:cNvPr id="124" name="Text 124"/>
          <p:cNvSpPr txBox="1"/>
          <p:nvPr/>
        </p:nvSpPr>
        <p:spPr>
          <a:xfrm>
            <a:off x="6644640" y="1993392"/>
            <a:ext cx="2011680" cy="246888"/>
          </a:xfrm>
          <a:prstGeom prst="rect">
            <a:avLst/>
          </a:prstGeom>
          <a:noFill/>
        </p:spPr>
        <p:txBody>
          <a:bodyPr wrap="square" lIns="0" tIns="0" rIns="0" bIns="0" rtlCol="0" anchor="ctr"/>
          <a:lstStyle/>
          <a:p>
            <a:pPr marL="0" indent="0" algn="l">
              <a:lnSpc>
                <a:spcPct val="115000"/>
              </a:lnSpc>
              <a:buNone/>
            </a:pPr>
            <a:r>
              <a:rPr lang="ko-KR" sz="1050" b="1" dirty="0">
                <a:solidFill>
                  <a:srgbClr val="2F9E78"/>
                </a:solidFill>
                <a:latin typeface="Malgun Gothic" pitchFamily="34" charset="0"/>
                <a:ea typeface="Malgun Gothic" pitchFamily="34" charset="-122"/>
                <a:cs typeface="Malgun Gothic" pitchFamily="34" charset="-120"/>
              </a:rPr>
              <a:t>기술</a:t>
            </a:r>
          </a:p>
        </p:txBody>
      </p:sp>
      <p:sp>
        <p:nvSpPr>
          <p:cNvPr id="125" name="Text 125"/>
          <p:cNvSpPr txBox="1"/>
          <p:nvPr/>
        </p:nvSpPr>
        <p:spPr>
          <a:xfrm>
            <a:off x="6434328" y="2340864"/>
            <a:ext cx="2194560" cy="502920"/>
          </a:xfrm>
          <a:prstGeom prst="rect">
            <a:avLst/>
          </a:prstGeom>
          <a:noFill/>
        </p:spPr>
        <p:txBody>
          <a:bodyPr wrap="square" lIns="0" tIns="0" rIns="0" bIns="0" rtlCol="0" anchor="t"/>
          <a:lstStyle/>
          <a:p>
            <a:pPr marL="0" indent="0" algn="l">
              <a:lnSpc>
                <a:spcPct val="118000"/>
              </a:lnSpc>
              <a:buNone/>
            </a:pPr>
            <a:r>
              <a:rPr lang="ko-KR" sz="1200" b="1" dirty="0">
                <a:solidFill>
                  <a:srgbClr val="39405C"/>
                </a:solidFill>
                <a:latin typeface="Malgun Gothic" pitchFamily="34" charset="0"/>
                <a:ea typeface="Malgun Gothic" pitchFamily="34" charset="-122"/>
                <a:cs typeface="Malgun Gothic" pitchFamily="34" charset="-120"/>
              </a:rPr>
              <a:t>손그림을 찾고 · 떼고 ·</a:t>
            </a:r>
          </a:p>
          <a:p>
            <a:pPr marL="0" indent="0" algn="l">
              <a:lnSpc>
                <a:spcPct val="118000"/>
              </a:lnSpc>
              <a:buNone/>
            </a:pPr>
            <a:r>
              <a:rPr lang="ko-KR" sz="1200" b="1" dirty="0">
                <a:solidFill>
                  <a:srgbClr val="39405C"/>
                </a:solidFill>
                <a:latin typeface="Malgun Gothic" pitchFamily="34" charset="0"/>
                <a:ea typeface="Malgun Gothic" pitchFamily="34" charset="-122"/>
                <a:cs typeface="Malgun Gothic" pitchFamily="34" charset="-120"/>
              </a:rPr>
              <a:t>움직이는 기술이 공개됨</a:t>
            </a:r>
          </a:p>
        </p:txBody>
      </p:sp>
      <p:sp>
        <p:nvSpPr>
          <p:cNvPr id="126" name="Text 126"/>
          <p:cNvSpPr txBox="1"/>
          <p:nvPr/>
        </p:nvSpPr>
        <p:spPr>
          <a:xfrm>
            <a:off x="6205728" y="2907792"/>
            <a:ext cx="2560320" cy="292608"/>
          </a:xfrm>
          <a:prstGeom prst="rect">
            <a:avLst/>
          </a:prstGeom>
          <a:noFill/>
        </p:spPr>
        <p:txBody>
          <a:bodyPr wrap="square" lIns="0" tIns="0" rIns="0" bIns="0" rtlCol="0" anchor="ctr"/>
          <a:lstStyle/>
          <a:p>
            <a:pPr marL="0" indent="0" algn="ctr">
              <a:lnSpc>
                <a:spcPct val="115000"/>
              </a:lnSpc>
              <a:buNone/>
            </a:pPr>
            <a:r>
              <a:rPr lang="ko-KR" sz="1400" b="1" dirty="0">
                <a:solidFill>
                  <a:srgbClr val="2F9E78"/>
                </a:solidFill>
                <a:latin typeface="Malgun Gothic" pitchFamily="34" charset="0"/>
                <a:ea typeface="Malgun Gothic" pitchFamily="34" charset="-122"/>
                <a:cs typeface="Malgun Gothic" pitchFamily="34" charset="-120"/>
              </a:rPr>
              <a:t>↓</a:t>
            </a:r>
          </a:p>
        </p:txBody>
      </p:sp>
      <p:sp>
        <p:nvSpPr>
          <p:cNvPr id="127" name="Rule 127"/>
          <p:cNvSpPr/>
          <p:nvPr/>
        </p:nvSpPr>
        <p:spPr>
          <a:xfrm>
            <a:off x="6205728" y="3547872"/>
            <a:ext cx="2560320" cy="960120"/>
          </a:xfrm>
          <a:prstGeom prst="roundRect">
            <a:avLst>
              <a:gd name="adj" fmla="val 14000"/>
            </a:avLst>
          </a:prstGeom>
          <a:solidFill>
            <a:srgbClr val="DCF2E4"/>
          </a:solidFill>
          <a:ln>
            <a:noFill/>
          </a:ln>
          <a:effectLst/>
        </p:spPr>
        <p:txBody>
          <a:bodyPr wrap="square" lIns="0" tIns="0" rIns="0" bIns="0" rtlCol="0" anchor="ctr"/>
          <a:lstStyle/>
          <a:p>
            <a:endParaRPr lang="ko-KR"/>
          </a:p>
        </p:txBody>
      </p:sp>
      <p:sp>
        <p:nvSpPr>
          <p:cNvPr id="128" name="Text 128"/>
          <p:cNvSpPr txBox="1"/>
          <p:nvPr/>
        </p:nvSpPr>
        <p:spPr>
          <a:xfrm>
            <a:off x="6388608" y="3657600"/>
            <a:ext cx="2194560" cy="457200"/>
          </a:xfrm>
          <a:prstGeom prst="rect">
            <a:avLst/>
          </a:prstGeom>
          <a:noFill/>
        </p:spPr>
        <p:txBody>
          <a:bodyPr wrap="square" lIns="0" tIns="0" rIns="0" bIns="0" rtlCol="0" anchor="ctr"/>
          <a:lstStyle/>
          <a:p>
            <a:pPr marL="0" indent="0" algn="l">
              <a:lnSpc>
                <a:spcPct val="110000"/>
              </a:lnSpc>
              <a:buNone/>
            </a:pPr>
            <a:r>
              <a:rPr lang="ko-KR" sz="1350" b="1" dirty="0">
                <a:solidFill>
                  <a:srgbClr val="39405C"/>
                </a:solidFill>
                <a:latin typeface="Malgun Gothic" pitchFamily="34" charset="0"/>
                <a:ea typeface="Malgun Gothic" pitchFamily="34" charset="-122"/>
                <a:cs typeface="Malgun Gothic" pitchFamily="34" charset="-120"/>
              </a:rPr>
              <a:t>AI는 움직임만 돕는다</a:t>
            </a:r>
          </a:p>
        </p:txBody>
      </p:sp>
      <p:sp>
        <p:nvSpPr>
          <p:cNvPr id="129" name="Text 129"/>
          <p:cNvSpPr txBox="1"/>
          <p:nvPr/>
        </p:nvSpPr>
        <p:spPr>
          <a:xfrm>
            <a:off x="6388608" y="4087368"/>
            <a:ext cx="2194560" cy="320040"/>
          </a:xfrm>
          <a:prstGeom prst="rect">
            <a:avLst/>
          </a:prstGeom>
          <a:noFill/>
        </p:spPr>
        <p:txBody>
          <a:bodyPr wrap="square" lIns="0" tIns="0" rIns="0" bIns="0" rtlCol="0" anchor="t"/>
          <a:lstStyle/>
          <a:p>
            <a:pPr marL="0" indent="0" algn="l">
              <a:lnSpc>
                <a:spcPct val="115000"/>
              </a:lnSpc>
              <a:buNone/>
            </a:pPr>
            <a:r>
              <a:rPr lang="ko-KR" sz="1000" dirty="0">
                <a:solidFill>
                  <a:srgbClr val="4A5170"/>
                </a:solidFill>
                <a:latin typeface="Malgun Gothic" pitchFamily="34" charset="0"/>
                <a:ea typeface="Malgun Gothic" pitchFamily="34" charset="-122"/>
                <a:cs typeface="Malgun Gothic" pitchFamily="34" charset="-120"/>
              </a:rPr>
              <a:t>인식 · 관절 · 렌더는 AI가 맡고</a:t>
            </a:r>
          </a:p>
        </p:txBody>
      </p:sp>
      <p:sp>
        <p:nvSpPr>
          <p:cNvPr id="130" name="Card 130"/>
          <p:cNvSpPr/>
          <p:nvPr/>
        </p:nvSpPr>
        <p:spPr>
          <a:xfrm>
            <a:off x="8988552" y="1883664"/>
            <a:ext cx="2560320" cy="1005840"/>
          </a:xfrm>
          <a:prstGeom prst="roundRect">
            <a:avLst>
              <a:gd name="adj" fmla="val 1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31" name="Dot 131"/>
          <p:cNvSpPr/>
          <p:nvPr/>
        </p:nvSpPr>
        <p:spPr>
          <a:xfrm>
            <a:off x="9217152" y="2048256"/>
            <a:ext cx="137160" cy="137160"/>
          </a:xfrm>
          <a:prstGeom prst="ellipse">
            <a:avLst/>
          </a:prstGeom>
          <a:solidFill>
            <a:srgbClr val="B9860C"/>
          </a:solidFill>
          <a:ln>
            <a:noFill/>
          </a:ln>
          <a:effectLst/>
        </p:spPr>
        <p:txBody>
          <a:bodyPr wrap="square" lIns="0" tIns="0" rIns="0" bIns="0" rtlCol="0" anchor="ctr"/>
          <a:lstStyle/>
          <a:p>
            <a:endParaRPr lang="ko-KR"/>
          </a:p>
        </p:txBody>
      </p:sp>
      <p:sp>
        <p:nvSpPr>
          <p:cNvPr id="132" name="Text 132"/>
          <p:cNvSpPr txBox="1"/>
          <p:nvPr/>
        </p:nvSpPr>
        <p:spPr>
          <a:xfrm>
            <a:off x="9427464" y="1993392"/>
            <a:ext cx="2011680" cy="246888"/>
          </a:xfrm>
          <a:prstGeom prst="rect">
            <a:avLst/>
          </a:prstGeom>
          <a:noFill/>
        </p:spPr>
        <p:txBody>
          <a:bodyPr wrap="square" lIns="0" tIns="0" rIns="0" bIns="0" rtlCol="0" anchor="ctr"/>
          <a:lstStyle/>
          <a:p>
            <a:pPr marL="0" indent="0" algn="l">
              <a:lnSpc>
                <a:spcPct val="115000"/>
              </a:lnSpc>
              <a:buNone/>
            </a:pPr>
            <a:r>
              <a:rPr lang="ko-KR" sz="1050" b="1" dirty="0">
                <a:solidFill>
                  <a:srgbClr val="B9860C"/>
                </a:solidFill>
                <a:latin typeface="Malgun Gothic" pitchFamily="34" charset="0"/>
                <a:ea typeface="Malgun Gothic" pitchFamily="34" charset="-122"/>
                <a:cs typeface="Malgun Gothic" pitchFamily="34" charset="-120"/>
              </a:rPr>
              <a:t>기존 서비스</a:t>
            </a:r>
          </a:p>
        </p:txBody>
      </p:sp>
      <p:sp>
        <p:nvSpPr>
          <p:cNvPr id="133" name="Text 133"/>
          <p:cNvSpPr txBox="1"/>
          <p:nvPr/>
        </p:nvSpPr>
        <p:spPr>
          <a:xfrm>
            <a:off x="9217152" y="2340864"/>
            <a:ext cx="2194560" cy="502920"/>
          </a:xfrm>
          <a:prstGeom prst="rect">
            <a:avLst/>
          </a:prstGeom>
          <a:noFill/>
        </p:spPr>
        <p:txBody>
          <a:bodyPr wrap="square" lIns="0" tIns="0" rIns="0" bIns="0" rtlCol="0" anchor="t"/>
          <a:lstStyle/>
          <a:p>
            <a:pPr marL="0" indent="0" algn="l">
              <a:lnSpc>
                <a:spcPct val="118000"/>
              </a:lnSpc>
              <a:buNone/>
            </a:pPr>
            <a:r>
              <a:rPr lang="ko-KR" sz="1200" b="1" dirty="0">
                <a:solidFill>
                  <a:srgbClr val="39405C"/>
                </a:solidFill>
                <a:latin typeface="Malgun Gothic" pitchFamily="34" charset="0"/>
                <a:ea typeface="Malgun Gothic" pitchFamily="34" charset="-122"/>
                <a:cs typeface="Malgun Gothic" pitchFamily="34" charset="-120"/>
              </a:rPr>
              <a:t>결과는 주지만 아이의</a:t>
            </a:r>
          </a:p>
          <a:p>
            <a:pPr marL="0" indent="0" algn="l">
              <a:lnSpc>
                <a:spcPct val="118000"/>
              </a:lnSpc>
              <a:buNone/>
            </a:pPr>
            <a:r>
              <a:rPr lang="ko-KR" sz="1200" b="1" dirty="0">
                <a:solidFill>
                  <a:srgbClr val="39405C"/>
                </a:solidFill>
                <a:latin typeface="Malgun Gothic" pitchFamily="34" charset="0"/>
                <a:ea typeface="Malgun Gothic" pitchFamily="34" charset="-122"/>
                <a:cs typeface="Malgun Gothic" pitchFamily="34" charset="-120"/>
              </a:rPr>
              <a:t>참여는 한 번에 끝남</a:t>
            </a:r>
          </a:p>
        </p:txBody>
      </p:sp>
      <p:sp>
        <p:nvSpPr>
          <p:cNvPr id="134" name="Text 134"/>
          <p:cNvSpPr txBox="1"/>
          <p:nvPr/>
        </p:nvSpPr>
        <p:spPr>
          <a:xfrm>
            <a:off x="8988552" y="2907792"/>
            <a:ext cx="2560320" cy="292608"/>
          </a:xfrm>
          <a:prstGeom prst="rect">
            <a:avLst/>
          </a:prstGeom>
          <a:noFill/>
        </p:spPr>
        <p:txBody>
          <a:bodyPr wrap="square" lIns="0" tIns="0" rIns="0" bIns="0" rtlCol="0" anchor="ctr"/>
          <a:lstStyle/>
          <a:p>
            <a:pPr marL="0" indent="0" algn="ctr">
              <a:lnSpc>
                <a:spcPct val="115000"/>
              </a:lnSpc>
              <a:buNone/>
            </a:pPr>
            <a:r>
              <a:rPr lang="ko-KR" sz="1400" b="1" dirty="0">
                <a:solidFill>
                  <a:srgbClr val="B9860C"/>
                </a:solidFill>
                <a:latin typeface="Malgun Gothic" pitchFamily="34" charset="0"/>
                <a:ea typeface="Malgun Gothic" pitchFamily="34" charset="-122"/>
                <a:cs typeface="Malgun Gothic" pitchFamily="34" charset="-120"/>
              </a:rPr>
              <a:t>↓</a:t>
            </a:r>
          </a:p>
        </p:txBody>
      </p:sp>
      <p:sp>
        <p:nvSpPr>
          <p:cNvPr id="135" name="Rule 135"/>
          <p:cNvSpPr/>
          <p:nvPr/>
        </p:nvSpPr>
        <p:spPr>
          <a:xfrm>
            <a:off x="8988552" y="3547872"/>
            <a:ext cx="2560320" cy="960120"/>
          </a:xfrm>
          <a:prstGeom prst="roundRect">
            <a:avLst>
              <a:gd name="adj" fmla="val 14000"/>
            </a:avLst>
          </a:prstGeom>
          <a:solidFill>
            <a:srgbClr val="FFF1C2"/>
          </a:solidFill>
          <a:ln>
            <a:noFill/>
          </a:ln>
          <a:effectLst/>
        </p:spPr>
        <p:txBody>
          <a:bodyPr wrap="square" lIns="0" tIns="0" rIns="0" bIns="0" rtlCol="0" anchor="ctr"/>
          <a:lstStyle/>
          <a:p>
            <a:endParaRPr lang="ko-KR"/>
          </a:p>
        </p:txBody>
      </p:sp>
      <p:sp>
        <p:nvSpPr>
          <p:cNvPr id="136" name="Text 136"/>
          <p:cNvSpPr txBox="1"/>
          <p:nvPr/>
        </p:nvSpPr>
        <p:spPr>
          <a:xfrm>
            <a:off x="9171432" y="3657600"/>
            <a:ext cx="2194560" cy="457200"/>
          </a:xfrm>
          <a:prstGeom prst="rect">
            <a:avLst/>
          </a:prstGeom>
          <a:noFill/>
        </p:spPr>
        <p:txBody>
          <a:bodyPr wrap="square" lIns="0" tIns="0" rIns="0" bIns="0" rtlCol="0" anchor="ctr"/>
          <a:lstStyle/>
          <a:p>
            <a:pPr marL="0" indent="0" algn="l">
              <a:lnSpc>
                <a:spcPct val="110000"/>
              </a:lnSpc>
              <a:buNone/>
            </a:pPr>
            <a:r>
              <a:rPr lang="ko-KR" sz="1350" b="1" dirty="0">
                <a:solidFill>
                  <a:srgbClr val="39405C"/>
                </a:solidFill>
                <a:latin typeface="Malgun Gothic" pitchFamily="34" charset="0"/>
                <a:ea typeface="Malgun Gothic" pitchFamily="34" charset="-122"/>
                <a:cs typeface="Malgun Gothic" pitchFamily="34" charset="-120"/>
              </a:rPr>
              <a:t>다음 장면은 아이가 고른다</a:t>
            </a:r>
          </a:p>
        </p:txBody>
      </p:sp>
      <p:sp>
        <p:nvSpPr>
          <p:cNvPr id="137" name="Text 137"/>
          <p:cNvSpPr txBox="1"/>
          <p:nvPr/>
        </p:nvSpPr>
        <p:spPr>
          <a:xfrm>
            <a:off x="9171432" y="4087368"/>
            <a:ext cx="2194560" cy="320040"/>
          </a:xfrm>
          <a:prstGeom prst="rect">
            <a:avLst/>
          </a:prstGeom>
          <a:noFill/>
        </p:spPr>
        <p:txBody>
          <a:bodyPr wrap="square" lIns="0" tIns="0" rIns="0" bIns="0" rtlCol="0" anchor="t"/>
          <a:lstStyle/>
          <a:p>
            <a:pPr marL="0" indent="0" algn="l">
              <a:lnSpc>
                <a:spcPct val="115000"/>
              </a:lnSpc>
              <a:buNone/>
            </a:pPr>
            <a:r>
              <a:rPr lang="ko-KR" sz="1000" dirty="0">
                <a:solidFill>
                  <a:srgbClr val="4A5170"/>
                </a:solidFill>
                <a:latin typeface="Malgun Gothic" pitchFamily="34" charset="0"/>
                <a:ea typeface="Malgun Gothic" pitchFamily="34" charset="-122"/>
                <a:cs typeface="Malgun Gothic" pitchFamily="34" charset="-120"/>
              </a:rPr>
              <a:t>선택이 쌓여 나만의 이야기로</a:t>
            </a:r>
          </a:p>
        </p:txBody>
      </p:sp>
      <p:sp>
        <p:nvSpPr>
          <p:cNvPr id="138" name="Band 138"/>
          <p:cNvSpPr/>
          <p:nvPr/>
        </p:nvSpPr>
        <p:spPr>
          <a:xfrm>
            <a:off x="640080" y="4709160"/>
            <a:ext cx="10908792" cy="1325880"/>
          </a:xfrm>
          <a:prstGeom prst="roundRect">
            <a:avLst>
              <a:gd name="adj" fmla="val 15000"/>
            </a:avLst>
          </a:prstGeom>
          <a:solidFill>
            <a:srgbClr val="4C5CC4"/>
          </a:solidFill>
          <a:ln>
            <a:no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39" name="Text 139"/>
          <p:cNvSpPr txBox="1"/>
          <p:nvPr/>
        </p:nvSpPr>
        <p:spPr>
          <a:xfrm>
            <a:off x="1005840" y="4846320"/>
            <a:ext cx="2286000" cy="274320"/>
          </a:xfrm>
          <a:prstGeom prst="rect">
            <a:avLst/>
          </a:prstGeom>
          <a:noFill/>
        </p:spPr>
        <p:txBody>
          <a:bodyPr wrap="square" lIns="0" tIns="0" rIns="0" bIns="0" rtlCol="0" anchor="ctr"/>
          <a:lstStyle/>
          <a:p>
            <a:pPr marL="0" indent="0" algn="l">
              <a:lnSpc>
                <a:spcPct val="115000"/>
              </a:lnSpc>
              <a:buNone/>
            </a:pPr>
            <a:r>
              <a:rPr lang="ko-KR" sz="1100" b="1" dirty="0">
                <a:solidFill>
                  <a:srgbClr val="C9D0FF"/>
                </a:solidFill>
                <a:latin typeface="Malgun Gothic" pitchFamily="34" charset="0"/>
                <a:ea typeface="Malgun Gothic" pitchFamily="34" charset="-122"/>
                <a:cs typeface="Malgun Gothic" pitchFamily="34" charset="-120"/>
              </a:rPr>
              <a:t>③  그래서 DrawTale은</a:t>
            </a:r>
          </a:p>
        </p:txBody>
      </p:sp>
      <p:sp>
        <p:nvSpPr>
          <p:cNvPr id="140" name="Text 140"/>
          <p:cNvSpPr txBox="1"/>
          <p:nvPr/>
        </p:nvSpPr>
        <p:spPr>
          <a:xfrm>
            <a:off x="1005840" y="5148072"/>
            <a:ext cx="10177272" cy="448056"/>
          </a:xfrm>
          <a:prstGeom prst="rect">
            <a:avLst/>
          </a:prstGeom>
          <a:noFill/>
        </p:spPr>
        <p:txBody>
          <a:bodyPr wrap="square" lIns="0" tIns="0" rIns="0" bIns="0" rtlCol="0" anchor="ctr"/>
          <a:lstStyle/>
          <a:p>
            <a:pPr marL="0" indent="0" algn="l">
              <a:lnSpc>
                <a:spcPct val="115000"/>
              </a:lnSpc>
              <a:buNone/>
            </a:pPr>
            <a:r>
              <a:rPr lang="ko-KR" sz="2000" b="1" dirty="0">
                <a:solidFill>
                  <a:srgbClr val="FFFFFF"/>
                </a:solidFill>
                <a:latin typeface="Malgun Gothic" pitchFamily="34" charset="0"/>
                <a:ea typeface="Malgun Gothic" pitchFamily="34" charset="-122"/>
                <a:cs typeface="Malgun Gothic" pitchFamily="34" charset="-120"/>
              </a:rPr>
              <a:t>AI가 아이 대신 만들지 않고, </a:t>
            </a:r>
            <a:r>
              <a:rPr lang="ko-KR" sz="2000" b="1" dirty="0">
                <a:solidFill>
                  <a:srgbClr val="FFE9A8"/>
                </a:solidFill>
                <a:latin typeface="Malgun Gothic" pitchFamily="34" charset="0"/>
                <a:ea typeface="Malgun Gothic" pitchFamily="34" charset="-122"/>
                <a:cs typeface="Malgun Gothic" pitchFamily="34" charset="-120"/>
              </a:rPr>
              <a:t>아이의 그림과 선택이 이야기의 중심</a:t>
            </a:r>
            <a:r>
              <a:rPr lang="ko-KR" sz="2000" b="1" dirty="0">
                <a:solidFill>
                  <a:srgbClr val="FFFFFF"/>
                </a:solidFill>
                <a:latin typeface="Malgun Gothic" pitchFamily="34" charset="0"/>
                <a:ea typeface="Malgun Gothic" pitchFamily="34" charset="-122"/>
                <a:cs typeface="Malgun Gothic" pitchFamily="34" charset="-120"/>
              </a:rPr>
              <a:t>이 되는 서비스</a:t>
            </a:r>
          </a:p>
        </p:txBody>
      </p:sp>
      <p:sp>
        <p:nvSpPr>
          <p:cNvPr id="141" name="Text 141"/>
          <p:cNvSpPr txBox="1"/>
          <p:nvPr/>
        </p:nvSpPr>
        <p:spPr>
          <a:xfrm>
            <a:off x="1005840" y="5623560"/>
            <a:ext cx="10177272" cy="320040"/>
          </a:xfrm>
          <a:prstGeom prst="rect">
            <a:avLst/>
          </a:prstGeom>
          <a:noFill/>
        </p:spPr>
        <p:txBody>
          <a:bodyPr wrap="square" lIns="0" tIns="0" rIns="0" bIns="0" rtlCol="0" anchor="ctr"/>
          <a:lstStyle/>
          <a:p>
            <a:pPr marL="0" indent="0" algn="l">
              <a:lnSpc>
                <a:spcPct val="115000"/>
              </a:lnSpc>
              <a:buNone/>
            </a:pPr>
            <a:r>
              <a:rPr lang="ko-KR" sz="1100" dirty="0">
                <a:solidFill>
                  <a:srgbClr val="C9D0FF"/>
                </a:solidFill>
                <a:latin typeface="Malgun Gothic" pitchFamily="34" charset="0"/>
                <a:ea typeface="Malgun Gothic" pitchFamily="34" charset="-122"/>
                <a:cs typeface="Malgun Gothic" pitchFamily="34" charset="-120"/>
              </a:rPr>
              <a:t>대상 · 학습 속도가 느리거나 글로 표현하기 어려운 아이를 포함해, 그림과 이야기로 생각을 표현하고 싶은 모든 아이</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Page 101"/>
          <p:cNvSpPr txBox="1"/>
          <p:nvPr/>
        </p:nvSpPr>
        <p:spPr>
          <a:xfrm>
            <a:off x="11185855" y="6355080"/>
            <a:ext cx="457200" cy="274320"/>
          </a:xfrm>
          <a:prstGeom prst="rect">
            <a:avLst/>
          </a:prstGeom>
          <a:noFill/>
        </p:spPr>
        <p:txBody>
          <a:bodyPr wrap="square" lIns="0" tIns="0" rIns="0" bIns="0" rtlCol="0" anchor="ctr"/>
          <a:lstStyle/>
          <a:p>
            <a:pPr marL="0" indent="0" algn="r">
              <a:lnSpc>
                <a:spcPct val="115000"/>
              </a:lnSpc>
              <a:buNone/>
            </a:pPr>
            <a:r>
              <a:rPr lang="ko-KR" sz="1000" dirty="0">
                <a:solidFill>
                  <a:srgbClr val="8A91AA"/>
                </a:solidFill>
                <a:latin typeface="Malgun Gothic" pitchFamily="34" charset="0"/>
                <a:ea typeface="Malgun Gothic" pitchFamily="34" charset="-122"/>
                <a:cs typeface="Malgun Gothic" pitchFamily="34" charset="-120"/>
              </a:rPr>
              <a:t>9</a:t>
            </a:r>
          </a:p>
        </p:txBody>
      </p:sp>
      <p:sp>
        <p:nvSpPr>
          <p:cNvPr id="102" name="Label 102"/>
          <p:cNvSpPr txBox="1"/>
          <p:nvPr/>
        </p:nvSpPr>
        <p:spPr>
          <a:xfrm>
            <a:off x="640080" y="457200"/>
            <a:ext cx="10911535" cy="320040"/>
          </a:xfrm>
          <a:prstGeom prst="rect">
            <a:avLst/>
          </a:prstGeom>
          <a:noFill/>
        </p:spPr>
        <p:txBody>
          <a:bodyPr wrap="square" lIns="0" tIns="0" rIns="0" bIns="0" rtlCol="0" anchor="ctr"/>
          <a:lstStyle/>
          <a:p>
            <a:pPr marL="0" indent="0" algn="l">
              <a:lnSpc>
                <a:spcPct val="115000"/>
              </a:lnSpc>
              <a:buNone/>
            </a:pPr>
            <a:r>
              <a:rPr lang="ko-KR" sz="1300" b="1" dirty="0">
                <a:solidFill>
                  <a:srgbClr val="4C5CC4"/>
                </a:solidFill>
                <a:latin typeface="Malgun Gothic" pitchFamily="34" charset="0"/>
                <a:ea typeface="Malgun Gothic" pitchFamily="34" charset="-122"/>
                <a:cs typeface="Malgun Gothic" pitchFamily="34" charset="-120"/>
              </a:rPr>
              <a:t>PART A · DrawTale이 주는 가치</a:t>
            </a:r>
          </a:p>
        </p:txBody>
      </p:sp>
      <p:sp>
        <p:nvSpPr>
          <p:cNvPr id="103" name="Title 103"/>
          <p:cNvSpPr txBox="1"/>
          <p:nvPr/>
        </p:nvSpPr>
        <p:spPr>
          <a:xfrm>
            <a:off x="640080" y="804672"/>
            <a:ext cx="10911535" cy="731520"/>
          </a:xfrm>
          <a:prstGeom prst="rect">
            <a:avLst/>
          </a:prstGeom>
          <a:noFill/>
        </p:spPr>
        <p:txBody>
          <a:bodyPr wrap="square" lIns="0" tIns="0" rIns="0" bIns="0" rtlCol="0" anchor="t"/>
          <a:lstStyle/>
          <a:p>
            <a:pPr marL="0" indent="0" algn="l">
              <a:lnSpc>
                <a:spcPct val="115000"/>
              </a:lnSpc>
              <a:buNone/>
            </a:pPr>
            <a:r>
              <a:rPr lang="ko-KR" sz="3000" b="1" dirty="0">
                <a:solidFill>
                  <a:srgbClr val="39405C"/>
                </a:solidFill>
                <a:latin typeface="Malgun Gothic" pitchFamily="34" charset="0"/>
                <a:ea typeface="Malgun Gothic" pitchFamily="34" charset="-122"/>
                <a:cs typeface="Malgun Gothic" pitchFamily="34" charset="-120"/>
              </a:rPr>
              <a:t>아이에게, 그리고 부모에게</a:t>
            </a:r>
          </a:p>
        </p:txBody>
      </p:sp>
      <p:sp>
        <p:nvSpPr>
          <p:cNvPr id="104" name="Pill 104"/>
          <p:cNvSpPr/>
          <p:nvPr/>
        </p:nvSpPr>
        <p:spPr>
          <a:xfrm>
            <a:off x="640080" y="1640000"/>
            <a:ext cx="1150000" cy="340000"/>
          </a:xfrm>
          <a:prstGeom prst="roundRect">
            <a:avLst>
              <a:gd name="adj" fmla="val 50000"/>
            </a:avLst>
          </a:prstGeom>
          <a:solidFill>
            <a:srgbClr val="FDE79B"/>
          </a:solidFill>
          <a:ln>
            <a:noFill/>
          </a:ln>
          <a:effectLst/>
        </p:spPr>
        <p:txBody>
          <a:bodyPr wrap="square" lIns="0" tIns="0" rIns="0" bIns="0" rtlCol="0" anchor="ctr"/>
          <a:lstStyle/>
          <a:p>
            <a:pPr marL="0" indent="0" algn="ctr">
              <a:lnSpc>
                <a:spcPct val="110000"/>
              </a:lnSpc>
              <a:buNone/>
            </a:pPr>
            <a:r>
              <a:rPr lang="ko-KR" sz="1250" b="1" dirty="0">
                <a:solidFill>
                  <a:srgbClr val="39405C"/>
                </a:solidFill>
                <a:latin typeface="Malgun Gothic" pitchFamily="34" charset="0"/>
                <a:ea typeface="Malgun Gothic" pitchFamily="34" charset="-122"/>
                <a:cs typeface="Malgun Gothic" pitchFamily="34" charset="-120"/>
              </a:rPr>
              <a:t>아이에게</a:t>
            </a:r>
          </a:p>
        </p:txBody>
      </p:sp>
      <p:sp>
        <p:nvSpPr>
          <p:cNvPr id="105" name="Text 105"/>
          <p:cNvSpPr txBox="1"/>
          <p:nvPr/>
        </p:nvSpPr>
        <p:spPr>
          <a:xfrm>
            <a:off x="1860080" y="1640000"/>
            <a:ext cx="4300000" cy="340000"/>
          </a:xfrm>
          <a:prstGeom prst="rect">
            <a:avLst/>
          </a:prstGeom>
          <a:noFill/>
        </p:spPr>
        <p:txBody>
          <a:bodyPr wrap="square" lIns="0" tIns="0" rIns="0" bIns="0" rtlCol="0" anchor="ctr"/>
          <a:lstStyle/>
          <a:p>
            <a:pPr marL="0" indent="0" algn="l">
              <a:lnSpc>
                <a:spcPct val="115000"/>
              </a:lnSpc>
              <a:buNone/>
            </a:pPr>
            <a:r>
              <a:rPr lang="ko-KR" sz="1150" dirty="0" b="1">
                <a:solidFill>
                  <a:srgbClr val="4A5170"/>
                </a:solidFill>
                <a:latin typeface="Malgun Gothic" pitchFamily="34" charset="0"/>
                <a:ea typeface="Malgun Gothic" pitchFamily="34" charset="-122"/>
                <a:cs typeface="Malgun Gothic" pitchFamily="34" charset="-120"/>
              </a:rPr>
              <a:t>필요했던 것 · </a:t>
            </a:r>
            <a:r>
              <a:rPr lang="ko-KR" sz="1300" dirty="0" b="1">
                <a:solidFill>
                  <a:srgbClr val="4256C8"/>
                </a:solidFill>
                <a:latin typeface="Malgun Gothic" pitchFamily="34" charset="0"/>
                <a:ea typeface="Malgun Gothic" pitchFamily="34" charset="-122"/>
                <a:cs typeface="Malgun Gothic" pitchFamily="34" charset="-120"/>
              </a:rPr>
              <a:t>자기 방식으로 표현하고 참여할 기회</a:t>
            </a:r>
          </a:p>
        </p:txBody>
      </p:sp>
      <p:sp>
        <p:nvSpPr>
          <p:cNvPr id="106" name="QuotePanel 106"/>
          <p:cNvSpPr/>
          <p:nvPr/>
        </p:nvSpPr>
        <p:spPr>
          <a:xfrm>
            <a:off x="640080" y="2100000"/>
            <a:ext cx="5300000" cy="1350000"/>
          </a:xfrm>
          <a:prstGeom prst="roundRect">
            <a:avLst>
              <a:gd name="adj" fmla="val 14000"/>
            </a:avLst>
          </a:prstGeom>
          <a:solidFill>
            <a:srgbClr val="FFF6D6"/>
          </a:solidFill>
          <a:ln>
            <a:noFill/>
          </a:ln>
          <a:effectLst/>
        </p:spPr>
        <p:txBody>
          <a:bodyPr wrap="square" lIns="0" tIns="0" rIns="0" bIns="0" rtlCol="0" anchor="ctr"/>
          <a:lstStyle/>
          <a:p>
            <a:endParaRPr lang="ko-KR"/>
          </a:p>
        </p:txBody>
      </p:sp>
      <p:sp>
        <p:nvSpPr>
          <p:cNvPr id="107" name="Text 107"/>
          <p:cNvSpPr txBox="1"/>
          <p:nvPr/>
        </p:nvSpPr>
        <p:spPr>
          <a:xfrm>
            <a:off x="970080" y="2100000"/>
            <a:ext cx="3850000" cy="1350000"/>
          </a:xfrm>
          <a:prstGeom prst="rect">
            <a:avLst/>
          </a:prstGeom>
          <a:noFill/>
        </p:spPr>
        <p:txBody>
          <a:bodyPr wrap="square" lIns="0" tIns="0" rIns="0" bIns="0" rtlCol="0" anchor="ctr"/>
          <a:lstStyle/>
          <a:p>
            <a:pPr marL="0" indent="0" algn="l">
              <a:lnSpc>
                <a:spcPct val="118000"/>
              </a:lnSpc>
              <a:buNone/>
            </a:pPr>
            <a:r>
              <a:rPr lang="ko-KR" sz="2100" b="1" dirty="0">
                <a:solidFill>
                  <a:srgbClr val="39405C"/>
                </a:solidFill>
                <a:latin typeface="Malgun Gothic" pitchFamily="34" charset="0"/>
                <a:ea typeface="Malgun Gothic" pitchFamily="34" charset="-122"/>
                <a:cs typeface="Malgun Gothic" pitchFamily="34" charset="-120"/>
              </a:rPr>
              <a:t>“내 그림이 살아서,</a:t>
            </a:r>
          </a:p>
          <a:p>
            <a:pPr marL="0" indent="0" algn="l">
              <a:lnSpc>
                <a:spcPct val="118000"/>
              </a:lnSpc>
              <a:buNone/>
            </a:pPr>
            <a:r>
              <a:rPr lang="ko-KR" sz="2100" b="1" dirty="0">
                <a:solidFill>
                  <a:srgbClr val="39405C"/>
                </a:solidFill>
                <a:latin typeface="Malgun Gothic" pitchFamily="34" charset="0"/>
                <a:ea typeface="Malgun Gothic" pitchFamily="34" charset="-122"/>
                <a:cs typeface="Malgun Gothic" pitchFamily="34" charset="-120"/>
              </a:rPr>
              <a:t>내 이야기를 해요.”</a:t>
            </a:r>
          </a:p>
        </p:txBody>
      </p:sp>
      <p:pic>
        <p:nvPicPr>
          <p:cNvPr id="108" name="Picture 108"/>
          <p:cNvPicPr>
            <a:picLocks noChangeAspect="1"/>
          </p:cNvPicPr>
          <p:nvPr/>
        </p:nvPicPr>
        <p:blipFill>
          <a:blip r:embed="rId4"/>
          <a:srcRect/>
          <a:stretch>
            <a:fillRect/>
          </a:stretch>
        </p:blipFill>
        <p:spPr>
          <a:xfrm rot="-360000">
            <a:off x="4678749" y="1960000"/>
            <a:ext cx="1081330" cy="1250000"/>
          </a:xfrm>
          <a:prstGeom prst="rect">
            <a:avLst/>
          </a:prstGeom>
        </p:spPr>
      </p:pic>
      <p:sp>
        <p:nvSpPr>
          <p:cNvPr id="109" name="Dot 109"/>
          <p:cNvSpPr/>
          <p:nvPr/>
        </p:nvSpPr>
        <p:spPr>
          <a:xfrm>
            <a:off x="760080" y="3780000"/>
            <a:ext cx="150000" cy="150000"/>
          </a:xfrm>
          <a:prstGeom prst="ellipse">
            <a:avLst/>
          </a:prstGeom>
          <a:solidFill>
            <a:srgbClr val="F5C46B"/>
          </a:solidFill>
          <a:ln>
            <a:noFill/>
          </a:ln>
          <a:effectLst/>
        </p:spPr>
        <p:txBody>
          <a:bodyPr wrap="square" lIns="0" tIns="0" rIns="0" bIns="0" rtlCol="0" anchor="ctr"/>
          <a:lstStyle/>
          <a:p>
            <a:endParaRPr lang="ko-KR"/>
          </a:p>
        </p:txBody>
      </p:sp>
      <p:sp>
        <p:nvSpPr>
          <p:cNvPr id="110" name="Text 110"/>
          <p:cNvSpPr txBox="1"/>
          <p:nvPr/>
        </p:nvSpPr>
        <p:spPr>
          <a:xfrm>
            <a:off x="1040080" y="3660000"/>
            <a:ext cx="4850000" cy="390000"/>
          </a:xfrm>
          <a:prstGeom prst="rect">
            <a:avLst/>
          </a:prstGeom>
          <a:noFill/>
        </p:spPr>
        <p:txBody>
          <a:bodyPr wrap="square" lIns="0" tIns="0" rIns="0" bIns="0" rtlCol="0" anchor="ctr"/>
          <a:lstStyle/>
          <a:p>
            <a:pPr marL="0" indent="0" algn="l">
              <a:lnSpc>
                <a:spcPct val="115000"/>
              </a:lnSpc>
              <a:buNone/>
            </a:pPr>
            <a:r>
              <a:rPr lang="ko-KR" sz="1300" dirty="0">
                <a:solidFill>
                  <a:srgbClr val="39405C"/>
                </a:solidFill>
                <a:latin typeface="Malgun Gothic" pitchFamily="34" charset="0"/>
                <a:ea typeface="Malgun Gothic" pitchFamily="34" charset="-122"/>
                <a:cs typeface="Malgun Gothic" pitchFamily="34" charset="-120"/>
              </a:rPr>
              <a:t>잘 그리지 않아도 내 그림 그대로 주인공이 돼요</a:t>
            </a:r>
          </a:p>
        </p:txBody>
      </p:sp>
      <p:sp>
        <p:nvSpPr>
          <p:cNvPr id="111" name="Dot 111"/>
          <p:cNvSpPr/>
          <p:nvPr/>
        </p:nvSpPr>
        <p:spPr>
          <a:xfrm>
            <a:off x="760080" y="4210000"/>
            <a:ext cx="150000" cy="150000"/>
          </a:xfrm>
          <a:prstGeom prst="ellipse">
            <a:avLst/>
          </a:prstGeom>
          <a:solidFill>
            <a:srgbClr val="F5C46B"/>
          </a:solidFill>
          <a:ln>
            <a:noFill/>
          </a:ln>
          <a:effectLst/>
        </p:spPr>
        <p:txBody>
          <a:bodyPr wrap="square" lIns="0" tIns="0" rIns="0" bIns="0" rtlCol="0" anchor="ctr"/>
          <a:lstStyle/>
          <a:p>
            <a:endParaRPr lang="ko-KR"/>
          </a:p>
        </p:txBody>
      </p:sp>
      <p:sp>
        <p:nvSpPr>
          <p:cNvPr id="112" name="Text 112"/>
          <p:cNvSpPr txBox="1"/>
          <p:nvPr/>
        </p:nvSpPr>
        <p:spPr>
          <a:xfrm>
            <a:off x="1040080" y="4090000"/>
            <a:ext cx="4850000" cy="390000"/>
          </a:xfrm>
          <a:prstGeom prst="rect">
            <a:avLst/>
          </a:prstGeom>
          <a:noFill/>
        </p:spPr>
        <p:txBody>
          <a:bodyPr wrap="square" lIns="0" tIns="0" rIns="0" bIns="0" rtlCol="0" anchor="ctr"/>
          <a:lstStyle/>
          <a:p>
            <a:pPr marL="0" indent="0" algn="l">
              <a:lnSpc>
                <a:spcPct val="115000"/>
              </a:lnSpc>
              <a:buNone/>
            </a:pPr>
            <a:r>
              <a:rPr lang="ko-KR" sz="1300" dirty="0">
                <a:solidFill>
                  <a:srgbClr val="39405C"/>
                </a:solidFill>
                <a:latin typeface="Malgun Gothic" pitchFamily="34" charset="0"/>
                <a:ea typeface="Malgun Gothic" pitchFamily="34" charset="-122"/>
                <a:cs typeface="Malgun Gothic" pitchFamily="34" charset="-120"/>
              </a:rPr>
              <a:t>글을 몰라도 카드를 골라 이야기를 만들어요</a:t>
            </a:r>
          </a:p>
        </p:txBody>
      </p:sp>
      <p:sp>
        <p:nvSpPr>
          <p:cNvPr id="113" name="Dot 113"/>
          <p:cNvSpPr/>
          <p:nvPr/>
        </p:nvSpPr>
        <p:spPr>
          <a:xfrm>
            <a:off x="760080" y="4640000"/>
            <a:ext cx="150000" cy="150000"/>
          </a:xfrm>
          <a:prstGeom prst="ellipse">
            <a:avLst/>
          </a:prstGeom>
          <a:solidFill>
            <a:srgbClr val="F5C46B"/>
          </a:solidFill>
          <a:ln>
            <a:noFill/>
          </a:ln>
          <a:effectLst/>
        </p:spPr>
        <p:txBody>
          <a:bodyPr wrap="square" lIns="0" tIns="0" rIns="0" bIns="0" rtlCol="0" anchor="ctr"/>
          <a:lstStyle/>
          <a:p>
            <a:endParaRPr lang="ko-KR"/>
          </a:p>
        </p:txBody>
      </p:sp>
      <p:sp>
        <p:nvSpPr>
          <p:cNvPr id="114" name="Text 114"/>
          <p:cNvSpPr txBox="1"/>
          <p:nvPr/>
        </p:nvSpPr>
        <p:spPr>
          <a:xfrm>
            <a:off x="1040080" y="4520000"/>
            <a:ext cx="4850000" cy="390000"/>
          </a:xfrm>
          <a:prstGeom prst="rect">
            <a:avLst/>
          </a:prstGeom>
          <a:noFill/>
        </p:spPr>
        <p:txBody>
          <a:bodyPr wrap="square" lIns="0" tIns="0" rIns="0" bIns="0" rtlCol="0" anchor="ctr"/>
          <a:lstStyle/>
          <a:p>
            <a:pPr marL="0" indent="0" algn="l">
              <a:lnSpc>
                <a:spcPct val="115000"/>
              </a:lnSpc>
              <a:buNone/>
            </a:pPr>
            <a:r>
              <a:rPr lang="ko-KR" sz="1300" dirty="0">
                <a:solidFill>
                  <a:srgbClr val="39405C"/>
                </a:solidFill>
                <a:latin typeface="Malgun Gothic" pitchFamily="34" charset="0"/>
                <a:ea typeface="Malgun Gothic" pitchFamily="34" charset="-122"/>
                <a:cs typeface="Malgun Gothic" pitchFamily="34" charset="-120"/>
              </a:rPr>
              <a:t>내가 고른 대로 이야기가 이어지는 뿌듯함</a:t>
            </a:r>
          </a:p>
        </p:txBody>
      </p:sp>
      <p:sp>
        <p:nvSpPr>
          <p:cNvPr id="115" name="Pill 115"/>
          <p:cNvSpPr/>
          <p:nvPr/>
        </p:nvSpPr>
        <p:spPr>
          <a:xfrm>
            <a:off x="6248872" y="1640000"/>
            <a:ext cx="1150000" cy="340000"/>
          </a:xfrm>
          <a:prstGeom prst="roundRect">
            <a:avLst>
              <a:gd name="adj" fmla="val 50000"/>
            </a:avLst>
          </a:prstGeom>
          <a:solidFill>
            <a:srgbClr val="B7E3C1"/>
          </a:solidFill>
          <a:ln>
            <a:noFill/>
          </a:ln>
          <a:effectLst/>
        </p:spPr>
        <p:txBody>
          <a:bodyPr wrap="square" lIns="0" tIns="0" rIns="0" bIns="0" rtlCol="0" anchor="ctr"/>
          <a:lstStyle/>
          <a:p>
            <a:pPr marL="0" indent="0" algn="ctr">
              <a:lnSpc>
                <a:spcPct val="110000"/>
              </a:lnSpc>
              <a:buNone/>
            </a:pPr>
            <a:r>
              <a:rPr lang="ko-KR" sz="1250" b="1" dirty="0">
                <a:solidFill>
                  <a:srgbClr val="39405C"/>
                </a:solidFill>
                <a:latin typeface="Malgun Gothic" pitchFamily="34" charset="0"/>
                <a:ea typeface="Malgun Gothic" pitchFamily="34" charset="-122"/>
                <a:cs typeface="Malgun Gothic" pitchFamily="34" charset="-120"/>
              </a:rPr>
              <a:t>부모에게</a:t>
            </a:r>
          </a:p>
        </p:txBody>
      </p:sp>
      <p:sp>
        <p:nvSpPr>
          <p:cNvPr id="116" name="Text 116"/>
          <p:cNvSpPr txBox="1"/>
          <p:nvPr/>
        </p:nvSpPr>
        <p:spPr>
          <a:xfrm>
            <a:off x="7468872" y="1640000"/>
            <a:ext cx="4084000" cy="340000"/>
          </a:xfrm>
          <a:prstGeom prst="rect">
            <a:avLst/>
          </a:prstGeom>
          <a:noFill/>
        </p:spPr>
        <p:txBody>
          <a:bodyPr wrap="square" lIns="0" tIns="0" rIns="0" bIns="0" rtlCol="0" anchor="ctr"/>
          <a:lstStyle/>
          <a:p>
            <a:pPr marL="0" indent="0" algn="l">
              <a:lnSpc>
                <a:spcPct val="115000"/>
              </a:lnSpc>
              <a:buNone/>
            </a:pPr>
            <a:r>
              <a:rPr lang="ko-KR" sz="1150" dirty="0" b="1">
                <a:solidFill>
                  <a:srgbClr val="4A5170"/>
                </a:solidFill>
                <a:latin typeface="Malgun Gothic" pitchFamily="34" charset="0"/>
                <a:ea typeface="Malgun Gothic" pitchFamily="34" charset="-122"/>
                <a:cs typeface="Malgun Gothic" pitchFamily="34" charset="-120"/>
              </a:rPr>
              <a:t>필요했던 것 · </a:t>
            </a:r>
            <a:r>
              <a:rPr lang="ko-KR" sz="1300" dirty="0" b="1">
                <a:solidFill>
                  <a:srgbClr val="4256C8"/>
                </a:solidFill>
                <a:latin typeface="Malgun Gothic" pitchFamily="34" charset="0"/>
                <a:ea typeface="Malgun Gothic" pitchFamily="34" charset="-122"/>
                <a:cs typeface="Malgun Gothic" pitchFamily="34" charset="-120"/>
              </a:rPr>
              <a:t>정답 대신 아이의 생각을 발견하는 경험</a:t>
            </a:r>
          </a:p>
        </p:txBody>
      </p:sp>
      <p:sp>
        <p:nvSpPr>
          <p:cNvPr id="117" name="QuotePanel 117"/>
          <p:cNvSpPr/>
          <p:nvPr/>
        </p:nvSpPr>
        <p:spPr>
          <a:xfrm>
            <a:off x="6248872" y="2100000"/>
            <a:ext cx="5300000" cy="1350000"/>
          </a:xfrm>
          <a:prstGeom prst="roundRect">
            <a:avLst>
              <a:gd name="adj" fmla="val 14000"/>
            </a:avLst>
          </a:prstGeom>
          <a:solidFill>
            <a:srgbClr val="E6F6EC"/>
          </a:solidFill>
          <a:ln>
            <a:noFill/>
          </a:ln>
          <a:effectLst/>
        </p:spPr>
        <p:txBody>
          <a:bodyPr wrap="square" lIns="0" tIns="0" rIns="0" bIns="0" rtlCol="0" anchor="ctr"/>
          <a:lstStyle/>
          <a:p>
            <a:endParaRPr lang="ko-KR"/>
          </a:p>
        </p:txBody>
      </p:sp>
      <p:sp>
        <p:nvSpPr>
          <p:cNvPr id="118" name="Text 118"/>
          <p:cNvSpPr txBox="1"/>
          <p:nvPr/>
        </p:nvSpPr>
        <p:spPr>
          <a:xfrm>
            <a:off x="6578872" y="2100000"/>
            <a:ext cx="3850000" cy="1350000"/>
          </a:xfrm>
          <a:prstGeom prst="rect">
            <a:avLst/>
          </a:prstGeom>
          <a:noFill/>
        </p:spPr>
        <p:txBody>
          <a:bodyPr wrap="square" lIns="0" tIns="0" rIns="0" bIns="0" rtlCol="0" anchor="ctr"/>
          <a:lstStyle/>
          <a:p>
            <a:pPr marL="0" indent="0" algn="l">
              <a:lnSpc>
                <a:spcPct val="118000"/>
              </a:lnSpc>
              <a:buNone/>
            </a:pPr>
            <a:r>
              <a:rPr lang="ko-KR" sz="2100" b="1" dirty="0">
                <a:solidFill>
                  <a:srgbClr val="39405C"/>
                </a:solidFill>
                <a:latin typeface="Malgun Gothic" pitchFamily="34" charset="0"/>
                <a:ea typeface="Malgun Gothic" pitchFamily="34" charset="-122"/>
                <a:cs typeface="Malgun Gothic" pitchFamily="34" charset="-120"/>
              </a:rPr>
              <a:t>“정답보다,</a:t>
            </a:r>
          </a:p>
          <a:p>
            <a:pPr marL="0" indent="0" algn="l">
              <a:lnSpc>
                <a:spcPct val="118000"/>
              </a:lnSpc>
              <a:buNone/>
            </a:pPr>
            <a:r>
              <a:rPr lang="ko-KR" sz="2100" b="1" dirty="0">
                <a:solidFill>
                  <a:srgbClr val="39405C"/>
                </a:solidFill>
                <a:latin typeface="Malgun Gothic" pitchFamily="34" charset="0"/>
                <a:ea typeface="Malgun Gothic" pitchFamily="34" charset="-122"/>
                <a:cs typeface="Malgun Gothic" pitchFamily="34" charset="-120"/>
              </a:rPr>
              <a:t>우리 아이의 생각이 보여요.”</a:t>
            </a:r>
          </a:p>
        </p:txBody>
      </p:sp>
      <p:pic>
        <p:nvPicPr>
          <p:cNvPr id="119" name="Picture 119"/>
          <p:cNvPicPr>
            <a:picLocks noChangeAspect="1"/>
          </p:cNvPicPr>
          <p:nvPr/>
        </p:nvPicPr>
        <p:blipFill>
          <a:blip r:embed="rId5"/>
          <a:srcRect/>
          <a:stretch>
            <a:fillRect/>
          </a:stretch>
        </p:blipFill>
        <p:spPr>
          <a:xfrm rot="360000">
            <a:off x="10248679" y="1960000"/>
            <a:ext cx="1120192" cy="1250000"/>
          </a:xfrm>
          <a:prstGeom prst="rect">
            <a:avLst/>
          </a:prstGeom>
        </p:spPr>
      </p:pic>
      <p:sp>
        <p:nvSpPr>
          <p:cNvPr id="120" name="Dot 120"/>
          <p:cNvSpPr/>
          <p:nvPr/>
        </p:nvSpPr>
        <p:spPr>
          <a:xfrm>
            <a:off x="6368872" y="3780000"/>
            <a:ext cx="150000" cy="150000"/>
          </a:xfrm>
          <a:prstGeom prst="ellipse">
            <a:avLst/>
          </a:prstGeom>
          <a:solidFill>
            <a:srgbClr val="74CDAE"/>
          </a:solidFill>
          <a:ln>
            <a:noFill/>
          </a:ln>
          <a:effectLst/>
        </p:spPr>
        <p:txBody>
          <a:bodyPr wrap="square" lIns="0" tIns="0" rIns="0" bIns="0" rtlCol="0" anchor="ctr"/>
          <a:lstStyle/>
          <a:p>
            <a:endParaRPr lang="ko-KR"/>
          </a:p>
        </p:txBody>
      </p:sp>
      <p:sp>
        <p:nvSpPr>
          <p:cNvPr id="121" name="Text 121"/>
          <p:cNvSpPr txBox="1"/>
          <p:nvPr/>
        </p:nvSpPr>
        <p:spPr>
          <a:xfrm>
            <a:off x="6648872" y="3660000"/>
            <a:ext cx="4850000" cy="390000"/>
          </a:xfrm>
          <a:prstGeom prst="rect">
            <a:avLst/>
          </a:prstGeom>
          <a:noFill/>
        </p:spPr>
        <p:txBody>
          <a:bodyPr wrap="square" lIns="0" tIns="0" rIns="0" bIns="0" rtlCol="0" anchor="ctr"/>
          <a:lstStyle/>
          <a:p>
            <a:pPr marL="0" indent="0" algn="l">
              <a:lnSpc>
                <a:spcPct val="115000"/>
              </a:lnSpc>
              <a:buNone/>
            </a:pPr>
            <a:r>
              <a:rPr lang="ko-KR" sz="1300" dirty="0">
                <a:solidFill>
                  <a:srgbClr val="39405C"/>
                </a:solidFill>
                <a:latin typeface="Malgun Gothic" pitchFamily="34" charset="0"/>
                <a:ea typeface="Malgun Gothic" pitchFamily="34" charset="-122"/>
                <a:cs typeface="Malgun Gothic" pitchFamily="34" charset="-120"/>
              </a:rPr>
              <a:t>아이가 무엇을 그리고 골랐는지 함께 보며 이야기 나눠요</a:t>
            </a:r>
          </a:p>
        </p:txBody>
      </p:sp>
      <p:sp>
        <p:nvSpPr>
          <p:cNvPr id="122" name="Dot 122"/>
          <p:cNvSpPr/>
          <p:nvPr/>
        </p:nvSpPr>
        <p:spPr>
          <a:xfrm>
            <a:off x="6368872" y="4210000"/>
            <a:ext cx="150000" cy="150000"/>
          </a:xfrm>
          <a:prstGeom prst="ellipse">
            <a:avLst/>
          </a:prstGeom>
          <a:solidFill>
            <a:srgbClr val="74CDAE"/>
          </a:solidFill>
          <a:ln>
            <a:noFill/>
          </a:ln>
          <a:effectLst/>
        </p:spPr>
        <p:txBody>
          <a:bodyPr wrap="square" lIns="0" tIns="0" rIns="0" bIns="0" rtlCol="0" anchor="ctr"/>
          <a:lstStyle/>
          <a:p>
            <a:endParaRPr lang="ko-KR"/>
          </a:p>
        </p:txBody>
      </p:sp>
      <p:sp>
        <p:nvSpPr>
          <p:cNvPr id="123" name="Text 123"/>
          <p:cNvSpPr txBox="1"/>
          <p:nvPr/>
        </p:nvSpPr>
        <p:spPr>
          <a:xfrm>
            <a:off x="6648872" y="4090000"/>
            <a:ext cx="4850000" cy="390000"/>
          </a:xfrm>
          <a:prstGeom prst="rect">
            <a:avLst/>
          </a:prstGeom>
          <a:noFill/>
        </p:spPr>
        <p:txBody>
          <a:bodyPr wrap="square" lIns="0" tIns="0" rIns="0" bIns="0" rtlCol="0" anchor="ctr"/>
          <a:lstStyle/>
          <a:p>
            <a:pPr marL="0" indent="0" algn="l">
              <a:lnSpc>
                <a:spcPct val="115000"/>
              </a:lnSpc>
              <a:buNone/>
            </a:pPr>
            <a:r>
              <a:rPr lang="ko-KR" sz="1300" dirty="0">
                <a:solidFill>
                  <a:srgbClr val="39405C"/>
                </a:solidFill>
                <a:latin typeface="Malgun Gothic" pitchFamily="34" charset="0"/>
                <a:ea typeface="Malgun Gothic" pitchFamily="34" charset="-122"/>
                <a:cs typeface="Malgun Gothic" pitchFamily="34" charset="-120"/>
              </a:rPr>
              <a:t>관절을 맞춰 주며 아이의 작품을 함께 완성해요</a:t>
            </a:r>
          </a:p>
        </p:txBody>
      </p:sp>
      <p:sp>
        <p:nvSpPr>
          <p:cNvPr id="124" name="Dot 124"/>
          <p:cNvSpPr/>
          <p:nvPr/>
        </p:nvSpPr>
        <p:spPr>
          <a:xfrm>
            <a:off x="6368872" y="4640000"/>
            <a:ext cx="150000" cy="150000"/>
          </a:xfrm>
          <a:prstGeom prst="ellipse">
            <a:avLst/>
          </a:prstGeom>
          <a:solidFill>
            <a:srgbClr val="74CDAE"/>
          </a:solidFill>
          <a:ln>
            <a:noFill/>
          </a:ln>
          <a:effectLst/>
        </p:spPr>
        <p:txBody>
          <a:bodyPr wrap="square" lIns="0" tIns="0" rIns="0" bIns="0" rtlCol="0" anchor="ctr"/>
          <a:lstStyle/>
          <a:p>
            <a:endParaRPr lang="ko-KR"/>
          </a:p>
        </p:txBody>
      </p:sp>
      <p:sp>
        <p:nvSpPr>
          <p:cNvPr id="125" name="Text 125"/>
          <p:cNvSpPr txBox="1"/>
          <p:nvPr/>
        </p:nvSpPr>
        <p:spPr>
          <a:xfrm>
            <a:off x="6648872" y="4520000"/>
            <a:ext cx="4850000" cy="390000"/>
          </a:xfrm>
          <a:prstGeom prst="rect">
            <a:avLst/>
          </a:prstGeom>
          <a:noFill/>
        </p:spPr>
        <p:txBody>
          <a:bodyPr wrap="square" lIns="0" tIns="0" rIns="0" bIns="0" rtlCol="0" anchor="ctr"/>
          <a:lstStyle/>
          <a:p>
            <a:pPr marL="0" indent="0" algn="l">
              <a:lnSpc>
                <a:spcPct val="115000"/>
              </a:lnSpc>
              <a:buNone/>
            </a:pPr>
            <a:r>
              <a:rPr lang="ko-KR" sz="1300" dirty="0">
                <a:solidFill>
                  <a:srgbClr val="39405C"/>
                </a:solidFill>
                <a:latin typeface="Malgun Gothic" pitchFamily="34" charset="0"/>
                <a:ea typeface="Malgun Gothic" pitchFamily="34" charset="-122"/>
                <a:cs typeface="Malgun Gothic" pitchFamily="34" charset="-120"/>
              </a:rPr>
              <a:t>완성된 이야기를 다시 보며 아이의 속도를 기다려 줘요</a:t>
            </a:r>
          </a:p>
        </p:txBody>
      </p:sp>
      <p:sp>
        <p:nvSpPr>
          <p:cNvPr id="126" name="Text 126"/>
          <p:cNvSpPr txBox="1"/>
          <p:nvPr/>
        </p:nvSpPr>
        <p:spPr>
          <a:xfrm>
            <a:off x="640080" y="5150000"/>
            <a:ext cx="10908792" cy="520000"/>
          </a:xfrm>
          <a:prstGeom prst="rect">
            <a:avLst/>
          </a:prstGeom>
          <a:noFill/>
        </p:spPr>
        <p:txBody>
          <a:bodyPr wrap="square" lIns="0" tIns="0" rIns="0" bIns="0" rtlCol="0" anchor="ctr"/>
          <a:lstStyle/>
          <a:p>
            <a:pPr marL="0" indent="0" algn="ctr">
              <a:lnSpc>
                <a:spcPct val="115000"/>
              </a:lnSpc>
              <a:buNone/>
            </a:pPr>
            <a:r>
              <a:rPr lang="ko-KR" sz="2400" b="1" dirty="0">
                <a:solidFill>
                  <a:srgbClr val="39405C"/>
                </a:solidFill>
                <a:latin typeface="Malgun Gothic" pitchFamily="34" charset="0"/>
                <a:ea typeface="Malgun Gothic" pitchFamily="34" charset="-122"/>
                <a:cs typeface="Malgun Gothic" pitchFamily="34" charset="-120"/>
              </a:rPr>
              <a:t>아이는 </a:t>
            </a:r>
            <a:r>
              <a:rPr lang="ko-KR" sz="2400" b="1" dirty="0">
                <a:solidFill>
                  <a:srgbClr val="D9A21B"/>
                </a:solidFill>
                <a:latin typeface="Malgun Gothic" pitchFamily="34" charset="0"/>
                <a:ea typeface="Malgun Gothic" pitchFamily="34" charset="-122"/>
                <a:cs typeface="Malgun Gothic" pitchFamily="34" charset="-120"/>
              </a:rPr>
              <a:t>표현</a:t>
            </a:r>
            <a:r>
              <a:rPr lang="ko-KR" sz="2400" b="1" dirty="0">
                <a:solidFill>
                  <a:srgbClr val="39405C"/>
                </a:solidFill>
                <a:latin typeface="Malgun Gothic" pitchFamily="34" charset="0"/>
                <a:ea typeface="Malgun Gothic" pitchFamily="34" charset="-122"/>
                <a:cs typeface="Malgun Gothic" pitchFamily="34" charset="-120"/>
              </a:rPr>
              <a:t>하고, 부모는 </a:t>
            </a:r>
            <a:r>
              <a:rPr lang="ko-KR" sz="2400" b="1" dirty="0">
                <a:solidFill>
                  <a:srgbClr val="2F9E78"/>
                </a:solidFill>
                <a:latin typeface="Malgun Gothic" pitchFamily="34" charset="0"/>
                <a:ea typeface="Malgun Gothic" pitchFamily="34" charset="-122"/>
                <a:cs typeface="Malgun Gothic" pitchFamily="34" charset="-120"/>
              </a:rPr>
              <a:t>발견</a:t>
            </a:r>
            <a:r>
              <a:rPr lang="ko-KR" sz="2400" b="1" dirty="0">
                <a:solidFill>
                  <a:srgbClr val="39405C"/>
                </a:solidFill>
                <a:latin typeface="Malgun Gothic" pitchFamily="34" charset="0"/>
                <a:ea typeface="Malgun Gothic" pitchFamily="34" charset="-122"/>
                <a:cs typeface="Malgun Gothic" pitchFamily="34" charset="-120"/>
              </a:rPr>
              <a:t>합니다</a:t>
            </a:r>
          </a:p>
        </p:txBody>
      </p:sp>
      <p:sp>
        <p:nvSpPr>
          <p:cNvPr id="127" name="Text 127"/>
          <p:cNvSpPr txBox="1"/>
          <p:nvPr/>
        </p:nvSpPr>
        <p:spPr>
          <a:xfrm>
            <a:off x="640080" y="5690000"/>
            <a:ext cx="10908792" cy="320000"/>
          </a:xfrm>
          <a:prstGeom prst="rect">
            <a:avLst/>
          </a:prstGeom>
          <a:noFill/>
        </p:spPr>
        <p:txBody>
          <a:bodyPr wrap="square" lIns="0" tIns="0" rIns="0" bIns="0" rtlCol="0" anchor="ctr"/>
          <a:lstStyle/>
          <a:p>
            <a:pPr marL="0" indent="0" algn="ctr">
              <a:lnSpc>
                <a:spcPct val="115000"/>
              </a:lnSpc>
              <a:buNone/>
            </a:pPr>
            <a:r>
              <a:rPr lang="ko-KR" sz="1200" dirty="0">
                <a:solidFill>
                  <a:srgbClr val="8A91AA"/>
                </a:solidFill>
                <a:latin typeface="Malgun Gothic" pitchFamily="34" charset="0"/>
                <a:ea typeface="Malgun Gothic" pitchFamily="34" charset="-122"/>
                <a:cs typeface="Malgun Gothic" pitchFamily="34" charset="-120"/>
              </a:rPr>
              <a:t>함께 만드는 한 편의 이야기</a:t>
            </a:r>
          </a:p>
        </p:txBody>
      </p:sp>
      <p:pic>
        <p:nvPicPr>
          <p:cNvPr id="128" name="Picture 128"/>
          <p:cNvPicPr>
            <a:picLocks noChangeAspect="1"/>
          </p:cNvPicPr>
          <p:nvPr/>
        </p:nvPicPr>
        <p:blipFill>
          <a:blip r:embed="rId6"/>
          <a:srcRect/>
          <a:stretch>
            <a:fillRect/>
          </a:stretch>
        </p:blipFill>
        <p:spPr>
          <a:xfrm rot="-600000">
            <a:off x="2350000" y="5120000"/>
            <a:ext cx="777318" cy="640000"/>
          </a:xfrm>
          <a:prstGeom prst="rect">
            <a:avLst/>
          </a:prstGeom>
        </p:spPr>
      </p:pic>
      <p:pic>
        <p:nvPicPr>
          <p:cNvPr id="129" name="Picture 129"/>
          <p:cNvPicPr>
            <a:picLocks noChangeAspect="1"/>
          </p:cNvPicPr>
          <p:nvPr/>
        </p:nvPicPr>
        <p:blipFill>
          <a:blip r:embed="rId6"/>
          <a:srcRect/>
          <a:stretch>
            <a:fillRect/>
          </a:stretch>
        </p:blipFill>
        <p:spPr>
          <a:xfrm rot="720000">
            <a:off x="9050000" y="5140000"/>
            <a:ext cx="680153" cy="56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9" name="Rounded Rectangle 4">
            <a:extLst>
              <a:ext uri="{FF2B5EF4-FFF2-40B4-BE49-F238E27FC236}">
                <a16:creationId xmlns:a16="http://schemas.microsoft.com/office/drawing/2014/main" id="{71CC4254-4901-7E92-A9C3-12B322766CF2}"/>
              </a:ext>
            </a:extLst>
          </p:cNvPr>
          <p:cNvSpPr/>
          <p:nvPr/>
        </p:nvSpPr>
        <p:spPr>
          <a:xfrm>
            <a:off x="9827058" y="1753284"/>
            <a:ext cx="1721814" cy="2781255"/>
          </a:xfrm>
          <a:prstGeom prst="roundRect">
            <a:avLst>
              <a:gd name="adj" fmla="val 12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6" name="Rounded Rectangle 4">
            <a:extLst>
              <a:ext uri="{FF2B5EF4-FFF2-40B4-BE49-F238E27FC236}">
                <a16:creationId xmlns:a16="http://schemas.microsoft.com/office/drawing/2014/main" id="{ED4CF096-6E66-6C28-18D6-48D0600AF369}"/>
              </a:ext>
            </a:extLst>
          </p:cNvPr>
          <p:cNvSpPr/>
          <p:nvPr/>
        </p:nvSpPr>
        <p:spPr>
          <a:xfrm>
            <a:off x="4314871" y="1753284"/>
            <a:ext cx="1721814" cy="2781255"/>
          </a:xfrm>
          <a:prstGeom prst="roundRect">
            <a:avLst>
              <a:gd name="adj" fmla="val 12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7" name="Rounded Rectangle 4">
            <a:extLst>
              <a:ext uri="{FF2B5EF4-FFF2-40B4-BE49-F238E27FC236}">
                <a16:creationId xmlns:a16="http://schemas.microsoft.com/office/drawing/2014/main" id="{9953C1D0-61DD-CA73-D10A-11A6B781DD0C}"/>
              </a:ext>
            </a:extLst>
          </p:cNvPr>
          <p:cNvSpPr/>
          <p:nvPr/>
        </p:nvSpPr>
        <p:spPr>
          <a:xfrm>
            <a:off x="6152267" y="1753284"/>
            <a:ext cx="1721814" cy="2781255"/>
          </a:xfrm>
          <a:prstGeom prst="roundRect">
            <a:avLst>
              <a:gd name="adj" fmla="val 12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8" name="Rounded Rectangle 4">
            <a:extLst>
              <a:ext uri="{FF2B5EF4-FFF2-40B4-BE49-F238E27FC236}">
                <a16:creationId xmlns:a16="http://schemas.microsoft.com/office/drawing/2014/main" id="{50111672-A561-3466-943A-A49F4EB3F1F2}"/>
              </a:ext>
            </a:extLst>
          </p:cNvPr>
          <p:cNvSpPr/>
          <p:nvPr/>
        </p:nvSpPr>
        <p:spPr>
          <a:xfrm>
            <a:off x="7989663" y="1753284"/>
            <a:ext cx="1721814" cy="2781255"/>
          </a:xfrm>
          <a:prstGeom prst="roundRect">
            <a:avLst>
              <a:gd name="adj" fmla="val 12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5" name="Rounded Rectangle 4">
            <a:extLst>
              <a:ext uri="{FF2B5EF4-FFF2-40B4-BE49-F238E27FC236}">
                <a16:creationId xmlns:a16="http://schemas.microsoft.com/office/drawing/2014/main" id="{213D2B85-3E14-882F-C667-D4BB673346BC}"/>
              </a:ext>
            </a:extLst>
          </p:cNvPr>
          <p:cNvSpPr/>
          <p:nvPr/>
        </p:nvSpPr>
        <p:spPr>
          <a:xfrm>
            <a:off x="2477475" y="1753284"/>
            <a:ext cx="1721814" cy="2781255"/>
          </a:xfrm>
          <a:prstGeom prst="roundRect">
            <a:avLst>
              <a:gd name="adj" fmla="val 12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2" name="Text 0"/>
          <p:cNvSpPr txBox="1"/>
          <p:nvPr/>
        </p:nvSpPr>
        <p:spPr>
          <a:xfrm>
            <a:off x="11185855" y="6355080"/>
            <a:ext cx="457200" cy="274320"/>
          </a:xfrm>
          <a:prstGeom prst="rect">
            <a:avLst/>
          </a:prstGeom>
          <a:noFill/>
          <a:ln/>
        </p:spPr>
        <p:txBody>
          <a:bodyPr wrap="square" lIns="0" tIns="0" rIns="0" bIns="0" rtlCol="0" anchor="ctr"/>
          <a:lstStyle/>
          <a:p>
            <a:pPr marL="0" indent="0" algn="r">
              <a:buNone/>
            </a:pPr>
            <a:r>
              <a:rPr lang="en-US" sz="1000" dirty="0">
                <a:solidFill>
                  <a:srgbClr val="8A91AA"/>
                </a:solidFill>
                <a:latin typeface="Malgun Gothic" pitchFamily="34" charset="0"/>
                <a:ea typeface="Malgun Gothic" pitchFamily="34" charset="-122"/>
                <a:cs typeface="Malgun Gothic" pitchFamily="34" charset="-120"/>
              </a:rPr>
              <a:t>10</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marL="0" indent="0">
              <a:buNone/>
            </a:pPr>
            <a:r>
              <a:rPr lang="en-US" sz="1300" b="1" dirty="0">
                <a:solidFill>
                  <a:srgbClr val="4C5CC4"/>
                </a:solidFill>
                <a:latin typeface="Malgun Gothic" pitchFamily="34" charset="0"/>
                <a:ea typeface="Malgun Gothic" pitchFamily="34" charset="-122"/>
                <a:cs typeface="Malgun Gothic" pitchFamily="34" charset="-120"/>
              </a:rPr>
              <a:t>PART A · 서비스 흐름</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marL="0" indent="0">
              <a:buNone/>
            </a:pPr>
            <a:r>
              <a:rPr lang="en-US" sz="3000" b="1" dirty="0">
                <a:solidFill>
                  <a:srgbClr val="39405C"/>
                </a:solidFill>
                <a:latin typeface="Malgun Gothic" pitchFamily="34" charset="0"/>
                <a:ea typeface="Malgun Gothic" pitchFamily="34" charset="-122"/>
                <a:cs typeface="Malgun Gothic" pitchFamily="34" charset="-120"/>
              </a:rPr>
              <a:t>그림 한 장이 나만의 이야기가 되기까지</a:t>
            </a:r>
            <a:endParaRPr lang="en-US" sz="3000" dirty="0"/>
          </a:p>
        </p:txBody>
      </p:sp>
      <p:sp>
        <p:nvSpPr>
          <p:cNvPr id="5" name="Rounded Rectangle 4"/>
          <p:cNvSpPr/>
          <p:nvPr/>
        </p:nvSpPr>
        <p:spPr>
          <a:xfrm>
            <a:off x="640080" y="1753284"/>
            <a:ext cx="1721814" cy="2781255"/>
          </a:xfrm>
          <a:prstGeom prst="roundRect">
            <a:avLst>
              <a:gd name="adj" fmla="val 12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8" name="TextBox 7"/>
          <p:cNvSpPr txBox="1"/>
          <p:nvPr/>
        </p:nvSpPr>
        <p:spPr>
          <a:xfrm>
            <a:off x="783711" y="3545000"/>
            <a:ext cx="1528353" cy="201402"/>
          </a:xfrm>
          <a:prstGeom prst="rect">
            <a:avLst/>
          </a:prstGeom>
          <a:noFill/>
        </p:spPr>
        <p:txBody>
          <a:bodyPr wrap="square" lIns="0" tIns="0" rIns="0" bIns="0" anchor="ctr">
            <a:spAutoFit/>
          </a:bodyPr>
          <a:lstStyle/>
          <a:p>
            <a:pPr algn="ctr">
              <a:lnSpc>
                <a:spcPct val="110000"/>
              </a:lnSpc>
            </a:pPr>
            <a:r>
              <a:rPr sz="1300" b="1" dirty="0" err="1">
                <a:solidFill>
                  <a:srgbClr val="39405C"/>
                </a:solidFill>
                <a:latin typeface="Malgun Gothic"/>
                <a:ea typeface="Malgun Gothic"/>
                <a:cs typeface="Malgun Gothic"/>
              </a:rPr>
              <a:t>그림</a:t>
            </a:r>
            <a:r>
              <a:rPr sz="1300" b="1" dirty="0">
                <a:solidFill>
                  <a:srgbClr val="39405C"/>
                </a:solidFill>
                <a:latin typeface="Malgun Gothic"/>
                <a:ea typeface="Malgun Gothic"/>
                <a:cs typeface="Malgun Gothic"/>
              </a:rPr>
              <a:t> </a:t>
            </a:r>
            <a:r>
              <a:rPr sz="1300" b="1" dirty="0" err="1">
                <a:solidFill>
                  <a:srgbClr val="39405C"/>
                </a:solidFill>
                <a:latin typeface="Malgun Gothic"/>
                <a:ea typeface="Malgun Gothic"/>
                <a:cs typeface="Malgun Gothic"/>
              </a:rPr>
              <a:t>그리기</a:t>
            </a:r>
            <a:endParaRPr sz="1300" b="1" dirty="0">
              <a:solidFill>
                <a:srgbClr val="39405C"/>
              </a:solidFill>
              <a:latin typeface="Malgun Gothic"/>
              <a:ea typeface="Malgun Gothic"/>
              <a:cs typeface="Malgun Gothic"/>
            </a:endParaRPr>
          </a:p>
        </p:txBody>
      </p:sp>
      <p:sp>
        <p:nvSpPr>
          <p:cNvPr id="9" name="Rounded Rectangle 8"/>
          <p:cNvSpPr/>
          <p:nvPr/>
        </p:nvSpPr>
        <p:spPr>
          <a:xfrm>
            <a:off x="886836" y="3930000"/>
            <a:ext cx="1238159" cy="324413"/>
          </a:xfrm>
          <a:prstGeom prst="roundRect">
            <a:avLst>
              <a:gd name="adj" fmla="val 50000"/>
            </a:avLst>
          </a:prstGeom>
          <a:solidFill>
            <a:srgbClr val="FDE79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86836" y="4014582"/>
            <a:ext cx="1238159" cy="138499"/>
          </a:xfrm>
          <a:prstGeom prst="rect">
            <a:avLst/>
          </a:prstGeom>
          <a:noFill/>
        </p:spPr>
        <p:txBody>
          <a:bodyPr wrap="square" lIns="0" tIns="0" rIns="0" bIns="0" anchor="ctr">
            <a:spAutoFit/>
          </a:bodyPr>
          <a:lstStyle/>
          <a:p>
            <a:pPr algn="ctr">
              <a:lnSpc>
                <a:spcPct val="100000"/>
              </a:lnSpc>
            </a:pPr>
            <a:r>
              <a:rPr sz="900" b="1">
                <a:solidFill>
                  <a:srgbClr val="39405C"/>
                </a:solidFill>
                <a:latin typeface="Malgun Gothic"/>
                <a:ea typeface="Malgun Gothic"/>
                <a:cs typeface="Malgun Gothic"/>
              </a:rPr>
              <a:t>아이</a:t>
            </a:r>
          </a:p>
        </p:txBody>
      </p:sp>
      <p:sp>
        <p:nvSpPr>
          <p:cNvPr id="15" name="TextBox 14"/>
          <p:cNvSpPr txBox="1"/>
          <p:nvPr/>
        </p:nvSpPr>
        <p:spPr>
          <a:xfrm>
            <a:off x="2569671" y="3545000"/>
            <a:ext cx="1528353" cy="201402"/>
          </a:xfrm>
          <a:prstGeom prst="rect">
            <a:avLst/>
          </a:prstGeom>
          <a:noFill/>
        </p:spPr>
        <p:txBody>
          <a:bodyPr wrap="square" lIns="0" tIns="0" rIns="0" bIns="0" anchor="ctr">
            <a:spAutoFit/>
          </a:bodyPr>
          <a:lstStyle/>
          <a:p>
            <a:pPr algn="ctr">
              <a:lnSpc>
                <a:spcPct val="110000"/>
              </a:lnSpc>
            </a:pPr>
            <a:r>
              <a:rPr sz="1300" b="1">
                <a:solidFill>
                  <a:srgbClr val="39405C"/>
                </a:solidFill>
                <a:latin typeface="Malgun Gothic"/>
                <a:ea typeface="Malgun Gothic"/>
                <a:cs typeface="Malgun Gothic"/>
              </a:rPr>
              <a:t>캐릭터 인식</a:t>
            </a:r>
          </a:p>
        </p:txBody>
      </p:sp>
      <p:sp>
        <p:nvSpPr>
          <p:cNvPr id="16" name="Rounded Rectangle 15"/>
          <p:cNvSpPr/>
          <p:nvPr/>
        </p:nvSpPr>
        <p:spPr>
          <a:xfrm>
            <a:off x="2757630" y="3930000"/>
            <a:ext cx="1238159" cy="324413"/>
          </a:xfrm>
          <a:prstGeom prst="roundRect">
            <a:avLst>
              <a:gd name="adj" fmla="val 50000"/>
            </a:avLst>
          </a:prstGeom>
          <a:solidFill>
            <a:srgbClr val="B9C7F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2740697" y="4014582"/>
            <a:ext cx="1238159" cy="138499"/>
          </a:xfrm>
          <a:prstGeom prst="rect">
            <a:avLst/>
          </a:prstGeom>
          <a:noFill/>
        </p:spPr>
        <p:txBody>
          <a:bodyPr wrap="square" lIns="0" tIns="0" rIns="0" bIns="0" anchor="ctr">
            <a:spAutoFit/>
          </a:bodyPr>
          <a:lstStyle/>
          <a:p>
            <a:pPr algn="ctr">
              <a:lnSpc>
                <a:spcPct val="100000"/>
              </a:lnSpc>
            </a:pPr>
            <a:r>
              <a:rPr sz="900" b="1" dirty="0">
                <a:solidFill>
                  <a:srgbClr val="39405C"/>
                </a:solidFill>
                <a:latin typeface="Malgun Gothic"/>
                <a:ea typeface="Malgun Gothic"/>
                <a:cs typeface="Malgun Gothic"/>
              </a:rPr>
              <a:t>AI</a:t>
            </a:r>
          </a:p>
        </p:txBody>
      </p:sp>
      <p:sp>
        <p:nvSpPr>
          <p:cNvPr id="22" name="TextBox 21"/>
          <p:cNvSpPr txBox="1"/>
          <p:nvPr/>
        </p:nvSpPr>
        <p:spPr>
          <a:xfrm>
            <a:off x="4414463" y="3545000"/>
            <a:ext cx="1528353" cy="201402"/>
          </a:xfrm>
          <a:prstGeom prst="rect">
            <a:avLst/>
          </a:prstGeom>
          <a:noFill/>
        </p:spPr>
        <p:txBody>
          <a:bodyPr wrap="square" lIns="0" tIns="0" rIns="0" bIns="0" anchor="ctr">
            <a:spAutoFit/>
          </a:bodyPr>
          <a:lstStyle/>
          <a:p>
            <a:pPr algn="ctr">
              <a:lnSpc>
                <a:spcPct val="110000"/>
              </a:lnSpc>
            </a:pPr>
            <a:r>
              <a:rPr sz="1300" b="1" dirty="0" err="1">
                <a:solidFill>
                  <a:srgbClr val="39405C"/>
                </a:solidFill>
                <a:latin typeface="Malgun Gothic"/>
                <a:ea typeface="Malgun Gothic"/>
                <a:cs typeface="Malgun Gothic"/>
              </a:rPr>
              <a:t>관절</a:t>
            </a:r>
            <a:r>
              <a:rPr sz="1300" b="1" dirty="0">
                <a:solidFill>
                  <a:srgbClr val="39405C"/>
                </a:solidFill>
                <a:latin typeface="Malgun Gothic"/>
                <a:ea typeface="Malgun Gothic"/>
                <a:cs typeface="Malgun Gothic"/>
              </a:rPr>
              <a:t> </a:t>
            </a:r>
            <a:r>
              <a:rPr sz="1300" b="1" dirty="0" err="1">
                <a:solidFill>
                  <a:srgbClr val="39405C"/>
                </a:solidFill>
                <a:latin typeface="Malgun Gothic"/>
                <a:ea typeface="Malgun Gothic"/>
                <a:cs typeface="Malgun Gothic"/>
              </a:rPr>
              <a:t>확인</a:t>
            </a:r>
            <a:r>
              <a:rPr sz="1300" b="1" dirty="0">
                <a:solidFill>
                  <a:srgbClr val="39405C"/>
                </a:solidFill>
                <a:latin typeface="Malgun Gothic"/>
                <a:ea typeface="Malgun Gothic"/>
                <a:cs typeface="Malgun Gothic"/>
              </a:rPr>
              <a:t> · </a:t>
            </a:r>
            <a:r>
              <a:rPr sz="1300" b="1" dirty="0" err="1">
                <a:solidFill>
                  <a:srgbClr val="39405C"/>
                </a:solidFill>
                <a:latin typeface="Malgun Gothic"/>
                <a:ea typeface="Malgun Gothic"/>
                <a:cs typeface="Malgun Gothic"/>
              </a:rPr>
              <a:t>보정</a:t>
            </a:r>
            <a:endParaRPr sz="1300" b="1" dirty="0">
              <a:solidFill>
                <a:srgbClr val="39405C"/>
              </a:solidFill>
              <a:latin typeface="Malgun Gothic"/>
              <a:ea typeface="Malgun Gothic"/>
              <a:cs typeface="Malgun Gothic"/>
            </a:endParaRPr>
          </a:p>
        </p:txBody>
      </p:sp>
      <p:sp>
        <p:nvSpPr>
          <p:cNvPr id="23" name="Rounded Rectangle 22"/>
          <p:cNvSpPr/>
          <p:nvPr/>
        </p:nvSpPr>
        <p:spPr>
          <a:xfrm>
            <a:off x="4559560" y="3930000"/>
            <a:ext cx="1238159" cy="324413"/>
          </a:xfrm>
          <a:prstGeom prst="roundRect">
            <a:avLst>
              <a:gd name="adj" fmla="val 50000"/>
            </a:avLst>
          </a:prstGeom>
          <a:solidFill>
            <a:srgbClr val="B7E3C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559560" y="4014582"/>
            <a:ext cx="1238159" cy="138499"/>
          </a:xfrm>
          <a:prstGeom prst="rect">
            <a:avLst/>
          </a:prstGeom>
          <a:noFill/>
        </p:spPr>
        <p:txBody>
          <a:bodyPr wrap="square" lIns="0" tIns="0" rIns="0" bIns="0" anchor="ctr">
            <a:spAutoFit/>
          </a:bodyPr>
          <a:lstStyle/>
          <a:p>
            <a:pPr algn="ctr">
              <a:lnSpc>
                <a:spcPct val="100000"/>
              </a:lnSpc>
            </a:pPr>
            <a:r>
              <a:rPr sz="900" b="1" dirty="0" err="1">
                <a:solidFill>
                  <a:srgbClr val="39405C"/>
                </a:solidFill>
                <a:latin typeface="Malgun Gothic"/>
                <a:ea typeface="Malgun Gothic"/>
                <a:cs typeface="Malgun Gothic"/>
              </a:rPr>
              <a:t>부모와</a:t>
            </a:r>
            <a:r>
              <a:rPr sz="900" b="1" dirty="0">
                <a:solidFill>
                  <a:srgbClr val="39405C"/>
                </a:solidFill>
                <a:latin typeface="Malgun Gothic"/>
                <a:ea typeface="Malgun Gothic"/>
                <a:cs typeface="Malgun Gothic"/>
              </a:rPr>
              <a:t> </a:t>
            </a:r>
            <a:r>
              <a:rPr sz="900" b="1" dirty="0" err="1">
                <a:solidFill>
                  <a:srgbClr val="39405C"/>
                </a:solidFill>
                <a:latin typeface="Malgun Gothic"/>
                <a:ea typeface="Malgun Gothic"/>
                <a:cs typeface="Malgun Gothic"/>
              </a:rPr>
              <a:t>함께</a:t>
            </a:r>
            <a:endParaRPr sz="900" b="1" dirty="0">
              <a:solidFill>
                <a:srgbClr val="4C5CC4"/>
              </a:solidFill>
              <a:latin typeface="Malgun Gothic"/>
              <a:ea typeface="Malgun Gothic"/>
              <a:cs typeface="Malgun Gothic"/>
            </a:endParaRPr>
          </a:p>
        </p:txBody>
      </p:sp>
      <p:sp>
        <p:nvSpPr>
          <p:cNvPr id="30" name="Rounded Rectangle 29"/>
          <p:cNvSpPr/>
          <p:nvPr/>
        </p:nvSpPr>
        <p:spPr>
          <a:xfrm>
            <a:off x="6394093" y="3930000"/>
            <a:ext cx="1238159" cy="324413"/>
          </a:xfrm>
          <a:prstGeom prst="roundRect">
            <a:avLst>
              <a:gd name="adj" fmla="val 50000"/>
            </a:avLst>
          </a:prstGeom>
          <a:solidFill>
            <a:srgbClr val="B9C7F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394093" y="4014582"/>
            <a:ext cx="1238159" cy="138499"/>
          </a:xfrm>
          <a:prstGeom prst="rect">
            <a:avLst/>
          </a:prstGeom>
          <a:noFill/>
        </p:spPr>
        <p:txBody>
          <a:bodyPr wrap="square" lIns="0" tIns="0" rIns="0" bIns="0" anchor="ctr">
            <a:spAutoFit/>
          </a:bodyPr>
          <a:lstStyle/>
          <a:p>
            <a:pPr algn="ctr">
              <a:lnSpc>
                <a:spcPct val="100000"/>
              </a:lnSpc>
            </a:pPr>
            <a:r>
              <a:rPr sz="900" b="1">
                <a:solidFill>
                  <a:srgbClr val="39405C"/>
                </a:solidFill>
                <a:latin typeface="Malgun Gothic"/>
                <a:ea typeface="Malgun Gothic"/>
                <a:cs typeface="Malgun Gothic"/>
              </a:rPr>
              <a:t>AI</a:t>
            </a:r>
          </a:p>
        </p:txBody>
      </p:sp>
      <p:sp>
        <p:nvSpPr>
          <p:cNvPr id="37" name="Rounded Rectangle 36"/>
          <p:cNvSpPr/>
          <p:nvPr/>
        </p:nvSpPr>
        <p:spPr>
          <a:xfrm>
            <a:off x="8265335" y="3930000"/>
            <a:ext cx="1238159" cy="324413"/>
          </a:xfrm>
          <a:prstGeom prst="roundRect">
            <a:avLst>
              <a:gd name="adj" fmla="val 50000"/>
            </a:avLst>
          </a:prstGeom>
          <a:solidFill>
            <a:srgbClr val="FDE79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8265335" y="4014582"/>
            <a:ext cx="1238159" cy="138499"/>
          </a:xfrm>
          <a:prstGeom prst="rect">
            <a:avLst/>
          </a:prstGeom>
          <a:noFill/>
        </p:spPr>
        <p:txBody>
          <a:bodyPr wrap="square" lIns="0" tIns="0" rIns="0" bIns="0" anchor="ctr">
            <a:spAutoFit/>
          </a:bodyPr>
          <a:lstStyle/>
          <a:p>
            <a:pPr algn="ctr">
              <a:lnSpc>
                <a:spcPct val="100000"/>
              </a:lnSpc>
            </a:pPr>
            <a:r>
              <a:rPr sz="900" b="1" dirty="0" err="1">
                <a:solidFill>
                  <a:srgbClr val="39405C"/>
                </a:solidFill>
                <a:latin typeface="Malgun Gothic"/>
                <a:ea typeface="Malgun Gothic"/>
                <a:cs typeface="Malgun Gothic"/>
              </a:rPr>
              <a:t>아이</a:t>
            </a:r>
            <a:endParaRPr sz="900" b="1" dirty="0">
              <a:solidFill>
                <a:srgbClr val="4C5CC4"/>
              </a:solidFill>
              <a:latin typeface="Malgun Gothic"/>
              <a:ea typeface="Malgun Gothic"/>
              <a:cs typeface="Malgun Gothic"/>
            </a:endParaRPr>
          </a:p>
        </p:txBody>
      </p:sp>
      <p:sp>
        <p:nvSpPr>
          <p:cNvPr id="401" name="Highlight 401"/>
          <p:cNvSpPr/>
          <p:nvPr/>
        </p:nvSpPr>
        <p:spPr>
          <a:xfrm>
            <a:off x="2300000" y="4960000"/>
            <a:ext cx="7600000" cy="680000"/>
          </a:xfrm>
          <a:prstGeom prst="roundRect">
            <a:avLst>
              <a:gd name="adj" fmla="val 50000"/>
            </a:avLst>
          </a:prstGeom>
          <a:solidFill>
            <a:srgbClr val="EDF0FE"/>
          </a:solidFill>
          <a:ln>
            <a:noFill/>
          </a:ln>
          <a:effectLst/>
        </p:spPr>
        <p:txBody>
          <a:bodyPr wrap="square" lIns="0" tIns="0" rIns="0" bIns="0" rtlCol="0" anchor="ctr"/>
          <a:lstStyle/>
          <a:p>
            <a:endParaRPr lang="ko-KR"/>
          </a:p>
        </p:txBody>
      </p:sp>
      <p:sp>
        <p:nvSpPr>
          <p:cNvPr id="46" name="TextBox 45"/>
          <p:cNvSpPr txBox="1"/>
          <p:nvPr/>
        </p:nvSpPr>
        <p:spPr>
          <a:xfrm>
            <a:off x="640080" y="4980000"/>
            <a:ext cx="10908792" cy="640000"/>
          </a:xfrm>
          <a:prstGeom prst="rect">
            <a:avLst/>
          </a:prstGeom>
          <a:noFill/>
        </p:spPr>
        <p:txBody>
          <a:bodyPr wrap="square" lIns="0" tIns="0" rIns="0" bIns="0" anchor="ctr">
            <a:spAutoFit/>
          </a:bodyPr>
          <a:lstStyle/>
          <a:p>
            <a:pPr algn="ctr">
              <a:lnSpc>
                <a:spcPct val="118000"/>
              </a:lnSpc>
            </a:pPr>
            <a:r>
              <a:rPr sz="2600" b="1" dirty="0">
                <a:solidFill>
                  <a:srgbClr val="39405C"/>
                </a:solidFill>
                <a:latin typeface="Malgun Gothic"/>
                <a:ea typeface="Malgun Gothic"/>
                <a:cs typeface="Malgun Gothic"/>
              </a:rPr>
              <a:t>AI </a:t>
            </a:r>
            <a:r>
              <a:rPr sz="2600" b="1" dirty="0" err="1">
                <a:solidFill>
                  <a:srgbClr val="39405C"/>
                </a:solidFill>
                <a:latin typeface="Malgun Gothic"/>
                <a:ea typeface="Malgun Gothic"/>
                <a:cs typeface="Malgun Gothic"/>
              </a:rPr>
              <a:t>결과물은</a:t>
            </a:r>
            <a:r>
              <a:rPr sz="2600" b="1" dirty="0">
                <a:solidFill>
                  <a:srgbClr val="39405C"/>
                </a:solidFill>
                <a:latin typeface="Malgun Gothic"/>
                <a:ea typeface="Malgun Gothic"/>
                <a:cs typeface="Malgun Gothic"/>
              </a:rPr>
              <a:t> </a:t>
            </a:r>
            <a:r>
              <a:rPr sz="2600" b="1" dirty="0" err="1">
                <a:solidFill>
                  <a:srgbClr val="39405C"/>
                </a:solidFill>
                <a:latin typeface="Malgun Gothic"/>
                <a:ea typeface="Malgun Gothic"/>
                <a:cs typeface="Malgun Gothic"/>
              </a:rPr>
              <a:t>끝이</a:t>
            </a:r>
            <a:r>
              <a:rPr sz="2600" b="1" dirty="0">
                <a:solidFill>
                  <a:srgbClr val="39405C"/>
                </a:solidFill>
                <a:latin typeface="Malgun Gothic"/>
                <a:ea typeface="Malgun Gothic"/>
                <a:cs typeface="Malgun Gothic"/>
              </a:rPr>
              <a:t> </a:t>
            </a:r>
            <a:r>
              <a:rPr sz="2600" b="1" dirty="0" err="1">
                <a:solidFill>
                  <a:srgbClr val="39405C"/>
                </a:solidFill>
                <a:latin typeface="Malgun Gothic"/>
                <a:ea typeface="Malgun Gothic"/>
                <a:cs typeface="Malgun Gothic"/>
              </a:rPr>
              <a:t>아니라</a:t>
            </a:r>
            <a:r>
              <a:rPr sz="2600" b="1" dirty="0">
                <a:solidFill>
                  <a:srgbClr val="39405C"/>
                </a:solidFill>
                <a:latin typeface="Malgun Gothic"/>
                <a:ea typeface="Malgun Gothic"/>
                <a:cs typeface="Malgun Gothic"/>
              </a:rPr>
              <a:t> </a:t>
            </a:r>
            <a:r>
              <a:rPr sz="2600" b="1" dirty="0" err="1">
                <a:solidFill>
                  <a:srgbClr val="4C5CC4"/>
                </a:solidFill>
                <a:latin typeface="Malgun Gothic"/>
                <a:ea typeface="Malgun Gothic"/>
                <a:cs typeface="Malgun Gothic"/>
              </a:rPr>
              <a:t>시작점</a:t>
            </a:r>
            <a:r>
              <a:rPr sz="2600" b="1" dirty="0" err="1">
                <a:solidFill>
                  <a:srgbClr val="39405C"/>
                </a:solidFill>
                <a:latin typeface="Malgun Gothic"/>
                <a:ea typeface="Malgun Gothic"/>
                <a:cs typeface="Malgun Gothic"/>
              </a:rPr>
              <a:t>입니다</a:t>
            </a:r>
            <a:endParaRPr sz="2600" b="1" dirty="0">
              <a:solidFill>
                <a:srgbClr val="39405C"/>
              </a:solidFill>
              <a:latin typeface="Malgun Gothic"/>
              <a:ea typeface="Malgun Gothic"/>
              <a:cs typeface="Malgun Gothic"/>
            </a:endParaRPr>
          </a:p>
        </p:txBody>
      </p:sp>
      <p:sp>
        <p:nvSpPr>
          <p:cNvPr id="47" name="TextBox 46"/>
          <p:cNvSpPr txBox="1"/>
          <p:nvPr/>
        </p:nvSpPr>
        <p:spPr>
          <a:xfrm>
            <a:off x="640080" y="5700000"/>
            <a:ext cx="10908792" cy="229807"/>
          </a:xfrm>
          <a:prstGeom prst="rect">
            <a:avLst/>
          </a:prstGeom>
          <a:noFill/>
        </p:spPr>
        <p:txBody>
          <a:bodyPr wrap="square" lIns="0" tIns="0" rIns="0" bIns="0" anchor="ctr">
            <a:spAutoFit/>
          </a:bodyPr>
          <a:lstStyle/>
          <a:p>
            <a:pPr algn="ctr">
              <a:lnSpc>
                <a:spcPct val="118000"/>
              </a:lnSpc>
            </a:pPr>
            <a:r>
              <a:rPr sz="1400" b="0" dirty="0" err="1">
                <a:solidFill>
                  <a:srgbClr val="4A5170"/>
                </a:solidFill>
                <a:latin typeface="Malgun Gothic"/>
                <a:ea typeface="Malgun Gothic"/>
                <a:cs typeface="Malgun Gothic"/>
              </a:rPr>
              <a:t>AI는 그림을 움직이고, 다음 장면은 아이가 직접 고릅니다</a:t>
            </a:r>
            <a:endParaRPr sz="1400" b="0" dirty="0">
              <a:solidFill>
                <a:srgbClr val="4A5170"/>
              </a:solidFill>
              <a:latin typeface="Malgun Gothic"/>
              <a:ea typeface="Malgun Gothic"/>
              <a:cs typeface="Malgun Gothic"/>
            </a:endParaRPr>
          </a:p>
        </p:txBody>
      </p:sp>
      <p:pic>
        <p:nvPicPr>
          <p:cNvPr id="49" name="그림 48">
            <a:extLst>
              <a:ext uri="{FF2B5EF4-FFF2-40B4-BE49-F238E27FC236}">
                <a16:creationId xmlns:a16="http://schemas.microsoft.com/office/drawing/2014/main" id="{5CF036D1-BA8F-9511-F927-D6065EED72CC}"/>
              </a:ext>
            </a:extLst>
          </p:cNvPr>
          <p:cNvPicPr>
            <a:picLocks noChangeAspect="1"/>
          </p:cNvPicPr>
          <p:nvPr/>
        </p:nvPicPr>
        <p:blipFill>
          <a:blip r:embed="rId4"/>
          <a:srcRect r="65412" b="45097"/>
          <a:stretch>
            <a:fillRect/>
          </a:stretch>
        </p:blipFill>
        <p:spPr>
          <a:xfrm>
            <a:off x="895296" y="1815674"/>
            <a:ext cx="1185150" cy="1566315"/>
          </a:xfrm>
          <a:prstGeom prst="rect">
            <a:avLst/>
          </a:prstGeom>
        </p:spPr>
      </p:pic>
      <p:pic>
        <p:nvPicPr>
          <p:cNvPr id="50" name="그림 49">
            <a:extLst>
              <a:ext uri="{FF2B5EF4-FFF2-40B4-BE49-F238E27FC236}">
                <a16:creationId xmlns:a16="http://schemas.microsoft.com/office/drawing/2014/main" id="{20777795-0A5C-5FC9-E587-279A9668C18E}"/>
              </a:ext>
            </a:extLst>
          </p:cNvPr>
          <p:cNvPicPr>
            <a:picLocks noChangeAspect="1"/>
          </p:cNvPicPr>
          <p:nvPr/>
        </p:nvPicPr>
        <p:blipFill>
          <a:blip r:embed="rId4"/>
          <a:srcRect l="63582" t="54148"/>
          <a:stretch>
            <a:fillRect/>
          </a:stretch>
        </p:blipFill>
        <p:spPr>
          <a:xfrm>
            <a:off x="10045385" y="2025304"/>
            <a:ext cx="1285159" cy="1347190"/>
          </a:xfrm>
          <a:prstGeom prst="rect">
            <a:avLst/>
          </a:prstGeom>
        </p:spPr>
      </p:pic>
      <p:pic>
        <p:nvPicPr>
          <p:cNvPr id="51" name="그림 50">
            <a:extLst>
              <a:ext uri="{FF2B5EF4-FFF2-40B4-BE49-F238E27FC236}">
                <a16:creationId xmlns:a16="http://schemas.microsoft.com/office/drawing/2014/main" id="{ECB67E42-B37A-5571-C520-E8FE34A3FF53}"/>
              </a:ext>
            </a:extLst>
          </p:cNvPr>
          <p:cNvPicPr>
            <a:picLocks noChangeAspect="1"/>
          </p:cNvPicPr>
          <p:nvPr/>
        </p:nvPicPr>
        <p:blipFill>
          <a:blip r:embed="rId4"/>
          <a:srcRect l="36048" t="54643" r="36187"/>
          <a:stretch>
            <a:fillRect/>
          </a:stretch>
        </p:blipFill>
        <p:spPr>
          <a:xfrm>
            <a:off x="8416520" y="2038281"/>
            <a:ext cx="935783" cy="1272818"/>
          </a:xfrm>
          <a:prstGeom prst="rect">
            <a:avLst/>
          </a:prstGeom>
        </p:spPr>
      </p:pic>
      <p:pic>
        <p:nvPicPr>
          <p:cNvPr id="52" name="그림 51">
            <a:extLst>
              <a:ext uri="{FF2B5EF4-FFF2-40B4-BE49-F238E27FC236}">
                <a16:creationId xmlns:a16="http://schemas.microsoft.com/office/drawing/2014/main" id="{EAB45BAB-804C-56C1-238C-003C48731ECC}"/>
              </a:ext>
            </a:extLst>
          </p:cNvPr>
          <p:cNvPicPr>
            <a:picLocks noChangeAspect="1"/>
          </p:cNvPicPr>
          <p:nvPr/>
        </p:nvPicPr>
        <p:blipFill>
          <a:blip r:embed="rId4"/>
          <a:srcRect t="54205" r="64078"/>
          <a:stretch>
            <a:fillRect/>
          </a:stretch>
        </p:blipFill>
        <p:spPr>
          <a:xfrm>
            <a:off x="6394093" y="2025871"/>
            <a:ext cx="1316503" cy="1397402"/>
          </a:xfrm>
          <a:prstGeom prst="rect">
            <a:avLst/>
          </a:prstGeom>
        </p:spPr>
      </p:pic>
      <p:pic>
        <p:nvPicPr>
          <p:cNvPr id="53" name="그림 52">
            <a:extLst>
              <a:ext uri="{FF2B5EF4-FFF2-40B4-BE49-F238E27FC236}">
                <a16:creationId xmlns:a16="http://schemas.microsoft.com/office/drawing/2014/main" id="{E6080CBC-8943-24E7-C05E-82E94748E929}"/>
              </a:ext>
            </a:extLst>
          </p:cNvPr>
          <p:cNvPicPr>
            <a:picLocks noChangeAspect="1"/>
          </p:cNvPicPr>
          <p:nvPr/>
        </p:nvPicPr>
        <p:blipFill>
          <a:blip r:embed="rId4"/>
          <a:srcRect l="70275" b="47494"/>
          <a:stretch>
            <a:fillRect/>
          </a:stretch>
        </p:blipFill>
        <p:spPr>
          <a:xfrm>
            <a:off x="4738375" y="1943772"/>
            <a:ext cx="954183" cy="1403318"/>
          </a:xfrm>
          <a:prstGeom prst="rect">
            <a:avLst/>
          </a:prstGeom>
        </p:spPr>
      </p:pic>
      <p:pic>
        <p:nvPicPr>
          <p:cNvPr id="54" name="그림 53">
            <a:extLst>
              <a:ext uri="{FF2B5EF4-FFF2-40B4-BE49-F238E27FC236}">
                <a16:creationId xmlns:a16="http://schemas.microsoft.com/office/drawing/2014/main" id="{985A2C53-10D5-E6D2-9B12-5E0B0C8B823E}"/>
              </a:ext>
            </a:extLst>
          </p:cNvPr>
          <p:cNvPicPr>
            <a:picLocks noChangeAspect="1"/>
          </p:cNvPicPr>
          <p:nvPr/>
        </p:nvPicPr>
        <p:blipFill>
          <a:blip r:embed="rId4"/>
          <a:srcRect l="33839" r="30572" b="44505"/>
          <a:stretch>
            <a:fillRect/>
          </a:stretch>
        </p:blipFill>
        <p:spPr>
          <a:xfrm>
            <a:off x="2744013" y="1851428"/>
            <a:ext cx="1243622" cy="1614641"/>
          </a:xfrm>
          <a:prstGeom prst="rect">
            <a:avLst/>
          </a:prstGeom>
        </p:spPr>
      </p:pic>
      <p:sp>
        <p:nvSpPr>
          <p:cNvPr id="61" name="Rounded Rectangle 22">
            <a:extLst>
              <a:ext uri="{FF2B5EF4-FFF2-40B4-BE49-F238E27FC236}">
                <a16:creationId xmlns:a16="http://schemas.microsoft.com/office/drawing/2014/main" id="{24B61182-CC58-E0FF-355A-9650C749E10C}"/>
              </a:ext>
            </a:extLst>
          </p:cNvPr>
          <p:cNvSpPr/>
          <p:nvPr/>
        </p:nvSpPr>
        <p:spPr>
          <a:xfrm>
            <a:off x="10106558" y="3930000"/>
            <a:ext cx="1238159" cy="324413"/>
          </a:xfrm>
          <a:prstGeom prst="roundRect">
            <a:avLst>
              <a:gd name="adj" fmla="val 50000"/>
            </a:avLst>
          </a:prstGeom>
          <a:solidFill>
            <a:srgbClr val="B7E3C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a:extLst>
              <a:ext uri="{FF2B5EF4-FFF2-40B4-BE49-F238E27FC236}">
                <a16:creationId xmlns:a16="http://schemas.microsoft.com/office/drawing/2014/main" id="{98D87B7F-C487-61BE-4668-DA9D096ED6D9}"/>
              </a:ext>
            </a:extLst>
          </p:cNvPr>
          <p:cNvSpPr txBox="1"/>
          <p:nvPr/>
        </p:nvSpPr>
        <p:spPr>
          <a:xfrm>
            <a:off x="10106558" y="4014582"/>
            <a:ext cx="1238159" cy="138499"/>
          </a:xfrm>
          <a:prstGeom prst="rect">
            <a:avLst/>
          </a:prstGeom>
          <a:noFill/>
        </p:spPr>
        <p:txBody>
          <a:bodyPr wrap="square" lIns="0" tIns="0" rIns="0" bIns="0" anchor="ctr">
            <a:spAutoFit/>
          </a:bodyPr>
          <a:lstStyle/>
          <a:p>
            <a:pPr algn="ctr">
              <a:lnSpc>
                <a:spcPct val="100000"/>
              </a:lnSpc>
            </a:pPr>
            <a:r>
              <a:rPr sz="900" b="1" dirty="0" err="1">
                <a:solidFill>
                  <a:srgbClr val="39405C"/>
                </a:solidFill>
                <a:latin typeface="Malgun Gothic"/>
                <a:ea typeface="Malgun Gothic"/>
                <a:cs typeface="Malgun Gothic"/>
              </a:rPr>
              <a:t>부모와</a:t>
            </a:r>
            <a:r>
              <a:rPr sz="900" b="1" dirty="0">
                <a:solidFill>
                  <a:srgbClr val="39405C"/>
                </a:solidFill>
                <a:latin typeface="Malgun Gothic"/>
                <a:ea typeface="Malgun Gothic"/>
                <a:cs typeface="Malgun Gothic"/>
              </a:rPr>
              <a:t> </a:t>
            </a:r>
            <a:r>
              <a:rPr sz="900" b="1" dirty="0" err="1">
                <a:solidFill>
                  <a:srgbClr val="39405C"/>
                </a:solidFill>
                <a:latin typeface="Malgun Gothic"/>
                <a:ea typeface="Malgun Gothic"/>
                <a:cs typeface="Malgun Gothic"/>
              </a:rPr>
              <a:t>함께</a:t>
            </a:r>
            <a:endParaRPr sz="900" b="1" dirty="0">
              <a:solidFill>
                <a:srgbClr val="4C5CC4"/>
              </a:solidFill>
              <a:latin typeface="Malgun Gothic"/>
              <a:ea typeface="Malgun Gothic"/>
              <a:cs typeface="Malgun Gothic"/>
            </a:endParaRPr>
          </a:p>
        </p:txBody>
      </p:sp>
      <p:sp>
        <p:nvSpPr>
          <p:cNvPr id="63" name="TextBox 62">
            <a:extLst>
              <a:ext uri="{FF2B5EF4-FFF2-40B4-BE49-F238E27FC236}">
                <a16:creationId xmlns:a16="http://schemas.microsoft.com/office/drawing/2014/main" id="{6AF5B7FF-18C4-BA49-8DDA-E38FE15A404B}"/>
              </a:ext>
            </a:extLst>
          </p:cNvPr>
          <p:cNvSpPr txBox="1"/>
          <p:nvPr/>
        </p:nvSpPr>
        <p:spPr>
          <a:xfrm>
            <a:off x="6248994" y="3545000"/>
            <a:ext cx="1528353" cy="201402"/>
          </a:xfrm>
          <a:prstGeom prst="rect">
            <a:avLst/>
          </a:prstGeom>
          <a:noFill/>
        </p:spPr>
        <p:txBody>
          <a:bodyPr wrap="square" lIns="0" tIns="0" rIns="0" bIns="0" anchor="ctr">
            <a:spAutoFit/>
          </a:bodyPr>
          <a:lstStyle/>
          <a:p>
            <a:pPr algn="ctr">
              <a:lnSpc>
                <a:spcPct val="110000"/>
              </a:lnSpc>
            </a:pPr>
            <a:r>
              <a:rPr lang="ko-KR" altLang="en-US" sz="1300" b="1" dirty="0">
                <a:solidFill>
                  <a:srgbClr val="39405C"/>
                </a:solidFill>
                <a:latin typeface="Malgun Gothic"/>
                <a:ea typeface="Malgun Gothic"/>
                <a:cs typeface="Malgun Gothic"/>
              </a:rPr>
              <a:t>내 그림이 </a:t>
            </a:r>
            <a:r>
              <a:rPr lang="ko-KR" altLang="en-US" sz="1300" b="1" dirty="0" err="1">
                <a:solidFill>
                  <a:srgbClr val="39405C"/>
                </a:solidFill>
                <a:latin typeface="Malgun Gothic"/>
                <a:ea typeface="Malgun Gothic"/>
                <a:cs typeface="Malgun Gothic"/>
              </a:rPr>
              <a:t>움직여요</a:t>
            </a:r>
            <a:endParaRPr sz="1300" b="1" dirty="0">
              <a:solidFill>
                <a:srgbClr val="39405C"/>
              </a:solidFill>
              <a:latin typeface="Malgun Gothic"/>
              <a:ea typeface="Malgun Gothic"/>
              <a:cs typeface="Malgun Gothic"/>
            </a:endParaRPr>
          </a:p>
        </p:txBody>
      </p:sp>
      <p:sp>
        <p:nvSpPr>
          <p:cNvPr id="64" name="TextBox 63">
            <a:extLst>
              <a:ext uri="{FF2B5EF4-FFF2-40B4-BE49-F238E27FC236}">
                <a16:creationId xmlns:a16="http://schemas.microsoft.com/office/drawing/2014/main" id="{85AA3324-4C67-ED3C-BDA7-265CDCC27482}"/>
              </a:ext>
            </a:extLst>
          </p:cNvPr>
          <p:cNvSpPr txBox="1"/>
          <p:nvPr/>
        </p:nvSpPr>
        <p:spPr>
          <a:xfrm>
            <a:off x="8120236" y="3545000"/>
            <a:ext cx="1528353" cy="201402"/>
          </a:xfrm>
          <a:prstGeom prst="rect">
            <a:avLst/>
          </a:prstGeom>
          <a:noFill/>
        </p:spPr>
        <p:txBody>
          <a:bodyPr wrap="square" lIns="0" tIns="0" rIns="0" bIns="0" anchor="ctr">
            <a:spAutoFit/>
          </a:bodyPr>
          <a:lstStyle/>
          <a:p>
            <a:pPr algn="ctr">
              <a:lnSpc>
                <a:spcPct val="110000"/>
              </a:lnSpc>
            </a:pPr>
            <a:r>
              <a:rPr lang="ko-KR" altLang="en-US" sz="1300" b="1" dirty="0">
                <a:solidFill>
                  <a:srgbClr val="39405C"/>
                </a:solidFill>
                <a:latin typeface="Malgun Gothic"/>
                <a:ea typeface="Malgun Gothic"/>
                <a:cs typeface="Malgun Gothic"/>
              </a:rPr>
              <a:t>다음 장면 고르기</a:t>
            </a:r>
            <a:endParaRPr sz="1300" b="1" dirty="0">
              <a:solidFill>
                <a:srgbClr val="39405C"/>
              </a:solidFill>
              <a:latin typeface="Malgun Gothic"/>
              <a:ea typeface="Malgun Gothic"/>
              <a:cs typeface="Malgun Gothic"/>
            </a:endParaRPr>
          </a:p>
        </p:txBody>
      </p:sp>
      <p:sp>
        <p:nvSpPr>
          <p:cNvPr id="65" name="TextBox 64">
            <a:extLst>
              <a:ext uri="{FF2B5EF4-FFF2-40B4-BE49-F238E27FC236}">
                <a16:creationId xmlns:a16="http://schemas.microsoft.com/office/drawing/2014/main" id="{B2050594-7F2F-6C98-81DE-B115B2CCCBDE}"/>
              </a:ext>
            </a:extLst>
          </p:cNvPr>
          <p:cNvSpPr txBox="1"/>
          <p:nvPr/>
        </p:nvSpPr>
        <p:spPr>
          <a:xfrm>
            <a:off x="9915630" y="3545000"/>
            <a:ext cx="1528353" cy="201402"/>
          </a:xfrm>
          <a:prstGeom prst="rect">
            <a:avLst/>
          </a:prstGeom>
          <a:noFill/>
        </p:spPr>
        <p:txBody>
          <a:bodyPr wrap="square" lIns="0" tIns="0" rIns="0" bIns="0" anchor="ctr">
            <a:spAutoFit/>
          </a:bodyPr>
          <a:lstStyle/>
          <a:p>
            <a:pPr algn="ctr">
              <a:lnSpc>
                <a:spcPct val="110000"/>
              </a:lnSpc>
            </a:pPr>
            <a:r>
              <a:rPr lang="ko-KR" altLang="en-US" sz="1300" b="1" dirty="0">
                <a:solidFill>
                  <a:srgbClr val="39405C"/>
                </a:solidFill>
                <a:latin typeface="Malgun Gothic"/>
                <a:ea typeface="Malgun Gothic"/>
                <a:cs typeface="Malgun Gothic"/>
              </a:rPr>
              <a:t>나만의 이야기 완성</a:t>
            </a:r>
            <a:endParaRPr sz="1300" b="1" dirty="0">
              <a:solidFill>
                <a:srgbClr val="39405C"/>
              </a:solidFill>
              <a:latin typeface="Malgun Gothic"/>
              <a:ea typeface="Malgun Gothic"/>
              <a:cs typeface="Malgun Gothic"/>
            </a:endParaRPr>
          </a:p>
        </p:txBody>
      </p:sp>
      <p:pic>
        <p:nvPicPr>
          <p:cNvPr id="421" name="Picture 421"/>
          <p:cNvPicPr>
            <a:picLocks noChangeAspect="1"/>
          </p:cNvPicPr>
          <p:nvPr/>
        </p:nvPicPr>
        <p:blipFill>
          <a:blip r:embed="rId5"/>
          <a:srcRect/>
          <a:stretch>
            <a:fillRect/>
          </a:stretch>
        </p:blipFill>
        <p:spPr>
          <a:xfrm rot="-480000">
            <a:off x="1650000" y="4900000"/>
            <a:ext cx="753026" cy="62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Page 101"/>
          <p:cNvSpPr txBox="1"/>
          <p:nvPr/>
        </p:nvSpPr>
        <p:spPr>
          <a:xfrm>
            <a:off x="11185855" y="6355080"/>
            <a:ext cx="457200" cy="274320"/>
          </a:xfrm>
          <a:prstGeom prst="rect">
            <a:avLst/>
          </a:prstGeom>
          <a:noFill/>
        </p:spPr>
        <p:txBody>
          <a:bodyPr wrap="square" lIns="0" tIns="0" rIns="0" bIns="0" rtlCol="0" anchor="ctr"/>
          <a:lstStyle/>
          <a:p>
            <a:pPr marL="0" indent="0" algn="r">
              <a:lnSpc>
                <a:spcPct val="115000"/>
              </a:lnSpc>
              <a:buNone/>
            </a:pPr>
            <a:r>
              <a:rPr lang="ko-KR" sz="1000" dirty="0">
                <a:solidFill>
                  <a:srgbClr val="8A91AA"/>
                </a:solidFill>
                <a:latin typeface="Malgun Gothic" pitchFamily="34" charset="0"/>
                <a:ea typeface="Malgun Gothic" pitchFamily="34" charset="-122"/>
                <a:cs typeface="Malgun Gothic" pitchFamily="34" charset="-120"/>
              </a:rPr>
              <a:t>11</a:t>
            </a:r>
          </a:p>
        </p:txBody>
      </p:sp>
      <p:sp>
        <p:nvSpPr>
          <p:cNvPr id="102" name="Label 102"/>
          <p:cNvSpPr txBox="1"/>
          <p:nvPr/>
        </p:nvSpPr>
        <p:spPr>
          <a:xfrm>
            <a:off x="640080" y="457200"/>
            <a:ext cx="10911535" cy="320040"/>
          </a:xfrm>
          <a:prstGeom prst="rect">
            <a:avLst/>
          </a:prstGeom>
          <a:noFill/>
        </p:spPr>
        <p:txBody>
          <a:bodyPr wrap="square" lIns="0" tIns="0" rIns="0" bIns="0" rtlCol="0" anchor="ctr"/>
          <a:lstStyle/>
          <a:p>
            <a:pPr marL="0" indent="0" algn="l">
              <a:lnSpc>
                <a:spcPct val="115000"/>
              </a:lnSpc>
              <a:buNone/>
            </a:pPr>
            <a:r>
              <a:rPr lang="ko-KR" sz="1300" b="1" dirty="0">
                <a:solidFill>
                  <a:srgbClr val="4C5CC4"/>
                </a:solidFill>
                <a:latin typeface="Malgun Gothic" pitchFamily="34" charset="0"/>
                <a:ea typeface="Malgun Gothic" pitchFamily="34" charset="-122"/>
                <a:cs typeface="Malgun Gothic" pitchFamily="34" charset="-120"/>
              </a:rPr>
              <a:t>PART B · 9/7 ~ 10/2 우리가 한 일</a:t>
            </a:r>
          </a:p>
        </p:txBody>
      </p:sp>
      <p:sp>
        <p:nvSpPr>
          <p:cNvPr id="103" name="Title 103"/>
          <p:cNvSpPr txBox="1"/>
          <p:nvPr/>
        </p:nvSpPr>
        <p:spPr>
          <a:xfrm>
            <a:off x="640080" y="804672"/>
            <a:ext cx="10911535" cy="731520"/>
          </a:xfrm>
          <a:prstGeom prst="rect">
            <a:avLst/>
          </a:prstGeom>
          <a:noFill/>
        </p:spPr>
        <p:txBody>
          <a:bodyPr wrap="square" lIns="0" tIns="0" rIns="0" bIns="0" rtlCol="0" anchor="t"/>
          <a:lstStyle/>
          <a:p>
            <a:pPr marL="0" indent="0" algn="l">
              <a:lnSpc>
                <a:spcPct val="115000"/>
              </a:lnSpc>
              <a:buNone/>
            </a:pPr>
            <a:r>
              <a:rPr lang="ko-KR" sz="3000" b="1" dirty="0">
                <a:solidFill>
                  <a:srgbClr val="39405C"/>
                </a:solidFill>
                <a:latin typeface="Malgun Gothic" pitchFamily="34" charset="0"/>
                <a:ea typeface="Malgun Gothic" pitchFamily="34" charset="-122"/>
                <a:cs typeface="Malgun Gothic" pitchFamily="34" charset="-120"/>
              </a:rPr>
              <a:t>아이디어에서 시작해, 실제로 만들기 위한 구조를 잡았습니다</a:t>
            </a:r>
          </a:p>
        </p:txBody>
      </p:sp>
      <p:cxnSp>
        <p:nvCxnSpPr>
          <p:cNvPr id="104" name="Line 104"/>
          <p:cNvCxnSpPr/>
          <p:nvPr/>
        </p:nvCxnSpPr>
        <p:spPr>
          <a:xfrm>
            <a:off x="900000" y="3350000"/>
            <a:ext cx="10400000" cy="0"/>
          </a:xfrm>
          <a:prstGeom prst="line">
            <a:avLst/>
          </a:prstGeom>
          <a:ln w="38100" cap="rnd">
            <a:solidFill>
              <a:srgbClr val="C9D0FF"/>
            </a:solidFill>
          </a:ln>
        </p:spPr>
      </p:cxnSp>
      <p:sp>
        <p:nvSpPr>
          <p:cNvPr id="105" name="Dot 105"/>
          <p:cNvSpPr/>
          <p:nvPr/>
        </p:nvSpPr>
        <p:spPr>
          <a:xfrm>
            <a:off x="1040000" y="3140000"/>
            <a:ext cx="420000" cy="420000"/>
          </a:xfrm>
          <a:prstGeom prst="ellipse">
            <a:avLst/>
          </a:prstGeom>
          <a:solidFill>
            <a:srgbClr val="DDE2FF"/>
          </a:solidFill>
          <a:ln w="9525">
            <a:solidFill>
              <a:srgbClr val="FFFFFF"/>
            </a:solidFill>
          </a:ln>
          <a:effectLst/>
        </p:spPr>
        <p:txBody>
          <a:bodyPr wrap="square" lIns="0" tIns="0" rIns="0" bIns="0" rtlCol="0" anchor="ctr"/>
          <a:lstStyle/>
          <a:p>
            <a:pPr marL="0" indent="0" algn="ctr">
              <a:lnSpc>
                <a:spcPct val="110000"/>
              </a:lnSpc>
              <a:buNone/>
            </a:pPr>
            <a:r>
              <a:rPr lang="ko-KR" sz="1300" b="1" dirty="0">
                <a:solidFill>
                  <a:srgbClr val="6274E8"/>
                </a:solidFill>
                <a:latin typeface="Malgun Gothic" pitchFamily="34" charset="0"/>
                <a:ea typeface="Malgun Gothic" pitchFamily="34" charset="-122"/>
                <a:cs typeface="Malgun Gothic" pitchFamily="34" charset="-120"/>
              </a:rPr>
              <a:t>1</a:t>
            </a:r>
          </a:p>
        </p:txBody>
      </p:sp>
      <p:cxnSp>
        <p:nvCxnSpPr>
          <p:cNvPr id="106" name="Line 106"/>
          <p:cNvCxnSpPr/>
          <p:nvPr/>
        </p:nvCxnSpPr>
        <p:spPr>
          <a:xfrm flipV="1">
            <a:off x="1250000" y="2830000"/>
            <a:ext cx="0" cy="290000"/>
          </a:xfrm>
          <a:prstGeom prst="line">
            <a:avLst/>
          </a:prstGeom>
          <a:ln w="12700" cap="rnd">
            <a:solidFill>
              <a:srgbClr val="DDE2FF"/>
            </a:solidFill>
          </a:ln>
        </p:spPr>
      </p:cxnSp>
      <p:sp>
        <p:nvSpPr>
          <p:cNvPr id="107" name="Text 107"/>
          <p:cNvSpPr txBox="1"/>
          <p:nvPr/>
        </p:nvSpPr>
        <p:spPr>
          <a:xfrm>
            <a:off x="150000" y="2130000"/>
            <a:ext cx="2200000" cy="700000"/>
          </a:xfrm>
          <a:prstGeom prst="rect">
            <a:avLst/>
          </a:prstGeom>
          <a:noFill/>
        </p:spPr>
        <p:txBody>
          <a:bodyPr wrap="square" lIns="0" tIns="0" rIns="0" bIns="0" rtlCol="0" anchor="b"/>
          <a:lstStyle/>
          <a:p>
            <a:pPr marL="0" indent="0" algn="ctr">
              <a:lnSpc>
                <a:spcPct val="118000"/>
              </a:lnSpc>
              <a:buNone/>
            </a:pPr>
            <a:r>
              <a:rPr lang="ko-KR" sz="1300" b="1" dirty="0">
                <a:solidFill>
                  <a:srgbClr val="39405C"/>
                </a:solidFill>
                <a:latin typeface="Malgun Gothic" pitchFamily="34" charset="0"/>
                <a:ea typeface="Malgun Gothic" pitchFamily="34" charset="-122"/>
                <a:cs typeface="Malgun Gothic" pitchFamily="34" charset="-120"/>
              </a:rPr>
              <a:t>프로젝트 시작</a:t>
            </a:r>
          </a:p>
        </p:txBody>
      </p:sp>
      <p:sp>
        <p:nvSpPr>
          <p:cNvPr id="108" name="Dot 108"/>
          <p:cNvSpPr/>
          <p:nvPr/>
        </p:nvSpPr>
        <p:spPr>
          <a:xfrm>
            <a:off x="2425714" y="3140000"/>
            <a:ext cx="420000" cy="420000"/>
          </a:xfrm>
          <a:prstGeom prst="ellipse">
            <a:avLst/>
          </a:prstGeom>
          <a:solidFill>
            <a:srgbClr val="FDE0E6"/>
          </a:solidFill>
          <a:ln w="9525">
            <a:solidFill>
              <a:srgbClr val="FFFFFF"/>
            </a:solidFill>
          </a:ln>
          <a:effectLst/>
        </p:spPr>
        <p:txBody>
          <a:bodyPr wrap="square" lIns="0" tIns="0" rIns="0" bIns="0" rtlCol="0" anchor="ctr"/>
          <a:lstStyle/>
          <a:p>
            <a:pPr marL="0" indent="0" algn="ctr">
              <a:lnSpc>
                <a:spcPct val="110000"/>
              </a:lnSpc>
              <a:buNone/>
            </a:pPr>
            <a:r>
              <a:rPr lang="ko-KR" sz="1300" b="1" dirty="0">
                <a:solidFill>
                  <a:srgbClr val="E0607A"/>
                </a:solidFill>
                <a:latin typeface="Malgun Gothic" pitchFamily="34" charset="0"/>
                <a:ea typeface="Malgun Gothic" pitchFamily="34" charset="-122"/>
                <a:cs typeface="Malgun Gothic" pitchFamily="34" charset="-120"/>
              </a:rPr>
              <a:t>2</a:t>
            </a:r>
          </a:p>
        </p:txBody>
      </p:sp>
      <p:cxnSp>
        <p:nvCxnSpPr>
          <p:cNvPr id="109" name="Line 109"/>
          <p:cNvCxnSpPr/>
          <p:nvPr/>
        </p:nvCxnSpPr>
        <p:spPr>
          <a:xfrm>
            <a:off x="2635714" y="3580000"/>
            <a:ext cx="0" cy="290000"/>
          </a:xfrm>
          <a:prstGeom prst="line">
            <a:avLst/>
          </a:prstGeom>
          <a:ln w="12700" cap="rnd">
            <a:solidFill>
              <a:srgbClr val="FDE0E6"/>
            </a:solidFill>
          </a:ln>
        </p:spPr>
      </p:cxnSp>
      <p:sp>
        <p:nvSpPr>
          <p:cNvPr id="110" name="Text 110"/>
          <p:cNvSpPr txBox="1"/>
          <p:nvPr/>
        </p:nvSpPr>
        <p:spPr>
          <a:xfrm>
            <a:off x="1535714" y="3870000"/>
            <a:ext cx="2200000" cy="700000"/>
          </a:xfrm>
          <a:prstGeom prst="rect">
            <a:avLst/>
          </a:prstGeom>
          <a:noFill/>
        </p:spPr>
        <p:txBody>
          <a:bodyPr wrap="square" lIns="0" tIns="0" rIns="0" bIns="0" rtlCol="0" anchor="t"/>
          <a:lstStyle/>
          <a:p>
            <a:pPr marL="0" indent="0" algn="ctr">
              <a:lnSpc>
                <a:spcPct val="118000"/>
              </a:lnSpc>
              <a:buNone/>
            </a:pPr>
            <a:r>
              <a:rPr lang="ko-KR" sz="1300" b="1" dirty="0">
                <a:solidFill>
                  <a:srgbClr val="39405C"/>
                </a:solidFill>
                <a:latin typeface="Malgun Gothic" pitchFamily="34" charset="0"/>
                <a:ea typeface="Malgun Gothic" pitchFamily="34" charset="-122"/>
                <a:cs typeface="Malgun Gothic" pitchFamily="34" charset="-120"/>
              </a:rPr>
              <a:t>화면 · 기능 · 데이터 ·</a:t>
            </a:r>
          </a:p>
          <a:p>
            <a:pPr marL="0" indent="0" algn="ctr">
              <a:lnSpc>
                <a:spcPct val="118000"/>
              </a:lnSpc>
              <a:buNone/>
            </a:pPr>
            <a:r>
              <a:rPr lang="ko-KR" sz="1300" b="1" dirty="0">
                <a:solidFill>
                  <a:srgbClr val="39405C"/>
                </a:solidFill>
                <a:latin typeface="Malgun Gothic" pitchFamily="34" charset="0"/>
                <a:ea typeface="Malgun Gothic" pitchFamily="34" charset="-122"/>
                <a:cs typeface="Malgun Gothic" pitchFamily="34" charset="-120"/>
              </a:rPr>
              <a:t>AI 처리 방식 협의</a:t>
            </a:r>
          </a:p>
        </p:txBody>
      </p:sp>
      <p:sp>
        <p:nvSpPr>
          <p:cNvPr id="111" name="Dot 111"/>
          <p:cNvSpPr/>
          <p:nvPr/>
        </p:nvSpPr>
        <p:spPr>
          <a:xfrm>
            <a:off x="3811428" y="3140000"/>
            <a:ext cx="420000" cy="420000"/>
          </a:xfrm>
          <a:prstGeom prst="ellipse">
            <a:avLst/>
          </a:prstGeom>
          <a:solidFill>
            <a:srgbClr val="DCF2E4"/>
          </a:solidFill>
          <a:ln w="9525">
            <a:solidFill>
              <a:srgbClr val="FFFFFF"/>
            </a:solidFill>
          </a:ln>
          <a:effectLst/>
        </p:spPr>
        <p:txBody>
          <a:bodyPr wrap="square" lIns="0" tIns="0" rIns="0" bIns="0" rtlCol="0" anchor="ctr"/>
          <a:lstStyle/>
          <a:p>
            <a:pPr marL="0" indent="0" algn="ctr">
              <a:lnSpc>
                <a:spcPct val="110000"/>
              </a:lnSpc>
              <a:buNone/>
            </a:pPr>
            <a:r>
              <a:rPr lang="ko-KR" sz="1300" b="1" dirty="0">
                <a:solidFill>
                  <a:srgbClr val="2F9E78"/>
                </a:solidFill>
                <a:latin typeface="Malgun Gothic" pitchFamily="34" charset="0"/>
                <a:ea typeface="Malgun Gothic" pitchFamily="34" charset="-122"/>
                <a:cs typeface="Malgun Gothic" pitchFamily="34" charset="-120"/>
              </a:rPr>
              <a:t>3</a:t>
            </a:r>
          </a:p>
        </p:txBody>
      </p:sp>
      <p:cxnSp>
        <p:nvCxnSpPr>
          <p:cNvPr id="112" name="Line 112"/>
          <p:cNvCxnSpPr/>
          <p:nvPr/>
        </p:nvCxnSpPr>
        <p:spPr>
          <a:xfrm flipV="1">
            <a:off x="4021428" y="2830000"/>
            <a:ext cx="0" cy="290000"/>
          </a:xfrm>
          <a:prstGeom prst="line">
            <a:avLst/>
          </a:prstGeom>
          <a:ln w="12700" cap="rnd">
            <a:solidFill>
              <a:srgbClr val="DCF2E4"/>
            </a:solidFill>
          </a:ln>
        </p:spPr>
      </p:cxnSp>
      <p:sp>
        <p:nvSpPr>
          <p:cNvPr id="113" name="Text 113"/>
          <p:cNvSpPr txBox="1"/>
          <p:nvPr/>
        </p:nvSpPr>
        <p:spPr>
          <a:xfrm>
            <a:off x="2921428" y="2130000"/>
            <a:ext cx="2200000" cy="700000"/>
          </a:xfrm>
          <a:prstGeom prst="rect">
            <a:avLst/>
          </a:prstGeom>
          <a:noFill/>
        </p:spPr>
        <p:txBody>
          <a:bodyPr wrap="square" lIns="0" tIns="0" rIns="0" bIns="0" rtlCol="0" anchor="b"/>
          <a:lstStyle/>
          <a:p>
            <a:pPr marL="0" indent="0" algn="ctr">
              <a:lnSpc>
                <a:spcPct val="118000"/>
              </a:lnSpc>
              <a:buNone/>
            </a:pPr>
            <a:r>
              <a:rPr lang="ko-KR" sz="1300" b="1" dirty="0">
                <a:solidFill>
                  <a:srgbClr val="39405C"/>
                </a:solidFill>
                <a:latin typeface="Malgun Gothic" pitchFamily="34" charset="0"/>
                <a:ea typeface="Malgun Gothic" pitchFamily="34" charset="-122"/>
                <a:cs typeface="Malgun Gothic" pitchFamily="34" charset="-120"/>
              </a:rPr>
              <a:t>서비스 목적 ·</a:t>
            </a:r>
          </a:p>
          <a:p>
            <a:pPr marL="0" indent="0" algn="ctr">
              <a:lnSpc>
                <a:spcPct val="118000"/>
              </a:lnSpc>
              <a:buNone/>
            </a:pPr>
            <a:r>
              <a:rPr lang="ko-KR" sz="1300" b="1" dirty="0">
                <a:solidFill>
                  <a:srgbClr val="39405C"/>
                </a:solidFill>
                <a:latin typeface="Malgun Gothic" pitchFamily="34" charset="0"/>
                <a:ea typeface="Malgun Gothic" pitchFamily="34" charset="-122"/>
                <a:cs typeface="Malgun Gothic" pitchFamily="34" charset="-120"/>
              </a:rPr>
              <a:t>사용자 경험 논의</a:t>
            </a:r>
          </a:p>
        </p:txBody>
      </p:sp>
      <p:sp>
        <p:nvSpPr>
          <p:cNvPr id="114" name="Dot 114"/>
          <p:cNvSpPr/>
          <p:nvPr/>
        </p:nvSpPr>
        <p:spPr>
          <a:xfrm>
            <a:off x="5197142" y="3140000"/>
            <a:ext cx="420000" cy="420000"/>
          </a:xfrm>
          <a:prstGeom prst="ellipse">
            <a:avLst/>
          </a:prstGeom>
          <a:solidFill>
            <a:srgbClr val="FFF1C2"/>
          </a:solidFill>
          <a:ln w="9525">
            <a:solidFill>
              <a:srgbClr val="FFFFFF"/>
            </a:solidFill>
          </a:ln>
          <a:effectLst/>
        </p:spPr>
        <p:txBody>
          <a:bodyPr wrap="square" lIns="0" tIns="0" rIns="0" bIns="0" rtlCol="0" anchor="ctr"/>
          <a:lstStyle/>
          <a:p>
            <a:pPr marL="0" indent="0" algn="ctr">
              <a:lnSpc>
                <a:spcPct val="110000"/>
              </a:lnSpc>
              <a:buNone/>
            </a:pPr>
            <a:r>
              <a:rPr lang="ko-KR" sz="1300" b="1" dirty="0">
                <a:solidFill>
                  <a:srgbClr val="B9860C"/>
                </a:solidFill>
                <a:latin typeface="Malgun Gothic" pitchFamily="34" charset="0"/>
                <a:ea typeface="Malgun Gothic" pitchFamily="34" charset="-122"/>
                <a:cs typeface="Malgun Gothic" pitchFamily="34" charset="-120"/>
              </a:rPr>
              <a:t>4</a:t>
            </a:r>
          </a:p>
        </p:txBody>
      </p:sp>
      <p:cxnSp>
        <p:nvCxnSpPr>
          <p:cNvPr id="115" name="Line 115"/>
          <p:cNvCxnSpPr/>
          <p:nvPr/>
        </p:nvCxnSpPr>
        <p:spPr>
          <a:xfrm>
            <a:off x="5407142" y="3580000"/>
            <a:ext cx="0" cy="290000"/>
          </a:xfrm>
          <a:prstGeom prst="line">
            <a:avLst/>
          </a:prstGeom>
          <a:ln w="12700" cap="rnd">
            <a:solidFill>
              <a:srgbClr val="FFF1C2"/>
            </a:solidFill>
          </a:ln>
        </p:spPr>
      </p:cxnSp>
      <p:sp>
        <p:nvSpPr>
          <p:cNvPr id="116" name="Text 116"/>
          <p:cNvSpPr txBox="1"/>
          <p:nvPr/>
        </p:nvSpPr>
        <p:spPr>
          <a:xfrm>
            <a:off x="4307142" y="3870000"/>
            <a:ext cx="2200000" cy="700000"/>
          </a:xfrm>
          <a:prstGeom prst="rect">
            <a:avLst/>
          </a:prstGeom>
          <a:noFill/>
        </p:spPr>
        <p:txBody>
          <a:bodyPr wrap="square" lIns="0" tIns="0" rIns="0" bIns="0" rtlCol="0" anchor="t"/>
          <a:lstStyle/>
          <a:p>
            <a:pPr marL="0" indent="0" algn="ctr">
              <a:lnSpc>
                <a:spcPct val="118000"/>
              </a:lnSpc>
              <a:buNone/>
            </a:pPr>
            <a:r>
              <a:rPr lang="ko-KR" sz="1300" b="1" dirty="0">
                <a:solidFill>
                  <a:srgbClr val="39405C"/>
                </a:solidFill>
                <a:latin typeface="Malgun Gothic" pitchFamily="34" charset="0"/>
                <a:ea typeface="Malgun Gothic" pitchFamily="34" charset="-122"/>
                <a:cs typeface="Malgun Gothic" pitchFamily="34" charset="-120"/>
              </a:rPr>
              <a:t>핵심 설계 문서 제작</a:t>
            </a:r>
          </a:p>
        </p:txBody>
      </p:sp>
      <p:sp>
        <p:nvSpPr>
          <p:cNvPr id="117" name="Dot 117"/>
          <p:cNvSpPr/>
          <p:nvPr/>
        </p:nvSpPr>
        <p:spPr>
          <a:xfrm>
            <a:off x="6582857" y="3140000"/>
            <a:ext cx="420000" cy="420000"/>
          </a:xfrm>
          <a:prstGeom prst="ellipse">
            <a:avLst/>
          </a:prstGeom>
          <a:solidFill>
            <a:srgbClr val="DDE2FF"/>
          </a:solidFill>
          <a:ln w="9525">
            <a:solidFill>
              <a:srgbClr val="FFFFFF"/>
            </a:solidFill>
          </a:ln>
          <a:effectLst/>
        </p:spPr>
        <p:txBody>
          <a:bodyPr wrap="square" lIns="0" tIns="0" rIns="0" bIns="0" rtlCol="0" anchor="ctr"/>
          <a:lstStyle/>
          <a:p>
            <a:pPr marL="0" indent="0" algn="ctr">
              <a:lnSpc>
                <a:spcPct val="110000"/>
              </a:lnSpc>
              <a:buNone/>
            </a:pPr>
            <a:r>
              <a:rPr lang="ko-KR" sz="1300" b="1" dirty="0">
                <a:solidFill>
                  <a:srgbClr val="6274E8"/>
                </a:solidFill>
                <a:latin typeface="Malgun Gothic" pitchFamily="34" charset="0"/>
                <a:ea typeface="Malgun Gothic" pitchFamily="34" charset="-122"/>
                <a:cs typeface="Malgun Gothic" pitchFamily="34" charset="-120"/>
              </a:rPr>
              <a:t>5</a:t>
            </a:r>
          </a:p>
        </p:txBody>
      </p:sp>
      <p:cxnSp>
        <p:nvCxnSpPr>
          <p:cNvPr id="118" name="Line 118"/>
          <p:cNvCxnSpPr/>
          <p:nvPr/>
        </p:nvCxnSpPr>
        <p:spPr>
          <a:xfrm flipV="1">
            <a:off x="6792857" y="2830000"/>
            <a:ext cx="0" cy="290000"/>
          </a:xfrm>
          <a:prstGeom prst="line">
            <a:avLst/>
          </a:prstGeom>
          <a:ln w="12700" cap="rnd">
            <a:solidFill>
              <a:srgbClr val="DDE2FF"/>
            </a:solidFill>
          </a:ln>
        </p:spPr>
      </p:cxnSp>
      <p:sp>
        <p:nvSpPr>
          <p:cNvPr id="119" name="Text 119"/>
          <p:cNvSpPr txBox="1"/>
          <p:nvPr/>
        </p:nvSpPr>
        <p:spPr>
          <a:xfrm>
            <a:off x="5692857" y="2130000"/>
            <a:ext cx="2200000" cy="700000"/>
          </a:xfrm>
          <a:prstGeom prst="rect">
            <a:avLst/>
          </a:prstGeom>
          <a:noFill/>
        </p:spPr>
        <p:txBody>
          <a:bodyPr wrap="square" lIns="0" tIns="0" rIns="0" bIns="0" rtlCol="0" anchor="b"/>
          <a:lstStyle/>
          <a:p>
            <a:pPr marL="0" indent="0" algn="ctr">
              <a:lnSpc>
                <a:spcPct val="118000"/>
              </a:lnSpc>
              <a:buNone/>
            </a:pPr>
            <a:r>
              <a:rPr lang="ko-KR" sz="1300" b="1" dirty="0">
                <a:solidFill>
                  <a:srgbClr val="39405C"/>
                </a:solidFill>
                <a:latin typeface="Malgun Gothic" pitchFamily="34" charset="0"/>
                <a:ea typeface="Malgun Gothic" pitchFamily="34" charset="-122"/>
                <a:cs typeface="Malgun Gothic" pitchFamily="34" charset="-120"/>
              </a:rPr>
              <a:t>MVP 범위 결정</a:t>
            </a:r>
          </a:p>
        </p:txBody>
      </p:sp>
      <p:sp>
        <p:nvSpPr>
          <p:cNvPr id="120" name="Dot 120"/>
          <p:cNvSpPr/>
          <p:nvPr/>
        </p:nvSpPr>
        <p:spPr>
          <a:xfrm>
            <a:off x="7968571" y="3140000"/>
            <a:ext cx="420000" cy="420000"/>
          </a:xfrm>
          <a:prstGeom prst="ellipse">
            <a:avLst/>
          </a:prstGeom>
          <a:solidFill>
            <a:srgbClr val="FDE0E6"/>
          </a:solidFill>
          <a:ln w="9525">
            <a:solidFill>
              <a:srgbClr val="FFFFFF"/>
            </a:solidFill>
          </a:ln>
          <a:effectLst/>
        </p:spPr>
        <p:txBody>
          <a:bodyPr wrap="square" lIns="0" tIns="0" rIns="0" bIns="0" rtlCol="0" anchor="ctr"/>
          <a:lstStyle/>
          <a:p>
            <a:pPr marL="0" indent="0" algn="ctr">
              <a:lnSpc>
                <a:spcPct val="110000"/>
              </a:lnSpc>
              <a:buNone/>
            </a:pPr>
            <a:r>
              <a:rPr lang="ko-KR" sz="1300" b="1" dirty="0">
                <a:solidFill>
                  <a:srgbClr val="E0607A"/>
                </a:solidFill>
                <a:latin typeface="Malgun Gothic" pitchFamily="34" charset="0"/>
                <a:ea typeface="Malgun Gothic" pitchFamily="34" charset="-122"/>
                <a:cs typeface="Malgun Gothic" pitchFamily="34" charset="-120"/>
              </a:rPr>
              <a:t>6</a:t>
            </a:r>
          </a:p>
        </p:txBody>
      </p:sp>
      <p:cxnSp>
        <p:nvCxnSpPr>
          <p:cNvPr id="121" name="Line 121"/>
          <p:cNvCxnSpPr/>
          <p:nvPr/>
        </p:nvCxnSpPr>
        <p:spPr>
          <a:xfrm>
            <a:off x="8178571" y="3580000"/>
            <a:ext cx="0" cy="290000"/>
          </a:xfrm>
          <a:prstGeom prst="line">
            <a:avLst/>
          </a:prstGeom>
          <a:ln w="12700" cap="rnd">
            <a:solidFill>
              <a:srgbClr val="FDE0E6"/>
            </a:solidFill>
          </a:ln>
        </p:spPr>
      </p:cxnSp>
      <p:sp>
        <p:nvSpPr>
          <p:cNvPr id="122" name="Text 122"/>
          <p:cNvSpPr txBox="1"/>
          <p:nvPr/>
        </p:nvSpPr>
        <p:spPr>
          <a:xfrm>
            <a:off x="7078571" y="3870000"/>
            <a:ext cx="2200000" cy="700000"/>
          </a:xfrm>
          <a:prstGeom prst="rect">
            <a:avLst/>
          </a:prstGeom>
          <a:noFill/>
        </p:spPr>
        <p:txBody>
          <a:bodyPr wrap="square" lIns="0" tIns="0" rIns="0" bIns="0" rtlCol="0" anchor="t"/>
          <a:lstStyle/>
          <a:p>
            <a:pPr marL="0" indent="0" algn="ctr">
              <a:lnSpc>
                <a:spcPct val="118000"/>
              </a:lnSpc>
              <a:buNone/>
            </a:pPr>
            <a:r>
              <a:rPr lang="ko-KR" sz="1300" b="1" dirty="0">
                <a:solidFill>
                  <a:srgbClr val="39405C"/>
                </a:solidFill>
                <a:latin typeface="Malgun Gothic" pitchFamily="34" charset="0"/>
                <a:ea typeface="Malgun Gothic" pitchFamily="34" charset="-122"/>
                <a:cs typeface="Malgun Gothic" pitchFamily="34" charset="-120"/>
              </a:rPr>
              <a:t>영역별 상세 설계</a:t>
            </a:r>
          </a:p>
        </p:txBody>
      </p:sp>
      <p:sp>
        <p:nvSpPr>
          <p:cNvPr id="123" name="Dot 123"/>
          <p:cNvSpPr/>
          <p:nvPr/>
        </p:nvSpPr>
        <p:spPr>
          <a:xfrm>
            <a:off x="9354285" y="3140000"/>
            <a:ext cx="420000" cy="420000"/>
          </a:xfrm>
          <a:prstGeom prst="ellipse">
            <a:avLst/>
          </a:prstGeom>
          <a:solidFill>
            <a:srgbClr val="DCF2E4"/>
          </a:solidFill>
          <a:ln w="9525">
            <a:solidFill>
              <a:srgbClr val="FFFFFF"/>
            </a:solidFill>
          </a:ln>
          <a:effectLst/>
        </p:spPr>
        <p:txBody>
          <a:bodyPr wrap="square" lIns="0" tIns="0" rIns="0" bIns="0" rtlCol="0" anchor="ctr"/>
          <a:lstStyle/>
          <a:p>
            <a:pPr marL="0" indent="0" algn="ctr">
              <a:lnSpc>
                <a:spcPct val="110000"/>
              </a:lnSpc>
              <a:buNone/>
            </a:pPr>
            <a:r>
              <a:rPr lang="ko-KR" sz="1300" b="1" dirty="0">
                <a:solidFill>
                  <a:srgbClr val="2F9E78"/>
                </a:solidFill>
                <a:latin typeface="Malgun Gothic" pitchFamily="34" charset="0"/>
                <a:ea typeface="Malgun Gothic" pitchFamily="34" charset="-122"/>
                <a:cs typeface="Malgun Gothic" pitchFamily="34" charset="-120"/>
              </a:rPr>
              <a:t>7</a:t>
            </a:r>
          </a:p>
        </p:txBody>
      </p:sp>
      <p:cxnSp>
        <p:nvCxnSpPr>
          <p:cNvPr id="124" name="Line 124"/>
          <p:cNvCxnSpPr/>
          <p:nvPr/>
        </p:nvCxnSpPr>
        <p:spPr>
          <a:xfrm flipV="1">
            <a:off x="9564285" y="2830000"/>
            <a:ext cx="0" cy="290000"/>
          </a:xfrm>
          <a:prstGeom prst="line">
            <a:avLst/>
          </a:prstGeom>
          <a:ln w="12700" cap="rnd">
            <a:solidFill>
              <a:srgbClr val="DCF2E4"/>
            </a:solidFill>
          </a:ln>
        </p:spPr>
      </p:cxnSp>
      <p:sp>
        <p:nvSpPr>
          <p:cNvPr id="125" name="Text 125"/>
          <p:cNvSpPr txBox="1"/>
          <p:nvPr/>
        </p:nvSpPr>
        <p:spPr>
          <a:xfrm>
            <a:off x="8464285" y="2130000"/>
            <a:ext cx="2200000" cy="700000"/>
          </a:xfrm>
          <a:prstGeom prst="rect">
            <a:avLst/>
          </a:prstGeom>
          <a:noFill/>
        </p:spPr>
        <p:txBody>
          <a:bodyPr wrap="square" lIns="0" tIns="0" rIns="0" bIns="0" rtlCol="0" anchor="b"/>
          <a:lstStyle/>
          <a:p>
            <a:pPr marL="0" indent="0" algn="ctr">
              <a:lnSpc>
                <a:spcPct val="118000"/>
              </a:lnSpc>
              <a:buNone/>
            </a:pPr>
            <a:r>
              <a:rPr lang="ko-KR" sz="1300" b="1" dirty="0">
                <a:solidFill>
                  <a:srgbClr val="39405C"/>
                </a:solidFill>
                <a:latin typeface="Malgun Gothic" pitchFamily="34" charset="0"/>
                <a:ea typeface="Malgun Gothic" pitchFamily="34" charset="-122"/>
                <a:cs typeface="Malgun Gothic" pitchFamily="34" charset="-120"/>
              </a:rPr>
              <a:t>Frontend · Backend ·</a:t>
            </a:r>
          </a:p>
          <a:p>
            <a:pPr marL="0" indent="0" algn="ctr">
              <a:lnSpc>
                <a:spcPct val="118000"/>
              </a:lnSpc>
              <a:buNone/>
            </a:pPr>
            <a:r>
              <a:rPr lang="ko-KR" sz="1300" b="1" dirty="0">
                <a:solidFill>
                  <a:srgbClr val="39405C"/>
                </a:solidFill>
                <a:latin typeface="Malgun Gothic" pitchFamily="34" charset="0"/>
                <a:ea typeface="Malgun Gothic" pitchFamily="34" charset="-122"/>
                <a:cs typeface="Malgun Gothic" pitchFamily="34" charset="-120"/>
              </a:rPr>
              <a:t>A1 · A2 역할 분리</a:t>
            </a:r>
          </a:p>
        </p:txBody>
      </p:sp>
      <p:sp>
        <p:nvSpPr>
          <p:cNvPr id="126" name="Dot 126"/>
          <p:cNvSpPr/>
          <p:nvPr/>
        </p:nvSpPr>
        <p:spPr>
          <a:xfrm>
            <a:off x="10740000" y="3140000"/>
            <a:ext cx="420000" cy="420000"/>
          </a:xfrm>
          <a:prstGeom prst="ellipse">
            <a:avLst/>
          </a:prstGeom>
          <a:solidFill>
            <a:srgbClr val="FFF1C2"/>
          </a:solidFill>
          <a:ln w="9525">
            <a:solidFill>
              <a:srgbClr val="FFFFFF"/>
            </a:solidFill>
          </a:ln>
          <a:effectLst/>
        </p:spPr>
        <p:txBody>
          <a:bodyPr wrap="square" lIns="0" tIns="0" rIns="0" bIns="0" rtlCol="0" anchor="ctr"/>
          <a:lstStyle/>
          <a:p>
            <a:pPr marL="0" indent="0" algn="ctr">
              <a:lnSpc>
                <a:spcPct val="110000"/>
              </a:lnSpc>
              <a:buNone/>
            </a:pPr>
            <a:r>
              <a:rPr lang="ko-KR" sz="1300" b="1" dirty="0">
                <a:solidFill>
                  <a:srgbClr val="B9860C"/>
                </a:solidFill>
                <a:latin typeface="Malgun Gothic" pitchFamily="34" charset="0"/>
                <a:ea typeface="Malgun Gothic" pitchFamily="34" charset="-122"/>
                <a:cs typeface="Malgun Gothic" pitchFamily="34" charset="-120"/>
              </a:rPr>
              <a:t>8</a:t>
            </a:r>
          </a:p>
        </p:txBody>
      </p:sp>
      <p:cxnSp>
        <p:nvCxnSpPr>
          <p:cNvPr id="127" name="Line 127"/>
          <p:cNvCxnSpPr/>
          <p:nvPr/>
        </p:nvCxnSpPr>
        <p:spPr>
          <a:xfrm>
            <a:off x="10950000" y="3580000"/>
            <a:ext cx="0" cy="290000"/>
          </a:xfrm>
          <a:prstGeom prst="line">
            <a:avLst/>
          </a:prstGeom>
          <a:ln w="12700" cap="rnd">
            <a:solidFill>
              <a:srgbClr val="FFF1C2"/>
            </a:solidFill>
          </a:ln>
        </p:spPr>
      </p:cxnSp>
      <p:sp>
        <p:nvSpPr>
          <p:cNvPr id="128" name="Text 128"/>
          <p:cNvSpPr txBox="1"/>
          <p:nvPr/>
        </p:nvSpPr>
        <p:spPr>
          <a:xfrm>
            <a:off x="9850000" y="3870000"/>
            <a:ext cx="2200000" cy="700000"/>
          </a:xfrm>
          <a:prstGeom prst="rect">
            <a:avLst/>
          </a:prstGeom>
          <a:noFill/>
        </p:spPr>
        <p:txBody>
          <a:bodyPr wrap="square" lIns="0" tIns="0" rIns="0" bIns="0" rtlCol="0" anchor="t"/>
          <a:lstStyle/>
          <a:p>
            <a:pPr marL="0" indent="0" algn="ctr">
              <a:lnSpc>
                <a:spcPct val="118000"/>
              </a:lnSpc>
              <a:buNone/>
            </a:pPr>
            <a:r>
              <a:rPr lang="ko-KR" sz="1300" b="1" dirty="0">
                <a:solidFill>
                  <a:srgbClr val="39405C"/>
                </a:solidFill>
                <a:latin typeface="Malgun Gothic" pitchFamily="34" charset="0"/>
                <a:ea typeface="Malgun Gothic" pitchFamily="34" charset="-122"/>
                <a:cs typeface="Malgun Gothic" pitchFamily="34" charset="-120"/>
              </a:rPr>
              <a:t>초기 개발 ·</a:t>
            </a:r>
          </a:p>
          <a:p>
            <a:pPr marL="0" indent="0" algn="ctr">
              <a:lnSpc>
                <a:spcPct val="118000"/>
              </a:lnSpc>
              <a:buNone/>
            </a:pPr>
            <a:r>
              <a:rPr lang="ko-KR" sz="1300" b="1" dirty="0">
                <a:solidFill>
                  <a:srgbClr val="39405C"/>
                </a:solidFill>
                <a:latin typeface="Malgun Gothic" pitchFamily="34" charset="0"/>
                <a:ea typeface="Malgun Gothic" pitchFamily="34" charset="-122"/>
                <a:cs typeface="Malgun Gothic" pitchFamily="34" charset="-120"/>
              </a:rPr>
              <a:t>AI 학습 PoC</a:t>
            </a:r>
          </a:p>
        </p:txBody>
      </p:sp>
      <p:sp>
        <p:nvSpPr>
          <p:cNvPr id="129" name="Pill 129"/>
          <p:cNvSpPr/>
          <p:nvPr/>
        </p:nvSpPr>
        <p:spPr>
          <a:xfrm>
            <a:off x="800000" y="3680000"/>
            <a:ext cx="700000" cy="300000"/>
          </a:xfrm>
          <a:prstGeom prst="roundRect">
            <a:avLst>
              <a:gd name="adj" fmla="val 50000"/>
            </a:avLst>
          </a:prstGeom>
          <a:solidFill>
            <a:srgbClr val="EDF0FE"/>
          </a:solidFill>
          <a:ln>
            <a:noFill/>
          </a:ln>
          <a:effectLst/>
        </p:spPr>
        <p:txBody>
          <a:bodyPr wrap="square" lIns="0" tIns="0" rIns="0" bIns="0" rtlCol="0" anchor="ctr"/>
          <a:lstStyle/>
          <a:p>
            <a:pPr marL="0" indent="0" algn="ctr">
              <a:lnSpc>
                <a:spcPct val="110000"/>
              </a:lnSpc>
              <a:buNone/>
            </a:pPr>
            <a:r>
              <a:rPr lang="ko-KR" sz="1100" b="1" dirty="0">
                <a:solidFill>
                  <a:srgbClr val="4C5CC4"/>
                </a:solidFill>
                <a:latin typeface="Malgun Gothic" pitchFamily="34" charset="0"/>
                <a:ea typeface="Malgun Gothic" pitchFamily="34" charset="-122"/>
                <a:cs typeface="Malgun Gothic" pitchFamily="34" charset="-120"/>
              </a:rPr>
              <a:t>9/7</a:t>
            </a:r>
          </a:p>
        </p:txBody>
      </p:sp>
      <p:sp>
        <p:nvSpPr>
          <p:cNvPr id="130" name="Pill 130"/>
          <p:cNvSpPr/>
          <p:nvPr/>
        </p:nvSpPr>
        <p:spPr>
          <a:xfrm>
            <a:off x="10700000" y="2710000"/>
            <a:ext cx="700000" cy="300000"/>
          </a:xfrm>
          <a:prstGeom prst="roundRect">
            <a:avLst>
              <a:gd name="adj" fmla="val 50000"/>
            </a:avLst>
          </a:prstGeom>
          <a:solidFill>
            <a:srgbClr val="4C5CC4"/>
          </a:solidFill>
          <a:ln>
            <a:noFill/>
          </a:ln>
          <a:effectLst/>
        </p:spPr>
        <p:txBody>
          <a:bodyPr wrap="square" lIns="0" tIns="0" rIns="0" bIns="0" rtlCol="0" anchor="ctr"/>
          <a:lstStyle/>
          <a:p>
            <a:pPr marL="0" indent="0" algn="ctr">
              <a:lnSpc>
                <a:spcPct val="110000"/>
              </a:lnSpc>
              <a:buNone/>
            </a:pPr>
            <a:r>
              <a:rPr lang="ko-KR" sz="1100" b="1" dirty="0">
                <a:solidFill>
                  <a:srgbClr val="FFFFFF"/>
                </a:solidFill>
                <a:latin typeface="Malgun Gothic" pitchFamily="34" charset="0"/>
                <a:ea typeface="Malgun Gothic" pitchFamily="34" charset="-122"/>
                <a:cs typeface="Malgun Gothic" pitchFamily="34" charset="-120"/>
              </a:rPr>
              <a:t>10/2</a:t>
            </a:r>
          </a:p>
        </p:txBody>
      </p:sp>
      <p:pic>
        <p:nvPicPr>
          <p:cNvPr id="131" name="Picture 131"/>
          <p:cNvPicPr>
            <a:picLocks noChangeAspect="1"/>
          </p:cNvPicPr>
          <p:nvPr/>
        </p:nvPicPr>
        <p:blipFill>
          <a:blip r:embed="rId4"/>
          <a:srcRect/>
          <a:stretch>
            <a:fillRect/>
          </a:stretch>
        </p:blipFill>
        <p:spPr>
          <a:xfrm rot="360000">
            <a:off x="10554908" y="5250000"/>
            <a:ext cx="993963" cy="950000"/>
          </a:xfrm>
          <a:prstGeom prst="rect">
            <a:avLst/>
          </a:prstGeom>
        </p:spPr>
      </p:pic>
      <p:sp>
        <p:nvSpPr>
          <p:cNvPr id="132" name="Text 132"/>
          <p:cNvSpPr txBox="1"/>
          <p:nvPr/>
        </p:nvSpPr>
        <p:spPr>
          <a:xfrm>
            <a:off x="640080" y="5150000"/>
            <a:ext cx="8000000" cy="500000"/>
          </a:xfrm>
          <a:prstGeom prst="rect">
            <a:avLst/>
          </a:prstGeom>
          <a:noFill/>
        </p:spPr>
        <p:txBody>
          <a:bodyPr wrap="square" lIns="0" tIns="0" rIns="0" bIns="0" rtlCol="0" anchor="ctr"/>
          <a:lstStyle/>
          <a:p>
            <a:pPr marL="0" indent="0" algn="l">
              <a:lnSpc>
                <a:spcPct val="115000"/>
              </a:lnSpc>
              <a:buNone/>
            </a:pPr>
            <a:r>
              <a:rPr lang="ko-KR" sz="1200" b="1" dirty="0">
                <a:solidFill>
                  <a:srgbClr val="8A91AA"/>
                </a:solidFill>
                <a:latin typeface="Malgun Gothic" pitchFamily="34" charset="0"/>
                <a:ea typeface="Malgun Gothic" pitchFamily="34" charset="-122"/>
                <a:cs typeface="Malgun Gothic" pitchFamily="34" charset="-120"/>
              </a:rPr>
              <a:t>처음의 한 문장 </a:t>
            </a:r>
            <a:r>
              <a:rPr lang="ko-KR" sz="1200" b="1" dirty="0">
                <a:solidFill>
                  <a:srgbClr val="4C5CC4"/>
                </a:solidFill>
                <a:latin typeface="Malgun Gothic" pitchFamily="34" charset="0"/>
                <a:ea typeface="Malgun Gothic" pitchFamily="34" charset="-122"/>
                <a:cs typeface="Malgun Gothic" pitchFamily="34" charset="-120"/>
              </a:rPr>
              <a:t>“아이 그림을 움직이고 이야기로 만들어 보자.”</a:t>
            </a:r>
            <a:r>
              <a:rPr lang="ko-KR" sz="1200" dirty="0">
                <a:solidFill>
                  <a:srgbClr val="4A5170"/>
                </a:solidFill>
                <a:latin typeface="Malgun Gothic" pitchFamily="34" charset="0"/>
                <a:ea typeface="Malgun Gothic" pitchFamily="34" charset="-122"/>
                <a:cs typeface="Malgun Gothic" pitchFamily="34" charset="-120"/>
              </a:rPr>
              <a:t> 에서 시작해, 4주 동안 화면 · 기능 · 데이터 · AI 구조를 나눠서 잡았습니다.</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marL="0" indent="0" algn="r">
              <a:buNone/>
            </a:pPr>
            <a:r>
              <a:rPr lang="en-US" sz="1000" dirty="0">
                <a:solidFill>
                  <a:srgbClr val="8A91AA"/>
                </a:solidFill>
                <a:latin typeface="Malgun Gothic" pitchFamily="34" charset="0"/>
                <a:ea typeface="Malgun Gothic" pitchFamily="34" charset="-122"/>
                <a:cs typeface="Malgun Gothic" pitchFamily="34" charset="-120"/>
              </a:rPr>
              <a:t>12</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marL="0" indent="0">
              <a:buNone/>
            </a:pPr>
            <a:r>
              <a:rPr lang="en-US" sz="1300" b="1" dirty="0">
                <a:solidFill>
                  <a:srgbClr val="4C5CC4"/>
                </a:solidFill>
                <a:latin typeface="Malgun Gothic" pitchFamily="34" charset="0"/>
                <a:ea typeface="Malgun Gothic" pitchFamily="34" charset="-122"/>
                <a:cs typeface="Malgun Gothic" pitchFamily="34" charset="-120"/>
              </a:rPr>
              <a:t>PART B · 팀 역할 분담</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marL="0" indent="0">
              <a:buNone/>
            </a:pPr>
            <a:r>
              <a:rPr lang="en-US" sz="3000" b="1" dirty="0">
                <a:solidFill>
                  <a:srgbClr val="39405C"/>
                </a:solidFill>
                <a:latin typeface="Malgun Gothic" pitchFamily="34" charset="0"/>
                <a:ea typeface="Malgun Gothic" pitchFamily="34" charset="-122"/>
                <a:cs typeface="Malgun Gothic" pitchFamily="34" charset="-120"/>
              </a:rPr>
              <a:t>영역은 나눠 맡고, 서로 이어지는 부분은 같이 맞췄습니다</a:t>
            </a:r>
            <a:endParaRPr lang="en-US" sz="3000" dirty="0"/>
          </a:p>
        </p:txBody>
      </p:sp>
      <p:sp>
        <p:nvSpPr>
          <p:cNvPr id="5" name="Shape 3"/>
          <p:cNvSpPr/>
          <p:nvPr/>
        </p:nvSpPr>
        <p:spPr>
          <a:xfrm>
            <a:off x="640080" y="1783080"/>
            <a:ext cx="2522144" cy="2788920"/>
          </a:xfrm>
          <a:prstGeom prst="roundRect">
            <a:avLst>
              <a:gd name="adj" fmla="val 7976"/>
            </a:avLst>
          </a:prstGeom>
          <a:solidFill>
            <a:srgbClr val="FDFEFF"/>
          </a:solidFill>
          <a:ln w="9525">
            <a:solidFill>
              <a:srgbClr val="D9DDF0"/>
            </a:solidFill>
          </a:ln>
          <a:effectLst>
            <a:outerShdw blurRad="228600" dist="25400" dir="5400000" algn="t" rotWithShape="0">
              <a:srgbClr val="3A4270">
                <a:alpha val="11000"/>
              </a:srgbClr>
            </a:outerShdw>
          </a:effectLst>
        </p:spPr>
        <p:txBody>
          <a:bodyPr/>
          <a:lstStyle/>
          <a:p>
            <a:endParaRPr lang="ko-Kore-KR" altLang="en-US"/>
          </a:p>
        </p:txBody>
      </p:sp>
      <p:sp>
        <p:nvSpPr>
          <p:cNvPr id="8" name="Text 6"/>
          <p:cNvSpPr txBox="1"/>
          <p:nvPr/>
        </p:nvSpPr>
        <p:spPr>
          <a:xfrm>
            <a:off x="1513085" y="3225326"/>
            <a:ext cx="1150544" cy="365760"/>
          </a:xfrm>
          <a:prstGeom prst="rect">
            <a:avLst/>
          </a:prstGeom>
          <a:noFill/>
          <a:ln/>
        </p:spPr>
        <p:txBody>
          <a:bodyPr wrap="square" lIns="0" tIns="0" rIns="0" bIns="0" rtlCol="0" anchor="t"/>
          <a:lstStyle/>
          <a:p>
            <a:pPr marL="0" indent="0" algn="l">
              <a:lnSpc>
                <a:spcPct val="115000"/>
              </a:lnSpc>
              <a:buNone/>
            </a:pPr>
            <a:r>
              <a:rPr lang="en-US" sz="1800" b="1" dirty="0">
                <a:solidFill>
                  <a:srgbClr val="39405C"/>
                </a:solidFill>
                <a:latin typeface="Malgun Gothic" pitchFamily="34" charset="0"/>
                <a:ea typeface="Malgun Gothic" pitchFamily="34" charset="-122"/>
                <a:cs typeface="Malgun Gothic" pitchFamily="34" charset="-120"/>
              </a:rPr>
              <a:t>육도현</a:t>
            </a:r>
            <a:endParaRPr lang="en-US" sz="1800" dirty="0"/>
          </a:p>
        </p:txBody>
      </p:sp>
      <p:sp>
        <p:nvSpPr>
          <p:cNvPr id="9" name="Text 7"/>
          <p:cNvSpPr txBox="1"/>
          <p:nvPr/>
        </p:nvSpPr>
        <p:spPr>
          <a:xfrm>
            <a:off x="1377372" y="3517934"/>
            <a:ext cx="1150544" cy="320040"/>
          </a:xfrm>
          <a:prstGeom prst="rect">
            <a:avLst/>
          </a:prstGeom>
          <a:noFill/>
          <a:ln/>
        </p:spPr>
        <p:txBody>
          <a:bodyPr wrap="square" lIns="0" tIns="0" rIns="0" bIns="0" rtlCol="0" anchor="t"/>
          <a:lstStyle/>
          <a:p>
            <a:pPr marL="0" indent="0" algn="l">
              <a:lnSpc>
                <a:spcPct val="115000"/>
              </a:lnSpc>
              <a:buNone/>
            </a:pPr>
            <a:r>
              <a:rPr lang="en-US" sz="1150" b="1" dirty="0">
                <a:solidFill>
                  <a:srgbClr val="6274E8"/>
                </a:solidFill>
                <a:latin typeface="Malgun Gothic" pitchFamily="34" charset="0"/>
                <a:ea typeface="Malgun Gothic" pitchFamily="34" charset="-122"/>
                <a:cs typeface="Malgun Gothic" pitchFamily="34" charset="-120"/>
              </a:rPr>
              <a:t>Frontend / Joint</a:t>
            </a:r>
            <a:endParaRPr lang="en-US" sz="1150" dirty="0"/>
          </a:p>
        </p:txBody>
      </p:sp>
      <p:sp>
        <p:nvSpPr>
          <p:cNvPr id="11" name="Text 9"/>
          <p:cNvSpPr txBox="1"/>
          <p:nvPr/>
        </p:nvSpPr>
        <p:spPr>
          <a:xfrm>
            <a:off x="1002068" y="3853359"/>
            <a:ext cx="1882064" cy="914400"/>
          </a:xfrm>
          <a:prstGeom prst="rect">
            <a:avLst/>
          </a:prstGeom>
          <a:noFill/>
          <a:ln/>
        </p:spPr>
        <p:txBody>
          <a:bodyPr wrap="square" lIns="0" tIns="0" rIns="0" bIns="0" rtlCol="0" anchor="t"/>
          <a:lstStyle/>
          <a:p>
            <a:pPr marL="0" indent="0" algn="ctr">
              <a:lnSpc>
                <a:spcPct val="135000"/>
              </a:lnSpc>
              <a:buNone/>
            </a:pPr>
            <a:r>
              <a:rPr lang="en-US" sz="1200" b="1" dirty="0">
                <a:solidFill>
                  <a:srgbClr val="39405C"/>
                </a:solidFill>
                <a:latin typeface="Malgun Gothic" pitchFamily="34" charset="0"/>
                <a:ea typeface="Malgun Gothic" pitchFamily="34" charset="-122"/>
                <a:cs typeface="Malgun Gothic" pitchFamily="34" charset="-120"/>
              </a:rPr>
              <a:t>화면설계서</a:t>
            </a:r>
            <a:endParaRPr lang="en-US" sz="1200" dirty="0"/>
          </a:p>
          <a:p>
            <a:pPr marL="0" indent="0" algn="ctr">
              <a:lnSpc>
                <a:spcPct val="135000"/>
              </a:lnSpc>
              <a:buNone/>
            </a:pPr>
            <a:r>
              <a:rPr lang="en-US" sz="1200" b="1" dirty="0">
                <a:solidFill>
                  <a:srgbClr val="39405C"/>
                </a:solidFill>
                <a:latin typeface="Malgun Gothic" pitchFamily="34" charset="0"/>
                <a:ea typeface="Malgun Gothic" pitchFamily="34" charset="-122"/>
                <a:cs typeface="Malgun Gothic" pitchFamily="34" charset="-120"/>
              </a:rPr>
              <a:t>사용자 Flow Setting</a:t>
            </a:r>
            <a:endParaRPr lang="en-US" sz="1200" dirty="0"/>
          </a:p>
        </p:txBody>
      </p:sp>
      <p:sp>
        <p:nvSpPr>
          <p:cNvPr id="12" name="Shape 10"/>
          <p:cNvSpPr/>
          <p:nvPr/>
        </p:nvSpPr>
        <p:spPr>
          <a:xfrm>
            <a:off x="3436544" y="1783080"/>
            <a:ext cx="2522144" cy="2788920"/>
          </a:xfrm>
          <a:prstGeom prst="roundRect">
            <a:avLst>
              <a:gd name="adj" fmla="val 7976"/>
            </a:avLst>
          </a:prstGeom>
          <a:solidFill>
            <a:srgbClr val="FDFEFF"/>
          </a:solidFill>
          <a:ln w="9525">
            <a:solidFill>
              <a:srgbClr val="D9DDF0"/>
            </a:solidFill>
          </a:ln>
          <a:effectLst>
            <a:outerShdw blurRad="228600" dist="25400" dir="5400000" algn="t" rotWithShape="0">
              <a:srgbClr val="3A4270">
                <a:alpha val="11000"/>
              </a:srgbClr>
            </a:outerShdw>
          </a:effectLst>
        </p:spPr>
        <p:txBody>
          <a:bodyPr/>
          <a:lstStyle/>
          <a:p>
            <a:endParaRPr lang="ko-Kore-KR" altLang="en-US"/>
          </a:p>
        </p:txBody>
      </p:sp>
      <p:sp>
        <p:nvSpPr>
          <p:cNvPr id="15" name="Text 13"/>
          <p:cNvSpPr txBox="1"/>
          <p:nvPr/>
        </p:nvSpPr>
        <p:spPr>
          <a:xfrm>
            <a:off x="4370032" y="3177540"/>
            <a:ext cx="1150544" cy="365760"/>
          </a:xfrm>
          <a:prstGeom prst="rect">
            <a:avLst/>
          </a:prstGeom>
          <a:noFill/>
          <a:ln/>
        </p:spPr>
        <p:txBody>
          <a:bodyPr wrap="square" lIns="0" tIns="0" rIns="0" bIns="0" rtlCol="0" anchor="t"/>
          <a:lstStyle/>
          <a:p>
            <a:pPr marL="0" indent="0" algn="l">
              <a:lnSpc>
                <a:spcPct val="115000"/>
              </a:lnSpc>
              <a:buNone/>
            </a:pPr>
            <a:r>
              <a:rPr lang="en-US" sz="1800" b="1" dirty="0">
                <a:solidFill>
                  <a:srgbClr val="39405C"/>
                </a:solidFill>
                <a:latin typeface="Malgun Gothic" pitchFamily="34" charset="0"/>
                <a:ea typeface="Malgun Gothic" pitchFamily="34" charset="-122"/>
                <a:cs typeface="Malgun Gothic" pitchFamily="34" charset="-120"/>
              </a:rPr>
              <a:t>서민지</a:t>
            </a:r>
            <a:endParaRPr lang="en-US" sz="1800" dirty="0"/>
          </a:p>
        </p:txBody>
      </p:sp>
      <p:sp>
        <p:nvSpPr>
          <p:cNvPr id="16" name="Text 14"/>
          <p:cNvSpPr txBox="1"/>
          <p:nvPr/>
        </p:nvSpPr>
        <p:spPr>
          <a:xfrm>
            <a:off x="3779673" y="3517934"/>
            <a:ext cx="1821257" cy="320040"/>
          </a:xfrm>
          <a:prstGeom prst="rect">
            <a:avLst/>
          </a:prstGeom>
          <a:noFill/>
          <a:ln/>
        </p:spPr>
        <p:txBody>
          <a:bodyPr wrap="square" lIns="0" tIns="0" rIns="0" bIns="0" rtlCol="0" anchor="t"/>
          <a:lstStyle/>
          <a:p>
            <a:pPr marL="0" indent="0" algn="ctr">
              <a:lnSpc>
                <a:spcPct val="115000"/>
              </a:lnSpc>
              <a:buNone/>
            </a:pPr>
            <a:r>
              <a:rPr lang="en-US" sz="1150" b="1" dirty="0">
                <a:solidFill>
                  <a:srgbClr val="E0607A"/>
                </a:solidFill>
                <a:latin typeface="Malgun Gothic" pitchFamily="34" charset="0"/>
                <a:ea typeface="Malgun Gothic" pitchFamily="34" charset="-122"/>
                <a:cs typeface="Malgun Gothic" pitchFamily="34" charset="-120"/>
              </a:rPr>
              <a:t>Backend / PM</a:t>
            </a:r>
            <a:endParaRPr lang="en-US" sz="1150" dirty="0"/>
          </a:p>
        </p:txBody>
      </p:sp>
      <p:sp>
        <p:nvSpPr>
          <p:cNvPr id="18" name="Text 16"/>
          <p:cNvSpPr txBox="1"/>
          <p:nvPr/>
        </p:nvSpPr>
        <p:spPr>
          <a:xfrm>
            <a:off x="3756584" y="3863340"/>
            <a:ext cx="1882064" cy="914400"/>
          </a:xfrm>
          <a:prstGeom prst="rect">
            <a:avLst/>
          </a:prstGeom>
          <a:noFill/>
          <a:ln/>
        </p:spPr>
        <p:txBody>
          <a:bodyPr wrap="square" lIns="0" tIns="0" rIns="0" bIns="0" rtlCol="0" anchor="t"/>
          <a:lstStyle/>
          <a:p>
            <a:pPr marL="0" indent="0" algn="ctr">
              <a:lnSpc>
                <a:spcPct val="135000"/>
              </a:lnSpc>
              <a:buNone/>
            </a:pPr>
            <a:r>
              <a:rPr lang="en-US" sz="1200" b="1" dirty="0">
                <a:solidFill>
                  <a:srgbClr val="39405C"/>
                </a:solidFill>
                <a:latin typeface="Malgun Gothic" pitchFamily="34" charset="0"/>
                <a:ea typeface="Malgun Gothic" pitchFamily="34" charset="-122"/>
                <a:cs typeface="Malgun Gothic" pitchFamily="34" charset="-120"/>
              </a:rPr>
              <a:t>기능정의서</a:t>
            </a:r>
            <a:endParaRPr lang="en-US" sz="1200" dirty="0"/>
          </a:p>
          <a:p>
            <a:pPr marL="0" indent="0" algn="ctr">
              <a:lnSpc>
                <a:spcPct val="135000"/>
              </a:lnSpc>
              <a:buNone/>
            </a:pPr>
            <a:r>
              <a:rPr lang="en-US" sz="1200" b="1" dirty="0">
                <a:solidFill>
                  <a:srgbClr val="39405C"/>
                </a:solidFill>
                <a:latin typeface="Malgun Gothic" pitchFamily="34" charset="0"/>
                <a:ea typeface="Malgun Gothic" pitchFamily="34" charset="-122"/>
                <a:cs typeface="Malgun Gothic" pitchFamily="34" charset="-120"/>
              </a:rPr>
              <a:t>API · DB 구조, WBS</a:t>
            </a:r>
            <a:endParaRPr lang="en-US" sz="1200" dirty="0"/>
          </a:p>
        </p:txBody>
      </p:sp>
      <p:sp>
        <p:nvSpPr>
          <p:cNvPr id="19" name="Shape 17"/>
          <p:cNvSpPr/>
          <p:nvPr/>
        </p:nvSpPr>
        <p:spPr>
          <a:xfrm>
            <a:off x="6233008" y="1783080"/>
            <a:ext cx="2522144" cy="2788920"/>
          </a:xfrm>
          <a:prstGeom prst="roundRect">
            <a:avLst>
              <a:gd name="adj" fmla="val 7976"/>
            </a:avLst>
          </a:prstGeom>
          <a:solidFill>
            <a:srgbClr val="FDFEFF"/>
          </a:solidFill>
          <a:ln w="9525">
            <a:solidFill>
              <a:srgbClr val="D9DDF0"/>
            </a:solidFill>
          </a:ln>
          <a:effectLst>
            <a:outerShdw blurRad="228600" dist="25400" dir="5400000" algn="t" rotWithShape="0">
              <a:srgbClr val="3A4270">
                <a:alpha val="11000"/>
              </a:srgbClr>
            </a:outerShdw>
          </a:effectLst>
        </p:spPr>
        <p:txBody>
          <a:bodyPr/>
          <a:lstStyle/>
          <a:p>
            <a:endParaRPr lang="ko-Kore-KR" altLang="en-US"/>
          </a:p>
        </p:txBody>
      </p:sp>
      <p:sp>
        <p:nvSpPr>
          <p:cNvPr id="22" name="Text 20"/>
          <p:cNvSpPr txBox="1"/>
          <p:nvPr/>
        </p:nvSpPr>
        <p:spPr>
          <a:xfrm>
            <a:off x="7104736" y="3121694"/>
            <a:ext cx="1150544" cy="365760"/>
          </a:xfrm>
          <a:prstGeom prst="rect">
            <a:avLst/>
          </a:prstGeom>
          <a:noFill/>
          <a:ln/>
        </p:spPr>
        <p:txBody>
          <a:bodyPr wrap="square" lIns="0" tIns="0" rIns="0" bIns="0" rtlCol="0" anchor="t"/>
          <a:lstStyle/>
          <a:p>
            <a:pPr marL="0" indent="0" algn="l">
              <a:lnSpc>
                <a:spcPct val="115000"/>
              </a:lnSpc>
              <a:buNone/>
            </a:pPr>
            <a:r>
              <a:rPr lang="en-US" sz="1800" b="1" dirty="0">
                <a:solidFill>
                  <a:srgbClr val="39405C"/>
                </a:solidFill>
                <a:latin typeface="Malgun Gothic" pitchFamily="34" charset="0"/>
                <a:ea typeface="Malgun Gothic" pitchFamily="34" charset="-122"/>
                <a:cs typeface="Malgun Gothic" pitchFamily="34" charset="-120"/>
              </a:rPr>
              <a:t>김수정</a:t>
            </a:r>
            <a:endParaRPr lang="en-US" sz="1800" dirty="0"/>
          </a:p>
        </p:txBody>
      </p:sp>
      <p:sp>
        <p:nvSpPr>
          <p:cNvPr id="23" name="Text 21"/>
          <p:cNvSpPr txBox="1"/>
          <p:nvPr/>
        </p:nvSpPr>
        <p:spPr>
          <a:xfrm>
            <a:off x="6576137" y="3517934"/>
            <a:ext cx="1821257" cy="320040"/>
          </a:xfrm>
          <a:prstGeom prst="rect">
            <a:avLst/>
          </a:prstGeom>
          <a:noFill/>
          <a:ln/>
        </p:spPr>
        <p:txBody>
          <a:bodyPr wrap="square" lIns="0" tIns="0" rIns="0" bIns="0" rtlCol="0" anchor="t"/>
          <a:lstStyle/>
          <a:p>
            <a:pPr marL="0" indent="0" algn="ctr">
              <a:lnSpc>
                <a:spcPct val="115000"/>
              </a:lnSpc>
              <a:buNone/>
            </a:pPr>
            <a:r>
              <a:rPr lang="en-US" sz="1150" b="1" dirty="0">
                <a:solidFill>
                  <a:srgbClr val="2F9E78"/>
                </a:solidFill>
                <a:latin typeface="Malgun Gothic" pitchFamily="34" charset="0"/>
                <a:ea typeface="Malgun Gothic" pitchFamily="34" charset="-122"/>
                <a:cs typeface="Malgun Gothic" pitchFamily="34" charset="-120"/>
              </a:rPr>
              <a:t>A1 AI Runtime</a:t>
            </a:r>
            <a:endParaRPr lang="en-US" sz="1150" dirty="0"/>
          </a:p>
        </p:txBody>
      </p:sp>
      <p:sp>
        <p:nvSpPr>
          <p:cNvPr id="25" name="Text 23"/>
          <p:cNvSpPr txBox="1"/>
          <p:nvPr/>
        </p:nvSpPr>
        <p:spPr>
          <a:xfrm>
            <a:off x="6553048" y="3863340"/>
            <a:ext cx="1882064" cy="914400"/>
          </a:xfrm>
          <a:prstGeom prst="rect">
            <a:avLst/>
          </a:prstGeom>
          <a:noFill/>
          <a:ln/>
        </p:spPr>
        <p:txBody>
          <a:bodyPr wrap="square" lIns="0" tIns="0" rIns="0" bIns="0" rtlCol="0" anchor="t"/>
          <a:lstStyle/>
          <a:p>
            <a:pPr marL="0" indent="0" algn="ctr">
              <a:lnSpc>
                <a:spcPct val="135000"/>
              </a:lnSpc>
              <a:buNone/>
            </a:pPr>
            <a:r>
              <a:rPr lang="en-US" sz="1200" b="1" dirty="0">
                <a:solidFill>
                  <a:srgbClr val="39405C"/>
                </a:solidFill>
                <a:latin typeface="Malgun Gothic" pitchFamily="34" charset="0"/>
                <a:ea typeface="Malgun Gothic" pitchFamily="34" charset="-122"/>
                <a:cs typeface="Malgun Gothic" pitchFamily="34" charset="-120"/>
              </a:rPr>
              <a:t>Flow Chart</a:t>
            </a:r>
            <a:endParaRPr lang="en-US" sz="1200" dirty="0"/>
          </a:p>
          <a:p>
            <a:pPr marL="0" indent="0" algn="ctr">
              <a:lnSpc>
                <a:spcPct val="135000"/>
              </a:lnSpc>
              <a:buNone/>
            </a:pPr>
            <a:r>
              <a:rPr lang="en-US" sz="1200" b="1" dirty="0">
                <a:solidFill>
                  <a:srgbClr val="39405C"/>
                </a:solidFill>
                <a:latin typeface="Malgun Gothic" pitchFamily="34" charset="0"/>
                <a:ea typeface="Malgun Gothic" pitchFamily="34" charset="-122"/>
                <a:cs typeface="Malgun Gothic" pitchFamily="34" charset="-120"/>
              </a:rPr>
              <a:t>AI Runtime Pipeline</a:t>
            </a:r>
            <a:endParaRPr lang="en-US" sz="1200" dirty="0"/>
          </a:p>
        </p:txBody>
      </p:sp>
      <p:sp>
        <p:nvSpPr>
          <p:cNvPr id="26" name="Shape 24"/>
          <p:cNvSpPr/>
          <p:nvPr/>
        </p:nvSpPr>
        <p:spPr>
          <a:xfrm>
            <a:off x="9029471" y="1783080"/>
            <a:ext cx="2522144" cy="2788920"/>
          </a:xfrm>
          <a:prstGeom prst="roundRect">
            <a:avLst>
              <a:gd name="adj" fmla="val 7976"/>
            </a:avLst>
          </a:prstGeom>
          <a:solidFill>
            <a:srgbClr val="FDFEFF"/>
          </a:solidFill>
          <a:ln w="9525">
            <a:solidFill>
              <a:srgbClr val="D9DDF0"/>
            </a:solidFill>
          </a:ln>
          <a:effectLst>
            <a:outerShdw blurRad="228600" dist="25400" dir="5400000" algn="t" rotWithShape="0">
              <a:srgbClr val="3A4270">
                <a:alpha val="11000"/>
              </a:srgbClr>
            </a:outerShdw>
          </a:effectLst>
        </p:spPr>
        <p:txBody>
          <a:bodyPr/>
          <a:lstStyle/>
          <a:p>
            <a:endParaRPr lang="ko-Kore-KR" altLang="en-US"/>
          </a:p>
        </p:txBody>
      </p:sp>
      <p:sp>
        <p:nvSpPr>
          <p:cNvPr id="29" name="Text 27"/>
          <p:cNvSpPr txBox="1"/>
          <p:nvPr/>
        </p:nvSpPr>
        <p:spPr>
          <a:xfrm>
            <a:off x="9901199" y="3121694"/>
            <a:ext cx="1150544" cy="365760"/>
          </a:xfrm>
          <a:prstGeom prst="rect">
            <a:avLst/>
          </a:prstGeom>
          <a:noFill/>
          <a:ln/>
        </p:spPr>
        <p:txBody>
          <a:bodyPr wrap="square" lIns="0" tIns="0" rIns="0" bIns="0" rtlCol="0" anchor="t"/>
          <a:lstStyle/>
          <a:p>
            <a:pPr marL="0" indent="0" algn="l">
              <a:lnSpc>
                <a:spcPct val="115000"/>
              </a:lnSpc>
              <a:buNone/>
            </a:pPr>
            <a:r>
              <a:rPr lang="en-US" sz="1800" b="1" dirty="0">
                <a:solidFill>
                  <a:srgbClr val="39405C"/>
                </a:solidFill>
                <a:latin typeface="Malgun Gothic" pitchFamily="34" charset="0"/>
                <a:ea typeface="Malgun Gothic" pitchFamily="34" charset="-122"/>
                <a:cs typeface="Malgun Gothic" pitchFamily="34" charset="-120"/>
              </a:rPr>
              <a:t>김민준</a:t>
            </a:r>
            <a:endParaRPr lang="en-US" sz="1800" dirty="0"/>
          </a:p>
        </p:txBody>
      </p:sp>
      <p:sp>
        <p:nvSpPr>
          <p:cNvPr id="30" name="Text 28"/>
          <p:cNvSpPr txBox="1"/>
          <p:nvPr/>
        </p:nvSpPr>
        <p:spPr>
          <a:xfrm>
            <a:off x="9372600" y="3517934"/>
            <a:ext cx="1821257" cy="320040"/>
          </a:xfrm>
          <a:prstGeom prst="rect">
            <a:avLst/>
          </a:prstGeom>
          <a:noFill/>
          <a:ln/>
        </p:spPr>
        <p:txBody>
          <a:bodyPr wrap="square" lIns="0" tIns="0" rIns="0" bIns="0" rtlCol="0" anchor="t"/>
          <a:lstStyle/>
          <a:p>
            <a:pPr marL="0" indent="0" algn="ctr">
              <a:lnSpc>
                <a:spcPct val="115000"/>
              </a:lnSpc>
              <a:buNone/>
            </a:pPr>
            <a:r>
              <a:rPr lang="en-US" sz="1150" b="1" dirty="0">
                <a:solidFill>
                  <a:srgbClr val="B9860C"/>
                </a:solidFill>
                <a:latin typeface="Malgun Gothic" pitchFamily="34" charset="0"/>
                <a:ea typeface="Malgun Gothic" pitchFamily="34" charset="-122"/>
                <a:cs typeface="Malgun Gothic" pitchFamily="34" charset="-120"/>
              </a:rPr>
              <a:t>A2 Drawing Pose Model</a:t>
            </a:r>
            <a:endParaRPr lang="en-US" sz="1150" dirty="0"/>
          </a:p>
        </p:txBody>
      </p:sp>
      <p:sp>
        <p:nvSpPr>
          <p:cNvPr id="32" name="Text 30"/>
          <p:cNvSpPr txBox="1"/>
          <p:nvPr/>
        </p:nvSpPr>
        <p:spPr>
          <a:xfrm>
            <a:off x="9029472" y="3863340"/>
            <a:ext cx="2522143" cy="914400"/>
          </a:xfrm>
          <a:prstGeom prst="rect">
            <a:avLst/>
          </a:prstGeom>
          <a:noFill/>
          <a:ln/>
        </p:spPr>
        <p:txBody>
          <a:bodyPr wrap="square" lIns="0" tIns="0" rIns="0" bIns="0" rtlCol="0" anchor="t"/>
          <a:lstStyle/>
          <a:p>
            <a:pPr marL="0" indent="0" algn="ctr">
              <a:lnSpc>
                <a:spcPct val="135000"/>
              </a:lnSpc>
              <a:buNone/>
            </a:pPr>
            <a:r>
              <a:rPr lang="en-US" sz="1200" b="1" dirty="0">
                <a:solidFill>
                  <a:srgbClr val="39405C"/>
                </a:solidFill>
                <a:latin typeface="Malgun Gothic" pitchFamily="34" charset="0"/>
                <a:ea typeface="Malgun Gothic" pitchFamily="34" charset="-122"/>
                <a:cs typeface="Malgun Gothic" pitchFamily="34" charset="-120"/>
              </a:rPr>
              <a:t>시스템 아키텍처</a:t>
            </a:r>
            <a:endParaRPr lang="en-US" sz="1200" dirty="0"/>
          </a:p>
          <a:p>
            <a:pPr marL="0" indent="0" algn="ctr">
              <a:lnSpc>
                <a:spcPct val="135000"/>
              </a:lnSpc>
              <a:buNone/>
            </a:pPr>
            <a:r>
              <a:rPr lang="en-US" sz="1200" b="1" dirty="0">
                <a:solidFill>
                  <a:srgbClr val="39405C"/>
                </a:solidFill>
                <a:latin typeface="Malgun Gothic" pitchFamily="34" charset="0"/>
                <a:ea typeface="Malgun Gothic" pitchFamily="34" charset="-122"/>
                <a:cs typeface="Malgun Gothic" pitchFamily="34" charset="-120"/>
              </a:rPr>
              <a:t>Dataset · Training Pipeline</a:t>
            </a:r>
            <a:endParaRPr lang="en-US" sz="1200" dirty="0"/>
          </a:p>
        </p:txBody>
      </p:sp>
      <p:sp>
        <p:nvSpPr>
          <p:cNvPr id="33" name="Shape 31"/>
          <p:cNvSpPr/>
          <p:nvPr/>
        </p:nvSpPr>
        <p:spPr>
          <a:xfrm>
            <a:off x="640080" y="4846320"/>
            <a:ext cx="11002975" cy="1097280"/>
          </a:xfrm>
          <a:prstGeom prst="roundRect">
            <a:avLst>
              <a:gd name="adj" fmla="val 18333"/>
            </a:avLst>
          </a:prstGeom>
          <a:solidFill>
            <a:srgbClr val="EDF0FE"/>
          </a:solidFill>
          <a:ln/>
        </p:spPr>
        <p:txBody>
          <a:bodyPr/>
          <a:lstStyle/>
          <a:p>
            <a:endParaRPr lang="ko-Kore-KR" altLang="en-US"/>
          </a:p>
        </p:txBody>
      </p:sp>
      <p:sp>
        <p:nvSpPr>
          <p:cNvPr id="34" name="Text 32"/>
          <p:cNvSpPr txBox="1"/>
          <p:nvPr/>
        </p:nvSpPr>
        <p:spPr>
          <a:xfrm>
            <a:off x="960120" y="4956048"/>
            <a:ext cx="2743200" cy="320040"/>
          </a:xfrm>
          <a:prstGeom prst="rect">
            <a:avLst/>
          </a:prstGeom>
          <a:noFill/>
          <a:ln/>
        </p:spPr>
        <p:txBody>
          <a:bodyPr wrap="square" lIns="0" tIns="0" rIns="0" bIns="0" rtlCol="0" anchor="t"/>
          <a:lstStyle/>
          <a:p>
            <a:pPr marL="0" indent="0" algn="l">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함께 정한 것</a:t>
            </a:r>
            <a:endParaRPr lang="en-US" sz="1200" dirty="0"/>
          </a:p>
        </p:txBody>
      </p:sp>
      <p:sp>
        <p:nvSpPr>
          <p:cNvPr id="35" name="Shape 33"/>
          <p:cNvSpPr/>
          <p:nvPr/>
        </p:nvSpPr>
        <p:spPr>
          <a:xfrm>
            <a:off x="960120" y="5349240"/>
            <a:ext cx="1965960" cy="365760"/>
          </a:xfrm>
          <a:prstGeom prst="roundRect">
            <a:avLst>
              <a:gd name="adj" fmla="val 50000"/>
            </a:avLst>
          </a:prstGeom>
          <a:solidFill>
            <a:srgbClr val="FDFEFF"/>
          </a:solidFill>
          <a:ln w="9525">
            <a:solidFill>
              <a:srgbClr val="D9DDF0"/>
            </a:solidFill>
          </a:ln>
        </p:spPr>
        <p:txBody>
          <a:bodyPr/>
          <a:lstStyle/>
          <a:p>
            <a:endParaRPr lang="ko-Kore-KR" altLang="en-US"/>
          </a:p>
        </p:txBody>
      </p:sp>
      <p:sp>
        <p:nvSpPr>
          <p:cNvPr id="36" name="Text 34"/>
          <p:cNvSpPr txBox="1"/>
          <p:nvPr/>
        </p:nvSpPr>
        <p:spPr>
          <a:xfrm>
            <a:off x="960120" y="5349240"/>
            <a:ext cx="1965960" cy="365760"/>
          </a:xfrm>
          <a:prstGeom prst="rect">
            <a:avLst/>
          </a:prstGeom>
          <a:noFill/>
          <a:ln/>
        </p:spPr>
        <p:txBody>
          <a:bodyPr wrap="square" lIns="0" tIns="0" rIns="0" bIns="0" rtlCol="0" anchor="ctr"/>
          <a:lstStyle/>
          <a:p>
            <a:pPr marL="0" indent="0" algn="ctr">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서비스 방향</a:t>
            </a:r>
            <a:endParaRPr lang="en-US" sz="1200" dirty="0"/>
          </a:p>
        </p:txBody>
      </p:sp>
      <p:sp>
        <p:nvSpPr>
          <p:cNvPr id="37" name="Shape 35"/>
          <p:cNvSpPr/>
          <p:nvPr/>
        </p:nvSpPr>
        <p:spPr>
          <a:xfrm>
            <a:off x="3108960" y="5349240"/>
            <a:ext cx="1965960" cy="365760"/>
          </a:xfrm>
          <a:prstGeom prst="roundRect">
            <a:avLst>
              <a:gd name="adj" fmla="val 50000"/>
            </a:avLst>
          </a:prstGeom>
          <a:solidFill>
            <a:srgbClr val="FDFEFF"/>
          </a:solidFill>
          <a:ln w="9525">
            <a:solidFill>
              <a:srgbClr val="D9DDF0"/>
            </a:solidFill>
          </a:ln>
        </p:spPr>
        <p:txBody>
          <a:bodyPr/>
          <a:lstStyle/>
          <a:p>
            <a:endParaRPr lang="ko-Kore-KR" altLang="en-US"/>
          </a:p>
        </p:txBody>
      </p:sp>
      <p:sp>
        <p:nvSpPr>
          <p:cNvPr id="38" name="Text 36"/>
          <p:cNvSpPr txBox="1"/>
          <p:nvPr/>
        </p:nvSpPr>
        <p:spPr>
          <a:xfrm>
            <a:off x="3108960" y="5349240"/>
            <a:ext cx="1965960" cy="365760"/>
          </a:xfrm>
          <a:prstGeom prst="rect">
            <a:avLst/>
          </a:prstGeom>
          <a:noFill/>
          <a:ln/>
        </p:spPr>
        <p:txBody>
          <a:bodyPr wrap="square" lIns="0" tIns="0" rIns="0" bIns="0" rtlCol="0" anchor="ctr"/>
          <a:lstStyle/>
          <a:p>
            <a:pPr marL="0" indent="0" algn="ctr">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MVP 범위</a:t>
            </a:r>
            <a:endParaRPr lang="en-US" sz="1200" dirty="0"/>
          </a:p>
        </p:txBody>
      </p:sp>
      <p:sp>
        <p:nvSpPr>
          <p:cNvPr id="39" name="Shape 37"/>
          <p:cNvSpPr/>
          <p:nvPr/>
        </p:nvSpPr>
        <p:spPr>
          <a:xfrm>
            <a:off x="5257800" y="5349240"/>
            <a:ext cx="1965960" cy="365760"/>
          </a:xfrm>
          <a:prstGeom prst="roundRect">
            <a:avLst>
              <a:gd name="adj" fmla="val 50000"/>
            </a:avLst>
          </a:prstGeom>
          <a:solidFill>
            <a:srgbClr val="FDFEFF"/>
          </a:solidFill>
          <a:ln w="9525">
            <a:solidFill>
              <a:srgbClr val="D9DDF0"/>
            </a:solidFill>
          </a:ln>
        </p:spPr>
        <p:txBody>
          <a:bodyPr/>
          <a:lstStyle/>
          <a:p>
            <a:endParaRPr lang="ko-Kore-KR" altLang="en-US"/>
          </a:p>
        </p:txBody>
      </p:sp>
      <p:sp>
        <p:nvSpPr>
          <p:cNvPr id="40" name="Text 38"/>
          <p:cNvSpPr txBox="1"/>
          <p:nvPr/>
        </p:nvSpPr>
        <p:spPr>
          <a:xfrm>
            <a:off x="5257800" y="5349240"/>
            <a:ext cx="1965960" cy="365760"/>
          </a:xfrm>
          <a:prstGeom prst="rect">
            <a:avLst/>
          </a:prstGeom>
          <a:noFill/>
          <a:ln/>
        </p:spPr>
        <p:txBody>
          <a:bodyPr wrap="square" lIns="0" tIns="0" rIns="0" bIns="0" rtlCol="0" anchor="ctr"/>
          <a:lstStyle/>
          <a:p>
            <a:pPr marL="0" indent="0" algn="ctr">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Frontend ↔ Backend</a:t>
            </a:r>
            <a:endParaRPr lang="en-US" sz="1200" dirty="0"/>
          </a:p>
        </p:txBody>
      </p:sp>
      <p:sp>
        <p:nvSpPr>
          <p:cNvPr id="41" name="Shape 39"/>
          <p:cNvSpPr/>
          <p:nvPr/>
        </p:nvSpPr>
        <p:spPr>
          <a:xfrm>
            <a:off x="7406640" y="5349240"/>
            <a:ext cx="1965960" cy="365760"/>
          </a:xfrm>
          <a:prstGeom prst="roundRect">
            <a:avLst>
              <a:gd name="adj" fmla="val 50000"/>
            </a:avLst>
          </a:prstGeom>
          <a:solidFill>
            <a:srgbClr val="FDFEFF"/>
          </a:solidFill>
          <a:ln w="9525">
            <a:solidFill>
              <a:srgbClr val="D9DDF0"/>
            </a:solidFill>
          </a:ln>
        </p:spPr>
        <p:txBody>
          <a:bodyPr/>
          <a:lstStyle/>
          <a:p>
            <a:endParaRPr lang="ko-Kore-KR" altLang="en-US"/>
          </a:p>
        </p:txBody>
      </p:sp>
      <p:sp>
        <p:nvSpPr>
          <p:cNvPr id="42" name="Text 40"/>
          <p:cNvSpPr txBox="1"/>
          <p:nvPr/>
        </p:nvSpPr>
        <p:spPr>
          <a:xfrm>
            <a:off x="7406640" y="5349240"/>
            <a:ext cx="1965960" cy="365760"/>
          </a:xfrm>
          <a:prstGeom prst="rect">
            <a:avLst/>
          </a:prstGeom>
          <a:noFill/>
          <a:ln/>
        </p:spPr>
        <p:txBody>
          <a:bodyPr wrap="square" lIns="0" tIns="0" rIns="0" bIns="0" rtlCol="0" anchor="ctr"/>
          <a:lstStyle/>
          <a:p>
            <a:pPr marL="0" indent="0" algn="ctr">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Backend ↔ AI</a:t>
            </a:r>
            <a:endParaRPr lang="en-US" sz="1200" dirty="0"/>
          </a:p>
        </p:txBody>
      </p:sp>
      <p:sp>
        <p:nvSpPr>
          <p:cNvPr id="43" name="Shape 41"/>
          <p:cNvSpPr/>
          <p:nvPr/>
        </p:nvSpPr>
        <p:spPr>
          <a:xfrm>
            <a:off x="9555480" y="5349240"/>
            <a:ext cx="1965960" cy="365760"/>
          </a:xfrm>
          <a:prstGeom prst="roundRect">
            <a:avLst>
              <a:gd name="adj" fmla="val 50000"/>
            </a:avLst>
          </a:prstGeom>
          <a:solidFill>
            <a:srgbClr val="FDFEFF"/>
          </a:solidFill>
          <a:ln w="9525">
            <a:solidFill>
              <a:srgbClr val="D9DDF0"/>
            </a:solidFill>
          </a:ln>
        </p:spPr>
        <p:txBody>
          <a:bodyPr/>
          <a:lstStyle/>
          <a:p>
            <a:endParaRPr lang="ko-Kore-KR" altLang="en-US"/>
          </a:p>
        </p:txBody>
      </p:sp>
      <p:sp>
        <p:nvSpPr>
          <p:cNvPr id="44" name="Text 42"/>
          <p:cNvSpPr txBox="1"/>
          <p:nvPr/>
        </p:nvSpPr>
        <p:spPr>
          <a:xfrm>
            <a:off x="9555480" y="5349240"/>
            <a:ext cx="1965960" cy="365760"/>
          </a:xfrm>
          <a:prstGeom prst="rect">
            <a:avLst/>
          </a:prstGeom>
          <a:noFill/>
          <a:ln/>
        </p:spPr>
        <p:txBody>
          <a:bodyPr wrap="square" lIns="0" tIns="0" rIns="0" bIns="0" rtlCol="0" anchor="ctr"/>
          <a:lstStyle/>
          <a:p>
            <a:pPr marL="0" indent="0" algn="ctr">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A1 ↔ A2 Interface</a:t>
            </a:r>
            <a:endParaRPr lang="en-US" sz="1200" dirty="0"/>
          </a:p>
        </p:txBody>
      </p:sp>
      <p:sp>
        <p:nvSpPr>
          <p:cNvPr id="6" name="Shape 4"/>
          <p:cNvSpPr/>
          <p:nvPr/>
        </p:nvSpPr>
        <p:spPr>
          <a:xfrm>
            <a:off x="1073373" y="1976254"/>
            <a:ext cx="1028387" cy="1028388"/>
          </a:xfrm>
          <a:prstGeom prst="ellipse">
            <a:avLst/>
          </a:prstGeom>
          <a:solidFill>
            <a:srgbClr val="DDE2FF"/>
          </a:solidFill>
          <a:ln/>
        </p:spPr>
        <p:txBody>
          <a:bodyPr/>
          <a:lstStyle/>
          <a:p>
            <a:endParaRPr lang="ko-Kore-KR" altLang="en-US"/>
          </a:p>
        </p:txBody>
      </p:sp>
      <p:pic>
        <p:nvPicPr>
          <p:cNvPr id="46" name="그림 45">
            <a:extLst>
              <a:ext uri="{FF2B5EF4-FFF2-40B4-BE49-F238E27FC236}">
                <a16:creationId xmlns:a16="http://schemas.microsoft.com/office/drawing/2014/main" id="{CF0B80AB-FDF7-6FE9-340C-ABD7A177119A}"/>
              </a:ext>
            </a:extLst>
          </p:cNvPr>
          <p:cNvPicPr>
            <a:picLocks noChangeAspect="1"/>
          </p:cNvPicPr>
          <p:nvPr/>
        </p:nvPicPr>
        <p:blipFill>
          <a:blip r:embed="rId4"/>
          <a:srcRect l="1033" t="12817" r="76784" b="30393"/>
          <a:stretch>
            <a:fillRect/>
          </a:stretch>
        </p:blipFill>
        <p:spPr>
          <a:xfrm>
            <a:off x="1251481" y="1866468"/>
            <a:ext cx="1477449" cy="1246920"/>
          </a:xfrm>
          <a:prstGeom prst="rect">
            <a:avLst/>
          </a:prstGeom>
        </p:spPr>
      </p:pic>
      <p:sp>
        <p:nvSpPr>
          <p:cNvPr id="51" name="Shape 4">
            <a:extLst>
              <a:ext uri="{FF2B5EF4-FFF2-40B4-BE49-F238E27FC236}">
                <a16:creationId xmlns:a16="http://schemas.microsoft.com/office/drawing/2014/main" id="{DD6CBAFA-8E1A-ABD0-D5C0-F935ED4656EF}"/>
              </a:ext>
            </a:extLst>
          </p:cNvPr>
          <p:cNvSpPr/>
          <p:nvPr/>
        </p:nvSpPr>
        <p:spPr>
          <a:xfrm>
            <a:off x="3779673" y="1955834"/>
            <a:ext cx="1028387" cy="1028388"/>
          </a:xfrm>
          <a:prstGeom prst="ellipse">
            <a:avLst/>
          </a:prstGeom>
          <a:solidFill>
            <a:srgbClr val="FDE0E6"/>
          </a:solidFill>
          <a:ln/>
        </p:spPr>
        <p:txBody>
          <a:bodyPr/>
          <a:lstStyle/>
          <a:p>
            <a:endParaRPr lang="ko-Kore-KR" altLang="en-US"/>
          </a:p>
        </p:txBody>
      </p:sp>
      <p:pic>
        <p:nvPicPr>
          <p:cNvPr id="50" name="그림 49">
            <a:extLst>
              <a:ext uri="{FF2B5EF4-FFF2-40B4-BE49-F238E27FC236}">
                <a16:creationId xmlns:a16="http://schemas.microsoft.com/office/drawing/2014/main" id="{45EBE345-67A8-0A8C-4E70-42F4E36A4ACF}"/>
              </a:ext>
            </a:extLst>
          </p:cNvPr>
          <p:cNvPicPr>
            <a:picLocks noChangeAspect="1"/>
          </p:cNvPicPr>
          <p:nvPr/>
        </p:nvPicPr>
        <p:blipFill>
          <a:blip r:embed="rId4"/>
          <a:srcRect l="51910" t="14196" r="25688" b="34157"/>
          <a:stretch>
            <a:fillRect/>
          </a:stretch>
        </p:blipFill>
        <p:spPr>
          <a:xfrm>
            <a:off x="4041802" y="1924397"/>
            <a:ext cx="1486318" cy="1129699"/>
          </a:xfrm>
          <a:prstGeom prst="rect">
            <a:avLst/>
          </a:prstGeom>
        </p:spPr>
      </p:pic>
      <p:sp>
        <p:nvSpPr>
          <p:cNvPr id="52" name="Shape 4">
            <a:extLst>
              <a:ext uri="{FF2B5EF4-FFF2-40B4-BE49-F238E27FC236}">
                <a16:creationId xmlns:a16="http://schemas.microsoft.com/office/drawing/2014/main" id="{2DF4E885-D63F-96B3-88B4-4EB3B10F768C}"/>
              </a:ext>
            </a:extLst>
          </p:cNvPr>
          <p:cNvSpPr/>
          <p:nvPr/>
        </p:nvSpPr>
        <p:spPr>
          <a:xfrm>
            <a:off x="6651621" y="1962669"/>
            <a:ext cx="1028387" cy="1028388"/>
          </a:xfrm>
          <a:prstGeom prst="ellipse">
            <a:avLst/>
          </a:prstGeom>
          <a:solidFill>
            <a:srgbClr val="DCF2E4"/>
          </a:solidFill>
          <a:ln/>
        </p:spPr>
        <p:txBody>
          <a:bodyPr/>
          <a:lstStyle/>
          <a:p>
            <a:endParaRPr lang="ko-Kore-KR" altLang="en-US"/>
          </a:p>
        </p:txBody>
      </p:sp>
      <p:sp>
        <p:nvSpPr>
          <p:cNvPr id="53" name="Shape 4">
            <a:extLst>
              <a:ext uri="{FF2B5EF4-FFF2-40B4-BE49-F238E27FC236}">
                <a16:creationId xmlns:a16="http://schemas.microsoft.com/office/drawing/2014/main" id="{5FCC0DEE-67AC-FAC1-13BC-8314AE3049BA}"/>
              </a:ext>
            </a:extLst>
          </p:cNvPr>
          <p:cNvSpPr/>
          <p:nvPr/>
        </p:nvSpPr>
        <p:spPr>
          <a:xfrm>
            <a:off x="9448084" y="1955834"/>
            <a:ext cx="1028387" cy="1028388"/>
          </a:xfrm>
          <a:prstGeom prst="ellipse">
            <a:avLst/>
          </a:prstGeom>
          <a:solidFill>
            <a:srgbClr val="FFF1C2"/>
          </a:solidFill>
          <a:ln/>
        </p:spPr>
        <p:txBody>
          <a:bodyPr/>
          <a:lstStyle/>
          <a:p>
            <a:endParaRPr lang="ko-Kore-KR" altLang="en-US"/>
          </a:p>
        </p:txBody>
      </p:sp>
      <p:pic>
        <p:nvPicPr>
          <p:cNvPr id="55" name="그림 54">
            <a:extLst>
              <a:ext uri="{FF2B5EF4-FFF2-40B4-BE49-F238E27FC236}">
                <a16:creationId xmlns:a16="http://schemas.microsoft.com/office/drawing/2014/main" id="{B599E49E-2746-ABDB-FD71-78209626461F}"/>
              </a:ext>
            </a:extLst>
          </p:cNvPr>
          <p:cNvPicPr>
            <a:picLocks noChangeAspect="1"/>
          </p:cNvPicPr>
          <p:nvPr/>
        </p:nvPicPr>
        <p:blipFill>
          <a:blip r:embed="rId4"/>
          <a:srcRect l="75243" t="15268" b="31380"/>
          <a:stretch>
            <a:fillRect/>
          </a:stretch>
        </p:blipFill>
        <p:spPr>
          <a:xfrm>
            <a:off x="6576137" y="1810512"/>
            <a:ext cx="1680095" cy="1193581"/>
          </a:xfrm>
          <a:prstGeom prst="rect">
            <a:avLst/>
          </a:prstGeom>
        </p:spPr>
      </p:pic>
      <p:pic>
        <p:nvPicPr>
          <p:cNvPr id="57" name="그림 56">
            <a:extLst>
              <a:ext uri="{FF2B5EF4-FFF2-40B4-BE49-F238E27FC236}">
                <a16:creationId xmlns:a16="http://schemas.microsoft.com/office/drawing/2014/main" id="{CA9DC693-9B37-641A-C94A-4E4F4F820100}"/>
              </a:ext>
            </a:extLst>
          </p:cNvPr>
          <p:cNvPicPr>
            <a:picLocks noChangeAspect="1"/>
          </p:cNvPicPr>
          <p:nvPr/>
        </p:nvPicPr>
        <p:blipFill>
          <a:blip r:embed="rId4"/>
          <a:srcRect l="24784" t="11341" r="49032" b="33538"/>
          <a:stretch>
            <a:fillRect/>
          </a:stretch>
        </p:blipFill>
        <p:spPr>
          <a:xfrm>
            <a:off x="9486909" y="1839941"/>
            <a:ext cx="1658675" cy="11511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Page 101"/>
          <p:cNvSpPr txBox="1"/>
          <p:nvPr/>
        </p:nvSpPr>
        <p:spPr>
          <a:xfrm>
            <a:off x="11185855" y="6355080"/>
            <a:ext cx="457200" cy="274320"/>
          </a:xfrm>
          <a:prstGeom prst="rect">
            <a:avLst/>
          </a:prstGeom>
          <a:noFill/>
        </p:spPr>
        <p:txBody>
          <a:bodyPr wrap="square" lIns="0" tIns="0" rIns="0" bIns="0" rtlCol="0" anchor="ctr"/>
          <a:lstStyle/>
          <a:p>
            <a:pPr marL="0" indent="0" algn="r">
              <a:lnSpc>
                <a:spcPct val="115000"/>
              </a:lnSpc>
              <a:buNone/>
            </a:pPr>
            <a:r>
              <a:rPr lang="ko-KR" sz="1000" dirty="0">
                <a:solidFill>
                  <a:srgbClr val="8A91AA"/>
                </a:solidFill>
                <a:latin typeface="Malgun Gothic" pitchFamily="34" charset="0"/>
                <a:ea typeface="Malgun Gothic" pitchFamily="34" charset="-122"/>
                <a:cs typeface="Malgun Gothic" pitchFamily="34" charset="-120"/>
              </a:rPr>
              <a:t>13</a:t>
            </a:r>
          </a:p>
        </p:txBody>
      </p:sp>
      <p:sp>
        <p:nvSpPr>
          <p:cNvPr id="102" name="Pill 102"/>
          <p:cNvSpPr/>
          <p:nvPr/>
        </p:nvSpPr>
        <p:spPr>
          <a:xfrm>
            <a:off x="640080" y="467200"/>
            <a:ext cx="1590000" cy="300000"/>
          </a:xfrm>
          <a:prstGeom prst="roundRect">
            <a:avLst>
              <a:gd name="adj" fmla="val 50000"/>
            </a:avLst>
          </a:prstGeom>
          <a:solidFill>
            <a:srgbClr val="DDE2FF"/>
          </a:solidFill>
          <a:ln>
            <a:solidFill>
              <a:srgbClr val="8192FF"/>
            </a:solidFill>
          </a:ln>
          <a:effectLst/>
        </p:spPr>
        <p:txBody>
          <a:bodyPr wrap="square" lIns="0" tIns="0" rIns="0" bIns="0" rtlCol="0" anchor="ctr"/>
          <a:lstStyle/>
          <a:p>
            <a:pPr marL="0" indent="0" algn="ctr">
              <a:lnSpc>
                <a:spcPct val="110000"/>
              </a:lnSpc>
              <a:buNone/>
            </a:pPr>
            <a:r>
              <a:rPr lang="ko-KR" sz="1100" b="1" dirty="0">
                <a:solidFill>
                  <a:srgbClr val="6274E8"/>
                </a:solidFill>
                <a:latin typeface="Malgun Gothic" pitchFamily="34" charset="0"/>
                <a:ea typeface="Malgun Gothic" pitchFamily="34" charset="-122"/>
                <a:cs typeface="Malgun Gothic" pitchFamily="34" charset="-120"/>
              </a:rPr>
              <a:t>Frontend · 육도현</a:t>
            </a:r>
          </a:p>
        </p:txBody>
      </p:sp>
      <p:sp>
        <p:nvSpPr>
          <p:cNvPr id="103" name="Label 103"/>
          <p:cNvSpPr txBox="1"/>
          <p:nvPr/>
        </p:nvSpPr>
        <p:spPr>
          <a:xfrm>
            <a:off x="2370080" y="457200"/>
            <a:ext cx="9181535" cy="320040"/>
          </a:xfrm>
          <a:prstGeom prst="rect">
            <a:avLst/>
          </a:prstGeom>
          <a:noFill/>
        </p:spPr>
        <p:txBody>
          <a:bodyPr wrap="square" lIns="0" tIns="0" rIns="0" bIns="0" rtlCol="0" anchor="ctr"/>
          <a:lstStyle/>
          <a:p>
            <a:pPr marL="0" indent="0" algn="l">
              <a:lnSpc>
                <a:spcPct val="115000"/>
              </a:lnSpc>
              <a:buNone/>
            </a:pPr>
            <a:r>
              <a:rPr lang="ko-KR" sz="1300" b="1" dirty="0">
                <a:solidFill>
                  <a:srgbClr val="4C5CC4"/>
                </a:solidFill>
                <a:latin typeface="Malgun Gothic" pitchFamily="34" charset="0"/>
                <a:ea typeface="Malgun Gothic" pitchFamily="34" charset="-122"/>
                <a:cs typeface="Malgun Gothic" pitchFamily="34" charset="-120"/>
              </a:rPr>
              <a:t>PART C · ① 사용자 화면</a:t>
            </a:r>
          </a:p>
        </p:txBody>
      </p:sp>
      <p:sp>
        <p:nvSpPr>
          <p:cNvPr id="104" name="Title 104"/>
          <p:cNvSpPr txBox="1"/>
          <p:nvPr/>
        </p:nvSpPr>
        <p:spPr>
          <a:xfrm>
            <a:off x="640080" y="804672"/>
            <a:ext cx="10911535" cy="731520"/>
          </a:xfrm>
          <a:prstGeom prst="rect">
            <a:avLst/>
          </a:prstGeom>
          <a:noFill/>
        </p:spPr>
        <p:txBody>
          <a:bodyPr wrap="square" lIns="0" tIns="0" rIns="0" bIns="0" rtlCol="0" anchor="t"/>
          <a:lstStyle/>
          <a:p>
            <a:pPr marL="0" indent="0" algn="l">
              <a:lnSpc>
                <a:spcPct val="115000"/>
              </a:lnSpc>
              <a:buNone/>
            </a:pPr>
            <a:r>
              <a:rPr lang="ko-KR" sz="3000" b="1" dirty="0">
                <a:solidFill>
                  <a:srgbClr val="39405C"/>
                </a:solidFill>
                <a:latin typeface="Malgun Gothic" pitchFamily="34" charset="0"/>
                <a:ea typeface="Malgun Gothic" pitchFamily="34" charset="-122"/>
                <a:cs typeface="Malgun Gothic" pitchFamily="34" charset="-120"/>
              </a:rPr>
              <a:t>아이가 처음부터 끝까지 이용하는 화면 흐름을 잡았습니다</a:t>
            </a:r>
          </a:p>
        </p:txBody>
      </p:sp>
      <p:sp>
        <p:nvSpPr>
          <p:cNvPr id="105" name="Card 105"/>
          <p:cNvSpPr/>
          <p:nvPr/>
        </p:nvSpPr>
        <p:spPr>
          <a:xfrm>
            <a:off x="600080" y="1600000"/>
            <a:ext cx="2640000" cy="2011636"/>
          </a:xfrm>
          <a:prstGeom prst="roundRect">
            <a:avLst>
              <a:gd name="adj" fmla="val 5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pic>
        <p:nvPicPr>
          <p:cNvPr id="106" name="Picture 106"/>
          <p:cNvPicPr>
            <a:picLocks noChangeAspect="1"/>
          </p:cNvPicPr>
          <p:nvPr/>
        </p:nvPicPr>
        <p:blipFill>
          <a:blip r:embed="rId4"/>
          <a:srcRect/>
          <a:stretch>
            <a:fillRect/>
          </a:stretch>
        </p:blipFill>
        <p:spPr>
          <a:xfrm>
            <a:off x="640080" y="1640000"/>
            <a:ext cx="2560000" cy="1931636"/>
          </a:xfrm>
          <a:prstGeom prst="rect">
            <a:avLst/>
          </a:prstGeom>
        </p:spPr>
      </p:pic>
      <p:sp>
        <p:nvSpPr>
          <p:cNvPr id="107" name="Pill 107"/>
          <p:cNvSpPr/>
          <p:nvPr/>
        </p:nvSpPr>
        <p:spPr>
          <a:xfrm>
            <a:off x="640080" y="3681636"/>
            <a:ext cx="560000" cy="280000"/>
          </a:xfrm>
          <a:prstGeom prst="roundRect">
            <a:avLst>
              <a:gd name="adj" fmla="val 50000"/>
            </a:avLst>
          </a:prstGeom>
          <a:solidFill>
            <a:srgbClr val="DDE2FF"/>
          </a:solidFill>
          <a:ln>
            <a:noFill/>
          </a:ln>
          <a:effectLst/>
        </p:spPr>
        <p:txBody>
          <a:bodyPr wrap="square" lIns="0" tIns="0" rIns="0" bIns="0" rtlCol="0" anchor="ctr"/>
          <a:lstStyle/>
          <a:p>
            <a:pPr marL="0" indent="0" algn="ctr">
              <a:lnSpc>
                <a:spcPct val="110000"/>
              </a:lnSpc>
              <a:buNone/>
            </a:pPr>
            <a:r>
              <a:rPr lang="ko-KR" sz="1000" b="1" dirty="0">
                <a:solidFill>
                  <a:srgbClr val="6274E8"/>
                </a:solidFill>
                <a:latin typeface="Malgun Gothic" pitchFamily="34" charset="0"/>
                <a:ea typeface="Malgun Gothic" pitchFamily="34" charset="-122"/>
                <a:cs typeface="Malgun Gothic" pitchFamily="34" charset="-120"/>
              </a:rPr>
              <a:t>S-03</a:t>
            </a:r>
          </a:p>
        </p:txBody>
      </p:sp>
      <p:sp>
        <p:nvSpPr>
          <p:cNvPr id="108" name="Text 108"/>
          <p:cNvSpPr txBox="1"/>
          <p:nvPr/>
        </p:nvSpPr>
        <p:spPr>
          <a:xfrm>
            <a:off x="1280080" y="3681636"/>
            <a:ext cx="1920000" cy="280000"/>
          </a:xfrm>
          <a:prstGeom prst="rect">
            <a:avLst/>
          </a:prstGeom>
          <a:noFill/>
        </p:spPr>
        <p:txBody>
          <a:bodyPr wrap="square" lIns="0" tIns="0" rIns="0" bIns="0" rtlCol="0" anchor="ctr"/>
          <a:lstStyle/>
          <a:p>
            <a:pPr marL="0" indent="0" algn="l">
              <a:lnSpc>
                <a:spcPct val="115000"/>
              </a:lnSpc>
              <a:buNone/>
            </a:pPr>
            <a:r>
              <a:rPr lang="ko-KR" sz="1150" b="1" dirty="0">
                <a:solidFill>
                  <a:srgbClr val="39405C"/>
                </a:solidFill>
                <a:latin typeface="Malgun Gothic" pitchFamily="34" charset="0"/>
                <a:ea typeface="Malgun Gothic" pitchFamily="34" charset="-122"/>
                <a:cs typeface="Malgun Gothic" pitchFamily="34" charset="-120"/>
              </a:rPr>
              <a:t>그림 올리기</a:t>
            </a:r>
          </a:p>
        </p:txBody>
      </p:sp>
      <p:sp>
        <p:nvSpPr>
          <p:cNvPr id="109" name="Text 109"/>
          <p:cNvSpPr txBox="1"/>
          <p:nvPr/>
        </p:nvSpPr>
        <p:spPr>
          <a:xfrm>
            <a:off x="3200080" y="2405818"/>
            <a:ext cx="222930" cy="400000"/>
          </a:xfrm>
          <a:prstGeom prst="rect">
            <a:avLst/>
          </a:prstGeom>
          <a:noFill/>
        </p:spPr>
        <p:txBody>
          <a:bodyPr wrap="square" lIns="0" tIns="0" rIns="0" bIns="0" rtlCol="0" anchor="ctr"/>
          <a:lstStyle/>
          <a:p>
            <a:pPr marL="0" indent="0" algn="ctr">
              <a:lnSpc>
                <a:spcPct val="115000"/>
              </a:lnSpc>
              <a:buNone/>
            </a:pPr>
            <a:r>
              <a:rPr lang="ko-KR" sz="2200" b="1" dirty="0">
                <a:solidFill>
                  <a:srgbClr val="6274E8"/>
                </a:solidFill>
                <a:latin typeface="Malgun Gothic" pitchFamily="34" charset="0"/>
                <a:ea typeface="Malgun Gothic" pitchFamily="34" charset="-122"/>
                <a:cs typeface="Malgun Gothic" pitchFamily="34" charset="-120"/>
              </a:rPr>
              <a:t>›</a:t>
            </a:r>
          </a:p>
        </p:txBody>
      </p:sp>
      <p:sp>
        <p:nvSpPr>
          <p:cNvPr id="110" name="Card 110"/>
          <p:cNvSpPr/>
          <p:nvPr/>
        </p:nvSpPr>
        <p:spPr>
          <a:xfrm>
            <a:off x="3383010" y="1600000"/>
            <a:ext cx="2640000" cy="2011636"/>
          </a:xfrm>
          <a:prstGeom prst="roundRect">
            <a:avLst>
              <a:gd name="adj" fmla="val 5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pic>
        <p:nvPicPr>
          <p:cNvPr id="111" name="Picture 111"/>
          <p:cNvPicPr>
            <a:picLocks noChangeAspect="1"/>
          </p:cNvPicPr>
          <p:nvPr/>
        </p:nvPicPr>
        <p:blipFill>
          <a:blip r:embed="rId5"/>
          <a:srcRect/>
          <a:stretch>
            <a:fillRect/>
          </a:stretch>
        </p:blipFill>
        <p:spPr>
          <a:xfrm>
            <a:off x="3423010" y="1640000"/>
            <a:ext cx="2560000" cy="1931636"/>
          </a:xfrm>
          <a:prstGeom prst="rect">
            <a:avLst/>
          </a:prstGeom>
        </p:spPr>
      </p:pic>
      <p:sp>
        <p:nvSpPr>
          <p:cNvPr id="112" name="Pill 112"/>
          <p:cNvSpPr/>
          <p:nvPr/>
        </p:nvSpPr>
        <p:spPr>
          <a:xfrm>
            <a:off x="3423010" y="3681636"/>
            <a:ext cx="560000" cy="280000"/>
          </a:xfrm>
          <a:prstGeom prst="roundRect">
            <a:avLst>
              <a:gd name="adj" fmla="val 50000"/>
            </a:avLst>
          </a:prstGeom>
          <a:solidFill>
            <a:srgbClr val="DDE2FF"/>
          </a:solidFill>
          <a:ln>
            <a:noFill/>
          </a:ln>
          <a:effectLst/>
        </p:spPr>
        <p:txBody>
          <a:bodyPr wrap="square" lIns="0" tIns="0" rIns="0" bIns="0" rtlCol="0" anchor="ctr"/>
          <a:lstStyle/>
          <a:p>
            <a:pPr marL="0" indent="0" algn="ctr">
              <a:lnSpc>
                <a:spcPct val="110000"/>
              </a:lnSpc>
              <a:buNone/>
            </a:pPr>
            <a:r>
              <a:rPr lang="ko-KR" sz="1000" b="1" dirty="0">
                <a:solidFill>
                  <a:srgbClr val="6274E8"/>
                </a:solidFill>
                <a:latin typeface="Malgun Gothic" pitchFamily="34" charset="0"/>
                <a:ea typeface="Malgun Gothic" pitchFamily="34" charset="-122"/>
                <a:cs typeface="Malgun Gothic" pitchFamily="34" charset="-120"/>
              </a:rPr>
              <a:t>S-05</a:t>
            </a:r>
          </a:p>
        </p:txBody>
      </p:sp>
      <p:sp>
        <p:nvSpPr>
          <p:cNvPr id="113" name="Text 113"/>
          <p:cNvSpPr txBox="1"/>
          <p:nvPr/>
        </p:nvSpPr>
        <p:spPr>
          <a:xfrm>
            <a:off x="4063010" y="3681636"/>
            <a:ext cx="1920000" cy="280000"/>
          </a:xfrm>
          <a:prstGeom prst="rect">
            <a:avLst/>
          </a:prstGeom>
          <a:noFill/>
        </p:spPr>
        <p:txBody>
          <a:bodyPr wrap="square" lIns="0" tIns="0" rIns="0" bIns="0" rtlCol="0" anchor="ctr"/>
          <a:lstStyle/>
          <a:p>
            <a:pPr marL="0" indent="0" algn="l">
              <a:lnSpc>
                <a:spcPct val="115000"/>
              </a:lnSpc>
              <a:buNone/>
            </a:pPr>
            <a:r>
              <a:rPr lang="ko-KR" sz="1150" b="1" dirty="0">
                <a:solidFill>
                  <a:srgbClr val="39405C"/>
                </a:solidFill>
                <a:latin typeface="Malgun Gothic" pitchFamily="34" charset="0"/>
                <a:ea typeface="Malgun Gothic" pitchFamily="34" charset="-122"/>
                <a:cs typeface="Malgun Gothic" pitchFamily="34" charset="-120"/>
              </a:rPr>
              <a:t>캐릭터 확인</a:t>
            </a:r>
          </a:p>
        </p:txBody>
      </p:sp>
      <p:sp>
        <p:nvSpPr>
          <p:cNvPr id="114" name="Text 114"/>
          <p:cNvSpPr txBox="1"/>
          <p:nvPr/>
        </p:nvSpPr>
        <p:spPr>
          <a:xfrm>
            <a:off x="5983010" y="2405818"/>
            <a:ext cx="222930" cy="400000"/>
          </a:xfrm>
          <a:prstGeom prst="rect">
            <a:avLst/>
          </a:prstGeom>
          <a:noFill/>
        </p:spPr>
        <p:txBody>
          <a:bodyPr wrap="square" lIns="0" tIns="0" rIns="0" bIns="0" rtlCol="0" anchor="ctr"/>
          <a:lstStyle/>
          <a:p>
            <a:pPr marL="0" indent="0" algn="ctr">
              <a:lnSpc>
                <a:spcPct val="115000"/>
              </a:lnSpc>
              <a:buNone/>
            </a:pPr>
            <a:r>
              <a:rPr lang="ko-KR" sz="2200" b="1" dirty="0">
                <a:solidFill>
                  <a:srgbClr val="6274E8"/>
                </a:solidFill>
                <a:latin typeface="Malgun Gothic" pitchFamily="34" charset="0"/>
                <a:ea typeface="Malgun Gothic" pitchFamily="34" charset="-122"/>
                <a:cs typeface="Malgun Gothic" pitchFamily="34" charset="-120"/>
              </a:rPr>
              <a:t>›</a:t>
            </a:r>
          </a:p>
        </p:txBody>
      </p:sp>
      <p:sp>
        <p:nvSpPr>
          <p:cNvPr id="115" name="Card 115"/>
          <p:cNvSpPr/>
          <p:nvPr/>
        </p:nvSpPr>
        <p:spPr>
          <a:xfrm>
            <a:off x="6165941" y="1600000"/>
            <a:ext cx="2640000" cy="2011636"/>
          </a:xfrm>
          <a:prstGeom prst="roundRect">
            <a:avLst>
              <a:gd name="adj" fmla="val 5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pic>
        <p:nvPicPr>
          <p:cNvPr id="116" name="Picture 116"/>
          <p:cNvPicPr>
            <a:picLocks noChangeAspect="1"/>
          </p:cNvPicPr>
          <p:nvPr/>
        </p:nvPicPr>
        <p:blipFill>
          <a:blip r:embed="rId6"/>
          <a:srcRect/>
          <a:stretch>
            <a:fillRect/>
          </a:stretch>
        </p:blipFill>
        <p:spPr>
          <a:xfrm>
            <a:off x="6205941" y="1640000"/>
            <a:ext cx="2560000" cy="1931636"/>
          </a:xfrm>
          <a:prstGeom prst="rect">
            <a:avLst/>
          </a:prstGeom>
        </p:spPr>
      </p:pic>
      <p:sp>
        <p:nvSpPr>
          <p:cNvPr id="117" name="Pill 117"/>
          <p:cNvSpPr/>
          <p:nvPr/>
        </p:nvSpPr>
        <p:spPr>
          <a:xfrm>
            <a:off x="6205941" y="3681636"/>
            <a:ext cx="560000" cy="280000"/>
          </a:xfrm>
          <a:prstGeom prst="roundRect">
            <a:avLst>
              <a:gd name="adj" fmla="val 50000"/>
            </a:avLst>
          </a:prstGeom>
          <a:solidFill>
            <a:srgbClr val="DDE2FF"/>
          </a:solidFill>
          <a:ln>
            <a:noFill/>
          </a:ln>
          <a:effectLst/>
        </p:spPr>
        <p:txBody>
          <a:bodyPr wrap="square" lIns="0" tIns="0" rIns="0" bIns="0" rtlCol="0" anchor="ctr"/>
          <a:lstStyle/>
          <a:p>
            <a:pPr marL="0" indent="0" algn="ctr">
              <a:lnSpc>
                <a:spcPct val="110000"/>
              </a:lnSpc>
              <a:buNone/>
            </a:pPr>
            <a:r>
              <a:rPr lang="ko-KR" sz="1000" b="1" dirty="0">
                <a:solidFill>
                  <a:srgbClr val="6274E8"/>
                </a:solidFill>
                <a:latin typeface="Malgun Gothic" pitchFamily="34" charset="0"/>
                <a:ea typeface="Malgun Gothic" pitchFamily="34" charset="-122"/>
                <a:cs typeface="Malgun Gothic" pitchFamily="34" charset="-120"/>
              </a:rPr>
              <a:t>S-07</a:t>
            </a:r>
          </a:p>
        </p:txBody>
      </p:sp>
      <p:sp>
        <p:nvSpPr>
          <p:cNvPr id="118" name="Text 118"/>
          <p:cNvSpPr txBox="1"/>
          <p:nvPr/>
        </p:nvSpPr>
        <p:spPr>
          <a:xfrm>
            <a:off x="6845941" y="3681636"/>
            <a:ext cx="1920000" cy="280000"/>
          </a:xfrm>
          <a:prstGeom prst="rect">
            <a:avLst/>
          </a:prstGeom>
          <a:noFill/>
        </p:spPr>
        <p:txBody>
          <a:bodyPr wrap="square" lIns="0" tIns="0" rIns="0" bIns="0" rtlCol="0" anchor="ctr"/>
          <a:lstStyle/>
          <a:p>
            <a:pPr marL="0" indent="0" algn="l">
              <a:lnSpc>
                <a:spcPct val="115000"/>
              </a:lnSpc>
              <a:buNone/>
            </a:pPr>
            <a:r>
              <a:rPr lang="ko-KR" sz="1150" b="1" dirty="0">
                <a:solidFill>
                  <a:srgbClr val="39405C"/>
                </a:solidFill>
                <a:latin typeface="Malgun Gothic" pitchFamily="34" charset="0"/>
                <a:ea typeface="Malgun Gothic" pitchFamily="34" charset="-122"/>
                <a:cs typeface="Malgun Gothic" pitchFamily="34" charset="-120"/>
              </a:rPr>
              <a:t>이야기 만들기 · 네 칸</a:t>
            </a:r>
          </a:p>
        </p:txBody>
      </p:sp>
      <p:sp>
        <p:nvSpPr>
          <p:cNvPr id="119" name="Text 119"/>
          <p:cNvSpPr txBox="1"/>
          <p:nvPr/>
        </p:nvSpPr>
        <p:spPr>
          <a:xfrm>
            <a:off x="8765941" y="2405818"/>
            <a:ext cx="222930" cy="400000"/>
          </a:xfrm>
          <a:prstGeom prst="rect">
            <a:avLst/>
          </a:prstGeom>
          <a:noFill/>
        </p:spPr>
        <p:txBody>
          <a:bodyPr wrap="square" lIns="0" tIns="0" rIns="0" bIns="0" rtlCol="0" anchor="ctr"/>
          <a:lstStyle/>
          <a:p>
            <a:pPr marL="0" indent="0" algn="ctr">
              <a:lnSpc>
                <a:spcPct val="115000"/>
              </a:lnSpc>
              <a:buNone/>
            </a:pPr>
            <a:r>
              <a:rPr lang="ko-KR" sz="2200" b="1" dirty="0">
                <a:solidFill>
                  <a:srgbClr val="6274E8"/>
                </a:solidFill>
                <a:latin typeface="Malgun Gothic" pitchFamily="34" charset="0"/>
                <a:ea typeface="Malgun Gothic" pitchFamily="34" charset="-122"/>
                <a:cs typeface="Malgun Gothic" pitchFamily="34" charset="-120"/>
              </a:rPr>
              <a:t>›</a:t>
            </a:r>
          </a:p>
        </p:txBody>
      </p:sp>
      <p:sp>
        <p:nvSpPr>
          <p:cNvPr id="120" name="Card 120"/>
          <p:cNvSpPr/>
          <p:nvPr/>
        </p:nvSpPr>
        <p:spPr>
          <a:xfrm>
            <a:off x="8948872" y="1600000"/>
            <a:ext cx="2640000" cy="2011636"/>
          </a:xfrm>
          <a:prstGeom prst="roundRect">
            <a:avLst>
              <a:gd name="adj" fmla="val 5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pic>
        <p:nvPicPr>
          <p:cNvPr id="121" name="Picture 121"/>
          <p:cNvPicPr>
            <a:picLocks noChangeAspect="1"/>
          </p:cNvPicPr>
          <p:nvPr/>
        </p:nvPicPr>
        <p:blipFill>
          <a:blip r:embed="rId7"/>
          <a:srcRect/>
          <a:stretch>
            <a:fillRect/>
          </a:stretch>
        </p:blipFill>
        <p:spPr>
          <a:xfrm>
            <a:off x="8988872" y="1640000"/>
            <a:ext cx="2560000" cy="1931636"/>
          </a:xfrm>
          <a:prstGeom prst="rect">
            <a:avLst/>
          </a:prstGeom>
        </p:spPr>
      </p:pic>
      <p:sp>
        <p:nvSpPr>
          <p:cNvPr id="122" name="Pill 122"/>
          <p:cNvSpPr/>
          <p:nvPr/>
        </p:nvSpPr>
        <p:spPr>
          <a:xfrm>
            <a:off x="8988872" y="3681636"/>
            <a:ext cx="560000" cy="280000"/>
          </a:xfrm>
          <a:prstGeom prst="roundRect">
            <a:avLst>
              <a:gd name="adj" fmla="val 50000"/>
            </a:avLst>
          </a:prstGeom>
          <a:solidFill>
            <a:srgbClr val="DDE2FF"/>
          </a:solidFill>
          <a:ln>
            <a:noFill/>
          </a:ln>
          <a:effectLst/>
        </p:spPr>
        <p:txBody>
          <a:bodyPr wrap="square" lIns="0" tIns="0" rIns="0" bIns="0" rtlCol="0" anchor="ctr"/>
          <a:lstStyle/>
          <a:p>
            <a:pPr marL="0" indent="0" algn="ctr">
              <a:lnSpc>
                <a:spcPct val="110000"/>
              </a:lnSpc>
              <a:buNone/>
            </a:pPr>
            <a:r>
              <a:rPr lang="ko-KR" sz="1000" b="1" dirty="0">
                <a:solidFill>
                  <a:srgbClr val="6274E8"/>
                </a:solidFill>
                <a:latin typeface="Malgun Gothic" pitchFamily="34" charset="0"/>
                <a:ea typeface="Malgun Gothic" pitchFamily="34" charset="-122"/>
                <a:cs typeface="Malgun Gothic" pitchFamily="34" charset="-120"/>
              </a:rPr>
              <a:t>S-09</a:t>
            </a:r>
          </a:p>
        </p:txBody>
      </p:sp>
      <p:sp>
        <p:nvSpPr>
          <p:cNvPr id="123" name="Text 123"/>
          <p:cNvSpPr txBox="1"/>
          <p:nvPr/>
        </p:nvSpPr>
        <p:spPr>
          <a:xfrm>
            <a:off x="9628872" y="3681636"/>
            <a:ext cx="1920000" cy="280000"/>
          </a:xfrm>
          <a:prstGeom prst="rect">
            <a:avLst/>
          </a:prstGeom>
          <a:noFill/>
        </p:spPr>
        <p:txBody>
          <a:bodyPr wrap="square" lIns="0" tIns="0" rIns="0" bIns="0" rtlCol="0" anchor="ctr"/>
          <a:lstStyle/>
          <a:p>
            <a:pPr marL="0" indent="0" algn="l">
              <a:lnSpc>
                <a:spcPct val="115000"/>
              </a:lnSpc>
              <a:buNone/>
            </a:pPr>
            <a:r>
              <a:rPr lang="ko-KR" sz="1150" b="1" dirty="0">
                <a:solidFill>
                  <a:srgbClr val="39405C"/>
                </a:solidFill>
                <a:latin typeface="Malgun Gothic" pitchFamily="34" charset="0"/>
                <a:ea typeface="Malgun Gothic" pitchFamily="34" charset="-122"/>
                <a:cs typeface="Malgun Gothic" pitchFamily="34" charset="-120"/>
              </a:rPr>
              <a:t>이야기 보기</a:t>
            </a:r>
          </a:p>
        </p:txBody>
      </p:sp>
      <p:sp>
        <p:nvSpPr>
          <p:cNvPr id="124" name="Text 124"/>
          <p:cNvSpPr txBox="1"/>
          <p:nvPr/>
        </p:nvSpPr>
        <p:spPr>
          <a:xfrm>
            <a:off x="640080" y="4091636"/>
            <a:ext cx="1500000" cy="320000"/>
          </a:xfrm>
          <a:prstGeom prst="rect">
            <a:avLst/>
          </a:prstGeom>
          <a:noFill/>
        </p:spPr>
        <p:txBody>
          <a:bodyPr wrap="square" lIns="0" tIns="0" rIns="0" bIns="0" rtlCol="0" anchor="ctr"/>
          <a:lstStyle/>
          <a:p>
            <a:pPr marL="0" indent="0" algn="l">
              <a:lnSpc>
                <a:spcPct val="115000"/>
              </a:lnSpc>
              <a:buNone/>
            </a:pPr>
            <a:r>
              <a:rPr lang="ko-KR" sz="1050" b="1" dirty="0">
                <a:solidFill>
                  <a:srgbClr val="8A91AA"/>
                </a:solidFill>
                <a:latin typeface="Malgun Gothic" pitchFamily="34" charset="0"/>
                <a:ea typeface="Malgun Gothic" pitchFamily="34" charset="-122"/>
                <a:cs typeface="Malgun Gothic" pitchFamily="34" charset="-120"/>
              </a:rPr>
              <a:t>아이 화면 Flow</a:t>
            </a:r>
          </a:p>
        </p:txBody>
      </p:sp>
      <p:sp>
        <p:nvSpPr>
          <p:cNvPr id="125" name="Pill 125"/>
          <p:cNvSpPr/>
          <p:nvPr/>
        </p:nvSpPr>
        <p:spPr>
          <a:xfrm>
            <a:off x="2140080" y="4091636"/>
            <a:ext cx="1180000" cy="320000"/>
          </a:xfrm>
          <a:prstGeom prst="roundRect">
            <a:avLst>
              <a:gd name="adj" fmla="val 50000"/>
            </a:avLst>
          </a:prstGeom>
          <a:solidFill>
            <a:srgbClr val="FFFFFF"/>
          </a:solidFill>
          <a:ln w="9525">
            <a:solidFill>
              <a:srgbClr val="D9DDF0"/>
            </a:solidFill>
          </a:ln>
          <a:effectLst/>
        </p:spPr>
        <p:txBody>
          <a:bodyPr wrap="square" lIns="0" tIns="0" rIns="0" bIns="0" rtlCol="0" anchor="ctr"/>
          <a:lstStyle/>
          <a:p>
            <a:pPr marL="0" indent="0" algn="ctr">
              <a:lnSpc>
                <a:spcPct val="110000"/>
              </a:lnSpc>
              <a:buNone/>
            </a:pPr>
            <a:r>
              <a:rPr lang="ko-KR" sz="1050" dirty="0">
                <a:solidFill>
                  <a:srgbClr val="39405C"/>
                </a:solidFill>
                <a:latin typeface="Malgun Gothic" pitchFamily="34" charset="0"/>
                <a:ea typeface="Malgun Gothic" pitchFamily="34" charset="-122"/>
                <a:cs typeface="Malgun Gothic" pitchFamily="34" charset="-120"/>
              </a:rPr>
              <a:t>시작</a:t>
            </a:r>
          </a:p>
        </p:txBody>
      </p:sp>
      <p:sp>
        <p:nvSpPr>
          <p:cNvPr id="126" name="Text 126"/>
          <p:cNvSpPr txBox="1"/>
          <p:nvPr/>
        </p:nvSpPr>
        <p:spPr>
          <a:xfrm>
            <a:off x="3320080" y="4091636"/>
            <a:ext cx="330000" cy="320000"/>
          </a:xfrm>
          <a:prstGeom prst="rect">
            <a:avLst/>
          </a:prstGeom>
          <a:noFill/>
        </p:spPr>
        <p:txBody>
          <a:bodyPr wrap="square" lIns="0" tIns="0" rIns="0" bIns="0" rtlCol="0" anchor="ctr"/>
          <a:lstStyle/>
          <a:p>
            <a:pPr marL="0" indent="0" algn="ctr">
              <a:lnSpc>
                <a:spcPct val="115000"/>
              </a:lnSpc>
              <a:buNone/>
            </a:pPr>
            <a:r>
              <a:rPr lang="ko-KR" sz="1100" b="1" dirty="0">
                <a:solidFill>
                  <a:srgbClr val="6274E8"/>
                </a:solidFill>
                <a:latin typeface="Malgun Gothic" pitchFamily="34" charset="0"/>
                <a:ea typeface="Malgun Gothic" pitchFamily="34" charset="-122"/>
                <a:cs typeface="Malgun Gothic" pitchFamily="34" charset="-120"/>
              </a:rPr>
              <a:t>→</a:t>
            </a:r>
          </a:p>
        </p:txBody>
      </p:sp>
      <p:sp>
        <p:nvSpPr>
          <p:cNvPr id="127" name="Pill 127"/>
          <p:cNvSpPr/>
          <p:nvPr/>
        </p:nvSpPr>
        <p:spPr>
          <a:xfrm>
            <a:off x="3650080" y="4091636"/>
            <a:ext cx="1180000" cy="320000"/>
          </a:xfrm>
          <a:prstGeom prst="roundRect">
            <a:avLst>
              <a:gd name="adj" fmla="val 50000"/>
            </a:avLst>
          </a:prstGeom>
          <a:solidFill>
            <a:srgbClr val="FFFFFF"/>
          </a:solidFill>
          <a:ln w="9525">
            <a:solidFill>
              <a:srgbClr val="D9DDF0"/>
            </a:solidFill>
          </a:ln>
          <a:effectLst/>
        </p:spPr>
        <p:txBody>
          <a:bodyPr wrap="square" lIns="0" tIns="0" rIns="0" bIns="0" rtlCol="0" anchor="ctr"/>
          <a:lstStyle/>
          <a:p>
            <a:pPr marL="0" indent="0" algn="ctr">
              <a:lnSpc>
                <a:spcPct val="110000"/>
              </a:lnSpc>
              <a:buNone/>
            </a:pPr>
            <a:r>
              <a:rPr lang="ko-KR" sz="1050" dirty="0">
                <a:solidFill>
                  <a:srgbClr val="39405C"/>
                </a:solidFill>
                <a:latin typeface="Malgun Gothic" pitchFamily="34" charset="0"/>
                <a:ea typeface="Malgun Gothic" pitchFamily="34" charset="-122"/>
                <a:cs typeface="Malgun Gothic" pitchFamily="34" charset="-120"/>
              </a:rPr>
              <a:t>그림 올리기</a:t>
            </a:r>
          </a:p>
        </p:txBody>
      </p:sp>
      <p:sp>
        <p:nvSpPr>
          <p:cNvPr id="128" name="Text 128"/>
          <p:cNvSpPr txBox="1"/>
          <p:nvPr/>
        </p:nvSpPr>
        <p:spPr>
          <a:xfrm>
            <a:off x="4830080" y="4091636"/>
            <a:ext cx="330000" cy="320000"/>
          </a:xfrm>
          <a:prstGeom prst="rect">
            <a:avLst/>
          </a:prstGeom>
          <a:noFill/>
        </p:spPr>
        <p:txBody>
          <a:bodyPr wrap="square" lIns="0" tIns="0" rIns="0" bIns="0" rtlCol="0" anchor="ctr"/>
          <a:lstStyle/>
          <a:p>
            <a:pPr marL="0" indent="0" algn="ctr">
              <a:lnSpc>
                <a:spcPct val="115000"/>
              </a:lnSpc>
              <a:buNone/>
            </a:pPr>
            <a:r>
              <a:rPr lang="ko-KR" sz="1100" b="1" dirty="0">
                <a:solidFill>
                  <a:srgbClr val="6274E8"/>
                </a:solidFill>
                <a:latin typeface="Malgun Gothic" pitchFamily="34" charset="0"/>
                <a:ea typeface="Malgun Gothic" pitchFamily="34" charset="-122"/>
                <a:cs typeface="Malgun Gothic" pitchFamily="34" charset="-120"/>
              </a:rPr>
              <a:t>→</a:t>
            </a:r>
          </a:p>
        </p:txBody>
      </p:sp>
      <p:sp>
        <p:nvSpPr>
          <p:cNvPr id="129" name="Pill 129"/>
          <p:cNvSpPr/>
          <p:nvPr/>
        </p:nvSpPr>
        <p:spPr>
          <a:xfrm>
            <a:off x="5160080" y="4091636"/>
            <a:ext cx="1180000" cy="320000"/>
          </a:xfrm>
          <a:prstGeom prst="roundRect">
            <a:avLst>
              <a:gd name="adj" fmla="val 50000"/>
            </a:avLst>
          </a:prstGeom>
          <a:solidFill>
            <a:srgbClr val="FFFFFF"/>
          </a:solidFill>
          <a:ln w="9525">
            <a:solidFill>
              <a:srgbClr val="D9DDF0"/>
            </a:solidFill>
          </a:ln>
          <a:effectLst/>
        </p:spPr>
        <p:txBody>
          <a:bodyPr wrap="square" lIns="0" tIns="0" rIns="0" bIns="0" rtlCol="0" anchor="ctr"/>
          <a:lstStyle/>
          <a:p>
            <a:pPr marL="0" indent="0" algn="ctr">
              <a:lnSpc>
                <a:spcPct val="110000"/>
              </a:lnSpc>
              <a:buNone/>
            </a:pPr>
            <a:r>
              <a:rPr lang="ko-KR" sz="1050" dirty="0">
                <a:solidFill>
                  <a:srgbClr val="39405C"/>
                </a:solidFill>
                <a:latin typeface="Malgun Gothic" pitchFamily="34" charset="0"/>
                <a:ea typeface="Malgun Gothic" pitchFamily="34" charset="-122"/>
                <a:cs typeface="Malgun Gothic" pitchFamily="34" charset="-120"/>
              </a:rPr>
              <a:t>AI 분석</a:t>
            </a:r>
          </a:p>
        </p:txBody>
      </p:sp>
      <p:sp>
        <p:nvSpPr>
          <p:cNvPr id="130" name="Text 130"/>
          <p:cNvSpPr txBox="1"/>
          <p:nvPr/>
        </p:nvSpPr>
        <p:spPr>
          <a:xfrm>
            <a:off x="6340080" y="4091636"/>
            <a:ext cx="330000" cy="320000"/>
          </a:xfrm>
          <a:prstGeom prst="rect">
            <a:avLst/>
          </a:prstGeom>
          <a:noFill/>
        </p:spPr>
        <p:txBody>
          <a:bodyPr wrap="square" lIns="0" tIns="0" rIns="0" bIns="0" rtlCol="0" anchor="ctr"/>
          <a:lstStyle/>
          <a:p>
            <a:pPr marL="0" indent="0" algn="ctr">
              <a:lnSpc>
                <a:spcPct val="115000"/>
              </a:lnSpc>
              <a:buNone/>
            </a:pPr>
            <a:r>
              <a:rPr lang="ko-KR" sz="1100" b="1" dirty="0">
                <a:solidFill>
                  <a:srgbClr val="6274E8"/>
                </a:solidFill>
                <a:latin typeface="Malgun Gothic" pitchFamily="34" charset="0"/>
                <a:ea typeface="Malgun Gothic" pitchFamily="34" charset="-122"/>
                <a:cs typeface="Malgun Gothic" pitchFamily="34" charset="-120"/>
              </a:rPr>
              <a:t>→</a:t>
            </a:r>
          </a:p>
        </p:txBody>
      </p:sp>
      <p:sp>
        <p:nvSpPr>
          <p:cNvPr id="131" name="Pill 131"/>
          <p:cNvSpPr/>
          <p:nvPr/>
        </p:nvSpPr>
        <p:spPr>
          <a:xfrm>
            <a:off x="6670080" y="4091636"/>
            <a:ext cx="1180000" cy="320000"/>
          </a:xfrm>
          <a:prstGeom prst="roundRect">
            <a:avLst>
              <a:gd name="adj" fmla="val 50000"/>
            </a:avLst>
          </a:prstGeom>
          <a:solidFill>
            <a:srgbClr val="FFF1C2"/>
          </a:solidFill>
          <a:ln w="9525">
            <a:solidFill>
              <a:srgbClr val="D9DDF0"/>
            </a:solidFill>
          </a:ln>
          <a:effectLst/>
        </p:spPr>
        <p:txBody>
          <a:bodyPr wrap="square" lIns="0" tIns="0" rIns="0" bIns="0" rtlCol="0" anchor="ctr"/>
          <a:lstStyle/>
          <a:p>
            <a:pPr marL="0" indent="0" algn="ctr">
              <a:lnSpc>
                <a:spcPct val="110000"/>
              </a:lnSpc>
              <a:buNone/>
            </a:pPr>
            <a:r>
              <a:rPr lang="ko-KR" sz="1050" dirty="0">
                <a:solidFill>
                  <a:srgbClr val="39405C"/>
                </a:solidFill>
                <a:latin typeface="Malgun Gothic" pitchFamily="34" charset="0"/>
                <a:ea typeface="Malgun Gothic" pitchFamily="34" charset="-122"/>
                <a:cs typeface="Malgun Gothic" pitchFamily="34" charset="-120"/>
              </a:rPr>
              <a:t>관절 확인</a:t>
            </a:r>
          </a:p>
        </p:txBody>
      </p:sp>
      <p:sp>
        <p:nvSpPr>
          <p:cNvPr id="132" name="Text 132"/>
          <p:cNvSpPr txBox="1"/>
          <p:nvPr/>
        </p:nvSpPr>
        <p:spPr>
          <a:xfrm>
            <a:off x="7850080" y="4091636"/>
            <a:ext cx="330000" cy="320000"/>
          </a:xfrm>
          <a:prstGeom prst="rect">
            <a:avLst/>
          </a:prstGeom>
          <a:noFill/>
        </p:spPr>
        <p:txBody>
          <a:bodyPr wrap="square" lIns="0" tIns="0" rIns="0" bIns="0" rtlCol="0" anchor="ctr"/>
          <a:lstStyle/>
          <a:p>
            <a:pPr marL="0" indent="0" algn="ctr">
              <a:lnSpc>
                <a:spcPct val="115000"/>
              </a:lnSpc>
              <a:buNone/>
            </a:pPr>
            <a:r>
              <a:rPr lang="ko-KR" sz="1100" b="1" dirty="0">
                <a:solidFill>
                  <a:srgbClr val="6274E8"/>
                </a:solidFill>
                <a:latin typeface="Malgun Gothic" pitchFamily="34" charset="0"/>
                <a:ea typeface="Malgun Gothic" pitchFamily="34" charset="-122"/>
                <a:cs typeface="Malgun Gothic" pitchFamily="34" charset="-120"/>
              </a:rPr>
              <a:t>→</a:t>
            </a:r>
          </a:p>
        </p:txBody>
      </p:sp>
      <p:sp>
        <p:nvSpPr>
          <p:cNvPr id="133" name="Pill 133"/>
          <p:cNvSpPr/>
          <p:nvPr/>
        </p:nvSpPr>
        <p:spPr>
          <a:xfrm>
            <a:off x="8180080" y="4091636"/>
            <a:ext cx="1180000" cy="320000"/>
          </a:xfrm>
          <a:prstGeom prst="roundRect">
            <a:avLst>
              <a:gd name="adj" fmla="val 50000"/>
            </a:avLst>
          </a:prstGeom>
          <a:solidFill>
            <a:srgbClr val="FFFFFF"/>
          </a:solidFill>
          <a:ln w="9525">
            <a:solidFill>
              <a:srgbClr val="D9DDF0"/>
            </a:solidFill>
          </a:ln>
          <a:effectLst/>
        </p:spPr>
        <p:txBody>
          <a:bodyPr wrap="square" lIns="0" tIns="0" rIns="0" bIns="0" rtlCol="0" anchor="ctr"/>
          <a:lstStyle/>
          <a:p>
            <a:pPr marL="0" indent="0" algn="ctr">
              <a:lnSpc>
                <a:spcPct val="110000"/>
              </a:lnSpc>
              <a:buNone/>
            </a:pPr>
            <a:r>
              <a:rPr lang="ko-KR" sz="1050" dirty="0">
                <a:solidFill>
                  <a:srgbClr val="39405C"/>
                </a:solidFill>
                <a:latin typeface="Malgun Gothic" pitchFamily="34" charset="0"/>
                <a:ea typeface="Malgun Gothic" pitchFamily="34" charset="-122"/>
                <a:cs typeface="Malgun Gothic" pitchFamily="34" charset="-120"/>
              </a:rPr>
              <a:t>이야기 선택</a:t>
            </a:r>
          </a:p>
        </p:txBody>
      </p:sp>
      <p:sp>
        <p:nvSpPr>
          <p:cNvPr id="134" name="Text 134"/>
          <p:cNvSpPr txBox="1"/>
          <p:nvPr/>
        </p:nvSpPr>
        <p:spPr>
          <a:xfrm>
            <a:off x="9360080" y="4091636"/>
            <a:ext cx="330000" cy="320000"/>
          </a:xfrm>
          <a:prstGeom prst="rect">
            <a:avLst/>
          </a:prstGeom>
          <a:noFill/>
        </p:spPr>
        <p:txBody>
          <a:bodyPr wrap="square" lIns="0" tIns="0" rIns="0" bIns="0" rtlCol="0" anchor="ctr"/>
          <a:lstStyle/>
          <a:p>
            <a:pPr marL="0" indent="0" algn="ctr">
              <a:lnSpc>
                <a:spcPct val="115000"/>
              </a:lnSpc>
              <a:buNone/>
            </a:pPr>
            <a:r>
              <a:rPr lang="ko-KR" sz="1100" b="1" dirty="0">
                <a:solidFill>
                  <a:srgbClr val="6274E8"/>
                </a:solidFill>
                <a:latin typeface="Malgun Gothic" pitchFamily="34" charset="0"/>
                <a:ea typeface="Malgun Gothic" pitchFamily="34" charset="-122"/>
                <a:cs typeface="Malgun Gothic" pitchFamily="34" charset="-120"/>
              </a:rPr>
              <a:t>→</a:t>
            </a:r>
          </a:p>
        </p:txBody>
      </p:sp>
      <p:sp>
        <p:nvSpPr>
          <p:cNvPr id="135" name="Pill 135"/>
          <p:cNvSpPr/>
          <p:nvPr/>
        </p:nvSpPr>
        <p:spPr>
          <a:xfrm>
            <a:off x="9690080" y="4091636"/>
            <a:ext cx="1180000" cy="320000"/>
          </a:xfrm>
          <a:prstGeom prst="roundRect">
            <a:avLst>
              <a:gd name="adj" fmla="val 50000"/>
            </a:avLst>
          </a:prstGeom>
          <a:solidFill>
            <a:srgbClr val="FFFFFF"/>
          </a:solidFill>
          <a:ln w="9525">
            <a:solidFill>
              <a:srgbClr val="D9DDF0"/>
            </a:solidFill>
          </a:ln>
          <a:effectLst/>
        </p:spPr>
        <p:txBody>
          <a:bodyPr wrap="square" lIns="0" tIns="0" rIns="0" bIns="0" rtlCol="0" anchor="ctr"/>
          <a:lstStyle/>
          <a:p>
            <a:pPr marL="0" indent="0" algn="ctr">
              <a:lnSpc>
                <a:spcPct val="110000"/>
              </a:lnSpc>
              <a:buNone/>
            </a:pPr>
            <a:r>
              <a:rPr lang="ko-KR" sz="1050" dirty="0">
                <a:solidFill>
                  <a:srgbClr val="39405C"/>
                </a:solidFill>
                <a:latin typeface="Malgun Gothic" pitchFamily="34" charset="0"/>
                <a:ea typeface="Malgun Gothic" pitchFamily="34" charset="-122"/>
                <a:cs typeface="Malgun Gothic" pitchFamily="34" charset="-120"/>
              </a:rPr>
              <a:t>결과 확인</a:t>
            </a:r>
          </a:p>
        </p:txBody>
      </p:sp>
      <p:sp>
        <p:nvSpPr>
          <p:cNvPr id="136" name="Text 136"/>
          <p:cNvSpPr txBox="1"/>
          <p:nvPr/>
        </p:nvSpPr>
        <p:spPr>
          <a:xfrm>
            <a:off x="640080" y="4611636"/>
            <a:ext cx="850000" cy="620000"/>
          </a:xfrm>
          <a:prstGeom prst="rect">
            <a:avLst/>
          </a:prstGeom>
          <a:noFill/>
        </p:spPr>
        <p:txBody>
          <a:bodyPr wrap="square" lIns="0" tIns="0" rIns="0" bIns="0" rtlCol="0" anchor="ctr"/>
          <a:lstStyle/>
          <a:p>
            <a:pPr marL="0" indent="0" algn="l">
              <a:lnSpc>
                <a:spcPct val="115000"/>
              </a:lnSpc>
              <a:buNone/>
            </a:pPr>
            <a:r>
              <a:rPr lang="ko-KR" sz="3400" b="1" dirty="0">
                <a:solidFill>
                  <a:srgbClr val="6274E8"/>
                </a:solidFill>
                <a:latin typeface="Malgun Gothic" pitchFamily="34" charset="0"/>
                <a:ea typeface="Malgun Gothic" pitchFamily="34" charset="-122"/>
                <a:cs typeface="Malgun Gothic" pitchFamily="34" charset="-120"/>
              </a:rPr>
              <a:t>19</a:t>
            </a:r>
          </a:p>
        </p:txBody>
      </p:sp>
      <p:sp>
        <p:nvSpPr>
          <p:cNvPr id="137" name="Text 137"/>
          <p:cNvSpPr txBox="1"/>
          <p:nvPr/>
        </p:nvSpPr>
        <p:spPr>
          <a:xfrm>
            <a:off x="1440080" y="4651636"/>
            <a:ext cx="1600000" cy="600000"/>
          </a:xfrm>
          <a:prstGeom prst="rect">
            <a:avLst/>
          </a:prstGeom>
          <a:noFill/>
        </p:spPr>
        <p:txBody>
          <a:bodyPr wrap="square" lIns="0" tIns="0" rIns="0" bIns="0" rtlCol="0" anchor="ctr"/>
          <a:lstStyle/>
          <a:p>
            <a:pPr marL="0" indent="0" algn="l">
              <a:lnSpc>
                <a:spcPct val="118000"/>
              </a:lnSpc>
              <a:buNone/>
            </a:pPr>
            <a:r>
              <a:rPr lang="ko-KR" sz="1200" b="1" dirty="0">
                <a:solidFill>
                  <a:srgbClr val="39405C"/>
                </a:solidFill>
                <a:latin typeface="Malgun Gothic" pitchFamily="34" charset="0"/>
                <a:ea typeface="Malgun Gothic" pitchFamily="34" charset="-122"/>
                <a:cs typeface="Malgun Gothic" pitchFamily="34" charset="-120"/>
              </a:rPr>
              <a:t>화면</a:t>
            </a:r>
          </a:p>
          <a:p>
            <a:pPr marL="0" indent="0" algn="l">
              <a:lnSpc>
                <a:spcPct val="118000"/>
              </a:lnSpc>
              <a:buNone/>
            </a:pPr>
            <a:r>
              <a:rPr lang="ko-KR" sz="950" dirty="0">
                <a:solidFill>
                  <a:srgbClr val="8A91AA"/>
                </a:solidFill>
                <a:latin typeface="Malgun Gothic" pitchFamily="34" charset="0"/>
                <a:ea typeface="Malgun Gothic" pitchFamily="34" charset="-122"/>
                <a:cs typeface="Malgun Gothic" pitchFamily="34" charset="-120"/>
              </a:rPr>
              <a:t>화면설계서 v0.3</a:t>
            </a:r>
          </a:p>
        </p:txBody>
      </p:sp>
      <p:sp>
        <p:nvSpPr>
          <p:cNvPr id="138" name="Text 138"/>
          <p:cNvSpPr txBox="1"/>
          <p:nvPr/>
        </p:nvSpPr>
        <p:spPr>
          <a:xfrm>
            <a:off x="3090080" y="4611636"/>
            <a:ext cx="850000" cy="620000"/>
          </a:xfrm>
          <a:prstGeom prst="rect">
            <a:avLst/>
          </a:prstGeom>
          <a:noFill/>
        </p:spPr>
        <p:txBody>
          <a:bodyPr wrap="square" lIns="0" tIns="0" rIns="0" bIns="0" rtlCol="0" anchor="ctr"/>
          <a:lstStyle/>
          <a:p>
            <a:pPr marL="0" indent="0" algn="l">
              <a:lnSpc>
                <a:spcPct val="115000"/>
              </a:lnSpc>
              <a:buNone/>
            </a:pPr>
            <a:r>
              <a:rPr lang="ko-KR" sz="3400" b="1" dirty="0">
                <a:solidFill>
                  <a:srgbClr val="6274E8"/>
                </a:solidFill>
                <a:latin typeface="Malgun Gothic" pitchFamily="34" charset="0"/>
                <a:ea typeface="Malgun Gothic" pitchFamily="34" charset="-122"/>
                <a:cs typeface="Malgun Gothic" pitchFamily="34" charset="-120"/>
              </a:rPr>
              <a:t>2</a:t>
            </a:r>
          </a:p>
        </p:txBody>
      </p:sp>
      <p:sp>
        <p:nvSpPr>
          <p:cNvPr id="139" name="Text 139"/>
          <p:cNvSpPr txBox="1"/>
          <p:nvPr/>
        </p:nvSpPr>
        <p:spPr>
          <a:xfrm>
            <a:off x="3890080" y="4651636"/>
            <a:ext cx="1600000" cy="600000"/>
          </a:xfrm>
          <a:prstGeom prst="rect">
            <a:avLst/>
          </a:prstGeom>
          <a:noFill/>
        </p:spPr>
        <p:txBody>
          <a:bodyPr wrap="square" lIns="0" tIns="0" rIns="0" bIns="0" rtlCol="0" anchor="ctr"/>
          <a:lstStyle/>
          <a:p>
            <a:pPr marL="0" indent="0" algn="l">
              <a:lnSpc>
                <a:spcPct val="118000"/>
              </a:lnSpc>
              <a:buNone/>
            </a:pPr>
            <a:r>
              <a:rPr lang="ko-KR" sz="1200" b="1" dirty="0">
                <a:solidFill>
                  <a:srgbClr val="39405C"/>
                </a:solidFill>
                <a:latin typeface="Malgun Gothic" pitchFamily="34" charset="0"/>
                <a:ea typeface="Malgun Gothic" pitchFamily="34" charset="-122"/>
                <a:cs typeface="Malgun Gothic" pitchFamily="34" charset="-120"/>
              </a:rPr>
              <a:t>종류의 화면</a:t>
            </a:r>
          </a:p>
          <a:p>
            <a:pPr marL="0" indent="0" algn="l">
              <a:lnSpc>
                <a:spcPct val="118000"/>
              </a:lnSpc>
              <a:buNone/>
            </a:pPr>
            <a:r>
              <a:rPr lang="ko-KR" sz="950" dirty="0">
                <a:solidFill>
                  <a:srgbClr val="8A91AA"/>
                </a:solidFill>
                <a:latin typeface="Malgun Gothic" pitchFamily="34" charset="0"/>
                <a:ea typeface="Malgun Gothic" pitchFamily="34" charset="-122"/>
                <a:cs typeface="Malgun Gothic" pitchFamily="34" charset="-120"/>
              </a:rPr>
              <a:t>아이 화면 / 어른 화면 분리 (관절 맞추기 등)</a:t>
            </a:r>
          </a:p>
        </p:txBody>
      </p:sp>
      <p:sp>
        <p:nvSpPr>
          <p:cNvPr id="140" name="Text 140"/>
          <p:cNvSpPr txBox="1"/>
          <p:nvPr/>
        </p:nvSpPr>
        <p:spPr>
          <a:xfrm>
            <a:off x="5540080" y="4611636"/>
            <a:ext cx="850000" cy="620000"/>
          </a:xfrm>
          <a:prstGeom prst="rect">
            <a:avLst/>
          </a:prstGeom>
          <a:noFill/>
        </p:spPr>
        <p:txBody>
          <a:bodyPr wrap="square" lIns="0" tIns="0" rIns="0" bIns="0" rtlCol="0" anchor="ctr"/>
          <a:lstStyle/>
          <a:p>
            <a:pPr marL="0" indent="0" algn="l">
              <a:lnSpc>
                <a:spcPct val="115000"/>
              </a:lnSpc>
              <a:buNone/>
            </a:pPr>
            <a:r>
              <a:rPr lang="ko-KR" sz="3400" b="1" dirty="0">
                <a:solidFill>
                  <a:srgbClr val="6274E8"/>
                </a:solidFill>
                <a:latin typeface="Malgun Gothic" pitchFamily="34" charset="0"/>
                <a:ea typeface="Malgun Gothic" pitchFamily="34" charset="-122"/>
                <a:cs typeface="Malgun Gothic" pitchFamily="34" charset="-120"/>
              </a:rPr>
              <a:t>3</a:t>
            </a:r>
          </a:p>
        </p:txBody>
      </p:sp>
      <p:sp>
        <p:nvSpPr>
          <p:cNvPr id="141" name="Text 141"/>
          <p:cNvSpPr txBox="1"/>
          <p:nvPr/>
        </p:nvSpPr>
        <p:spPr>
          <a:xfrm>
            <a:off x="6340080" y="4651636"/>
            <a:ext cx="1600000" cy="600000"/>
          </a:xfrm>
          <a:prstGeom prst="rect">
            <a:avLst/>
          </a:prstGeom>
          <a:noFill/>
        </p:spPr>
        <p:txBody>
          <a:bodyPr wrap="square" lIns="0" tIns="0" rIns="0" bIns="0" rtlCol="0" anchor="ctr"/>
          <a:lstStyle/>
          <a:p>
            <a:pPr marL="0" indent="0" algn="l">
              <a:lnSpc>
                <a:spcPct val="118000"/>
              </a:lnSpc>
              <a:buNone/>
            </a:pPr>
            <a:r>
              <a:rPr lang="ko-KR" sz="1200" b="1" dirty="0">
                <a:solidFill>
                  <a:srgbClr val="39405C"/>
                </a:solidFill>
                <a:latin typeface="Malgun Gothic" pitchFamily="34" charset="0"/>
                <a:ea typeface="Malgun Gothic" pitchFamily="34" charset="-122"/>
                <a:cs typeface="Malgun Gothic" pitchFamily="34" charset="-120"/>
              </a:rPr>
              <a:t>단계 지원 수준</a:t>
            </a:r>
          </a:p>
          <a:p>
            <a:pPr marL="0" indent="0" algn="l">
              <a:lnSpc>
                <a:spcPct val="118000"/>
              </a:lnSpc>
              <a:buNone/>
            </a:pPr>
            <a:r>
              <a:rPr lang="ko-KR" sz="950" dirty="0">
                <a:solidFill>
                  <a:srgbClr val="8A91AA"/>
                </a:solidFill>
                <a:latin typeface="Malgun Gothic" pitchFamily="34" charset="0"/>
                <a:ea typeface="Malgun Gothic" pitchFamily="34" charset="-122"/>
                <a:cs typeface="Malgun Gothic" pitchFamily="34" charset="-120"/>
              </a:rPr>
              <a:t>지원 수준 1 · 2 · 3으로 구분</a:t>
            </a:r>
          </a:p>
        </p:txBody>
      </p:sp>
      <p:sp>
        <p:nvSpPr>
          <p:cNvPr id="142" name="Next 142"/>
          <p:cNvSpPr/>
          <p:nvPr/>
        </p:nvSpPr>
        <p:spPr>
          <a:xfrm>
            <a:off x="8040080" y="4611636"/>
            <a:ext cx="3508792" cy="620000"/>
          </a:xfrm>
          <a:prstGeom prst="roundRect">
            <a:avLst>
              <a:gd name="adj" fmla="val 18000"/>
            </a:avLst>
          </a:prstGeom>
          <a:solidFill>
            <a:srgbClr val="DDE2FF"/>
          </a:solidFill>
          <a:ln>
            <a:noFill/>
          </a:ln>
          <a:effectLst/>
        </p:spPr>
        <p:txBody>
          <a:bodyPr wrap="square" lIns="0" tIns="0" rIns="0" bIns="0" rtlCol="0" anchor="ctr"/>
          <a:lstStyle/>
          <a:p>
            <a:pPr marL="0" indent="0" algn="ctr">
              <a:lnSpc>
                <a:spcPct val="118000"/>
              </a:lnSpc>
              <a:buNone/>
            </a:pPr>
            <a:r>
              <a:rPr lang="ko-KR" sz="1150" b="1" dirty="0">
                <a:solidFill>
                  <a:srgbClr val="39405C"/>
                </a:solidFill>
                <a:latin typeface="Malgun Gothic" pitchFamily="34" charset="0"/>
                <a:ea typeface="Malgun Gothic" pitchFamily="34" charset="-122"/>
                <a:cs typeface="Malgun Gothic" pitchFamily="34" charset="-120"/>
              </a:rPr>
              <a:t>React Page · Routing · Component로 구현</a:t>
            </a:r>
          </a:p>
          <a:p>
            <a:pPr marL="0" indent="0" algn="ctr">
              <a:lnSpc>
                <a:spcPct val="118000"/>
              </a:lnSpc>
              <a:buNone/>
            </a:pPr>
            <a:r>
              <a:rPr lang="ko-KR" sz="1000" dirty="0">
                <a:solidFill>
                  <a:srgbClr val="4A5170"/>
                </a:solidFill>
                <a:latin typeface="Malgun Gothic" pitchFamily="34" charset="0"/>
                <a:ea typeface="Malgun Gothic" pitchFamily="34" charset="-122"/>
                <a:cs typeface="Malgun Gothic" pitchFamily="34" charset="-120"/>
              </a:rPr>
              <a:t>화면마다 부르는 Backend API도 같이 적어 두었습니다</a:t>
            </a:r>
          </a:p>
        </p:txBody>
      </p:sp>
      <p:sp>
        <p:nvSpPr>
          <p:cNvPr id="143" name="Text 143"/>
          <p:cNvSpPr txBox="1"/>
          <p:nvPr/>
        </p:nvSpPr>
        <p:spPr>
          <a:xfrm>
            <a:off x="640080" y="5371636"/>
            <a:ext cx="10908792" cy="380000"/>
          </a:xfrm>
          <a:prstGeom prst="rect">
            <a:avLst/>
          </a:prstGeom>
          <a:noFill/>
        </p:spPr>
        <p:txBody>
          <a:bodyPr wrap="square" lIns="0" tIns="0" rIns="0" bIns="0" rtlCol="0" anchor="ctr"/>
          <a:lstStyle/>
          <a:p>
            <a:pPr marL="0" indent="0" algn="l">
              <a:lnSpc>
                <a:spcPct val="115000"/>
              </a:lnSpc>
              <a:buNone/>
            </a:pPr>
            <a:r>
              <a:rPr lang="ko-KR" sz="1400" b="1" dirty="0">
                <a:solidFill>
                  <a:srgbClr val="39405C"/>
                </a:solidFill>
                <a:latin typeface="Malgun Gothic" pitchFamily="34" charset="0"/>
                <a:ea typeface="Malgun Gothic" pitchFamily="34" charset="-122"/>
                <a:cs typeface="Malgun Gothic" pitchFamily="34" charset="-120"/>
              </a:rPr>
              <a:t>“화면을 그리기 전에, </a:t>
            </a:r>
            <a:r>
              <a:rPr lang="ko-KR" sz="1400" b="1" dirty="0">
                <a:solidFill>
                  <a:srgbClr val="6274E8"/>
                </a:solidFill>
                <a:latin typeface="Malgun Gothic" pitchFamily="34" charset="0"/>
                <a:ea typeface="Malgun Gothic" pitchFamily="34" charset="-122"/>
                <a:cs typeface="Malgun Gothic" pitchFamily="34" charset="-120"/>
              </a:rPr>
              <a:t>아이가 서비스를 이용하는 순서</a:t>
            </a:r>
            <a:r>
              <a:rPr lang="ko-KR" sz="1400" b="1" dirty="0">
                <a:solidFill>
                  <a:srgbClr val="39405C"/>
                </a:solidFill>
                <a:latin typeface="Malgun Gothic" pitchFamily="34" charset="0"/>
                <a:ea typeface="Malgun Gothic" pitchFamily="34" charset="-122"/>
                <a:cs typeface="Malgun Gothic" pitchFamily="34" charset="-120"/>
              </a:rPr>
              <a:t>부터 잡았습니다.”</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marL="0" indent="0" algn="r">
              <a:buNone/>
            </a:pPr>
            <a:r>
              <a:rPr lang="en-US" sz="1000" dirty="0">
                <a:solidFill>
                  <a:srgbClr val="8A91AA"/>
                </a:solidFill>
                <a:latin typeface="Malgun Gothic" pitchFamily="34" charset="0"/>
                <a:ea typeface="Malgun Gothic" pitchFamily="34" charset="-122"/>
                <a:cs typeface="Malgun Gothic" pitchFamily="34" charset="-120"/>
              </a:rPr>
              <a:t>14</a:t>
            </a:r>
            <a:endParaRPr lang="en-US" sz="1000" dirty="0"/>
          </a:p>
        </p:txBody>
      </p:sp>
      <p:sp>
        <p:nvSpPr>
          <p:cNvPr id="3" name="Text 1"/>
          <p:cNvSpPr txBox="1"/>
          <p:nvPr/>
        </p:nvSpPr>
        <p:spPr>
          <a:xfrm>
            <a:off x="2370080" y="457200"/>
            <a:ext cx="9181535" cy="320040"/>
          </a:xfrm>
          <a:prstGeom prst="rect">
            <a:avLst/>
          </a:prstGeom>
          <a:noFill/>
          <a:ln/>
        </p:spPr>
        <p:txBody>
          <a:bodyPr wrap="square" lIns="0" tIns="0" rIns="0" bIns="0" rtlCol="0" anchor="ctr"/>
          <a:lstStyle/>
          <a:p>
            <a:pPr marL="0" indent="0">
              <a:buNone/>
            </a:pPr>
            <a:r>
              <a:rPr lang="en-US" sz="1300" b="1" dirty="0">
                <a:solidFill>
                  <a:srgbClr val="4C5CC4"/>
                </a:solidFill>
                <a:latin typeface="Malgun Gothic" pitchFamily="34" charset="0"/>
                <a:ea typeface="Malgun Gothic" pitchFamily="34" charset="-122"/>
                <a:cs typeface="Malgun Gothic" pitchFamily="34" charset="-120"/>
              </a:rPr>
              <a:t>PART C · ① 사용자 화면  ②</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marL="0" indent="0">
              <a:buNone/>
            </a:pPr>
            <a:r>
              <a:rPr lang="en-US" sz="3000" b="1" dirty="0">
                <a:solidFill>
                  <a:srgbClr val="39405C"/>
                </a:solidFill>
                <a:latin typeface="Malgun Gothic" pitchFamily="34" charset="0"/>
                <a:ea typeface="Malgun Gothic" pitchFamily="34" charset="-122"/>
                <a:cs typeface="Malgun Gothic" pitchFamily="34" charset="-120"/>
              </a:rPr>
              <a:t>AI가 짚은 관절을 사람이 바로잡는 화면</a:t>
            </a:r>
            <a:endParaRPr lang="en-US" sz="3000" dirty="0"/>
          </a:p>
        </p:txBody>
      </p:sp>
      <p:sp>
        <p:nvSpPr>
          <p:cNvPr id="5" name="Rounded Rectangle 4"/>
          <p:cNvSpPr/>
          <p:nvPr/>
        </p:nvSpPr>
        <p:spPr>
          <a:xfrm>
            <a:off x="640080" y="1664208"/>
            <a:ext cx="5120640" cy="4206240"/>
          </a:xfrm>
          <a:prstGeom prst="roundRect">
            <a:avLst>
              <a:gd name="adj" fmla="val 12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7" name="TextBox 6"/>
          <p:cNvSpPr txBox="1"/>
          <p:nvPr/>
        </p:nvSpPr>
        <p:spPr>
          <a:xfrm>
            <a:off x="777240" y="5550408"/>
            <a:ext cx="4846320" cy="228600"/>
          </a:xfrm>
          <a:prstGeom prst="rect">
            <a:avLst/>
          </a:prstGeom>
          <a:noFill/>
        </p:spPr>
        <p:txBody>
          <a:bodyPr wrap="square" lIns="0" tIns="0" rIns="0" bIns="0" anchor="t">
            <a:spAutoFit/>
          </a:bodyPr>
          <a:lstStyle/>
          <a:p>
            <a:pPr algn="ctr">
              <a:lnSpc>
                <a:spcPct val="118000"/>
              </a:lnSpc>
            </a:pPr>
            <a:r>
              <a:rPr sz="900" b="0">
                <a:solidFill>
                  <a:srgbClr val="8A91AA"/>
                </a:solidFill>
                <a:latin typeface="Malgun Gothic"/>
                <a:ea typeface="Malgun Gothic"/>
                <a:cs typeface="Malgun Gothic"/>
              </a:rPr>
              <a:t>S-06 관절 맞추기 (어른용) · 노란 점이 끌어서 옮긴 왼쪽 팔꿈치</a:t>
            </a:r>
          </a:p>
        </p:txBody>
      </p:sp>
      <p:sp>
        <p:nvSpPr>
          <p:cNvPr id="8" name="TextBox 7"/>
          <p:cNvSpPr txBox="1"/>
          <p:nvPr/>
        </p:nvSpPr>
        <p:spPr>
          <a:xfrm>
            <a:off x="6080760" y="1691640"/>
            <a:ext cx="5486400" cy="292608"/>
          </a:xfrm>
          <a:prstGeom prst="rect">
            <a:avLst/>
          </a:prstGeom>
          <a:noFill/>
        </p:spPr>
        <p:txBody>
          <a:bodyPr wrap="square" lIns="0" tIns="0" rIns="0" bIns="0" anchor="t">
            <a:spAutoFit/>
          </a:bodyPr>
          <a:lstStyle/>
          <a:p>
            <a:pPr algn="l">
              <a:lnSpc>
                <a:spcPct val="118000"/>
              </a:lnSpc>
            </a:pPr>
            <a:r>
              <a:rPr sz="1250" b="1">
                <a:solidFill>
                  <a:srgbClr val="4C5CC4"/>
                </a:solidFill>
                <a:latin typeface="Malgun Gothic"/>
                <a:ea typeface="Malgun Gothic"/>
                <a:cs typeface="Malgun Gothic"/>
              </a:rPr>
              <a:t>Joint Overlay · 보정 Flow</a:t>
            </a:r>
          </a:p>
        </p:txBody>
      </p:sp>
      <p:sp>
        <p:nvSpPr>
          <p:cNvPr id="9" name="Rounded Rectangle 8"/>
          <p:cNvSpPr/>
          <p:nvPr/>
        </p:nvSpPr>
        <p:spPr>
          <a:xfrm>
            <a:off x="6080760" y="2075688"/>
            <a:ext cx="5468112" cy="493776"/>
          </a:xfrm>
          <a:prstGeom prst="roundRect">
            <a:avLst>
              <a:gd name="adj" fmla="val 25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0" name="Oval 9"/>
          <p:cNvSpPr/>
          <p:nvPr/>
        </p:nvSpPr>
        <p:spPr>
          <a:xfrm>
            <a:off x="6236208" y="2194560"/>
            <a:ext cx="256032" cy="256032"/>
          </a:xfrm>
          <a:prstGeom prst="ellipse">
            <a:avLst/>
          </a:prstGeom>
          <a:solidFill>
            <a:srgbClr val="6274E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236208" y="2248709"/>
            <a:ext cx="256032" cy="147733"/>
          </a:xfrm>
          <a:prstGeom prst="rect">
            <a:avLst/>
          </a:prstGeom>
          <a:noFill/>
          <a:ln>
            <a:noFill/>
          </a:ln>
        </p:spPr>
        <p:txBody>
          <a:bodyPr wrap="square" lIns="0" tIns="0" rIns="0" bIns="0" anchor="ctr">
            <a:spAutoFit/>
          </a:bodyPr>
          <a:lstStyle/>
          <a:p>
            <a:pPr algn="ctr">
              <a:lnSpc>
                <a:spcPct val="118000"/>
              </a:lnSpc>
            </a:pPr>
            <a:r>
              <a:rPr sz="900" b="1">
                <a:solidFill>
                  <a:srgbClr val="FDFEFF"/>
                </a:solidFill>
                <a:latin typeface="Malgun Gothic"/>
                <a:ea typeface="Malgun Gothic"/>
                <a:cs typeface="Malgun Gothic"/>
              </a:rPr>
              <a:t>1</a:t>
            </a:r>
          </a:p>
        </p:txBody>
      </p:sp>
      <p:sp>
        <p:nvSpPr>
          <p:cNvPr id="12" name="TextBox 11"/>
          <p:cNvSpPr txBox="1"/>
          <p:nvPr/>
        </p:nvSpPr>
        <p:spPr>
          <a:xfrm>
            <a:off x="6629400" y="2075688"/>
            <a:ext cx="2011680" cy="493776"/>
          </a:xfrm>
          <a:prstGeom prst="rect">
            <a:avLst/>
          </a:prstGeom>
          <a:noFill/>
        </p:spPr>
        <p:txBody>
          <a:bodyPr wrap="square" lIns="0" tIns="0" rIns="0" bIns="0" anchor="ctr">
            <a:spAutoFit/>
          </a:bodyPr>
          <a:lstStyle/>
          <a:p>
            <a:pPr algn="l">
              <a:lnSpc>
                <a:spcPct val="118000"/>
              </a:lnSpc>
            </a:pPr>
            <a:r>
              <a:rPr sz="1050" b="1">
                <a:solidFill>
                  <a:srgbClr val="39405C"/>
                </a:solidFill>
                <a:latin typeface="Malgun Gothic"/>
                <a:ea typeface="Malgun Gothic"/>
                <a:cs typeface="Malgun Gothic"/>
              </a:rPr>
              <a:t>AI 분석 결과</a:t>
            </a:r>
          </a:p>
        </p:txBody>
      </p:sp>
      <p:sp>
        <p:nvSpPr>
          <p:cNvPr id="13" name="TextBox 12"/>
          <p:cNvSpPr txBox="1"/>
          <p:nvPr/>
        </p:nvSpPr>
        <p:spPr>
          <a:xfrm>
            <a:off x="8595360" y="2075688"/>
            <a:ext cx="2880360" cy="493776"/>
          </a:xfrm>
          <a:prstGeom prst="rect">
            <a:avLst/>
          </a:prstGeom>
          <a:noFill/>
        </p:spPr>
        <p:txBody>
          <a:bodyPr wrap="square" lIns="0" tIns="0" rIns="0" bIns="0" anchor="ctr">
            <a:spAutoFit/>
          </a:bodyPr>
          <a:lstStyle/>
          <a:p>
            <a:pPr algn="l">
              <a:lnSpc>
                <a:spcPct val="105000"/>
              </a:lnSpc>
            </a:pPr>
            <a:r>
              <a:rPr sz="950" b="0">
                <a:solidFill>
                  <a:srgbClr val="4A5170"/>
                </a:solidFill>
                <a:latin typeface="Malgun Gothic"/>
                <a:ea typeface="Malgun Gothic"/>
                <a:cs typeface="Malgun Gothic"/>
              </a:rPr>
              <a:t>bbox · mask · 관절 15개 (원본 픽셀 좌표)</a:t>
            </a:r>
          </a:p>
        </p:txBody>
      </p:sp>
      <p:sp>
        <p:nvSpPr>
          <p:cNvPr id="14" name="Rounded Rectangle 13"/>
          <p:cNvSpPr/>
          <p:nvPr/>
        </p:nvSpPr>
        <p:spPr>
          <a:xfrm>
            <a:off x="6080760" y="2679192"/>
            <a:ext cx="5468112" cy="493776"/>
          </a:xfrm>
          <a:prstGeom prst="roundRect">
            <a:avLst>
              <a:gd name="adj" fmla="val 25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5" name="Oval 14"/>
          <p:cNvSpPr/>
          <p:nvPr/>
        </p:nvSpPr>
        <p:spPr>
          <a:xfrm>
            <a:off x="6236208" y="2798064"/>
            <a:ext cx="256032" cy="256032"/>
          </a:xfrm>
          <a:prstGeom prst="ellipse">
            <a:avLst/>
          </a:prstGeom>
          <a:solidFill>
            <a:srgbClr val="6274E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236208" y="2852213"/>
            <a:ext cx="256032" cy="147733"/>
          </a:xfrm>
          <a:prstGeom prst="rect">
            <a:avLst/>
          </a:prstGeom>
          <a:noFill/>
          <a:ln>
            <a:noFill/>
          </a:ln>
        </p:spPr>
        <p:txBody>
          <a:bodyPr wrap="square" lIns="0" tIns="0" rIns="0" bIns="0" anchor="ctr">
            <a:spAutoFit/>
          </a:bodyPr>
          <a:lstStyle/>
          <a:p>
            <a:pPr algn="ctr">
              <a:lnSpc>
                <a:spcPct val="118000"/>
              </a:lnSpc>
            </a:pPr>
            <a:r>
              <a:rPr sz="900" b="1">
                <a:solidFill>
                  <a:srgbClr val="FDFEFF"/>
                </a:solidFill>
                <a:latin typeface="Malgun Gothic"/>
                <a:ea typeface="Malgun Gothic"/>
                <a:cs typeface="Malgun Gothic"/>
              </a:rPr>
              <a:t>2</a:t>
            </a:r>
          </a:p>
        </p:txBody>
      </p:sp>
      <p:sp>
        <p:nvSpPr>
          <p:cNvPr id="17" name="TextBox 16"/>
          <p:cNvSpPr txBox="1"/>
          <p:nvPr/>
        </p:nvSpPr>
        <p:spPr>
          <a:xfrm>
            <a:off x="6629400" y="2679192"/>
            <a:ext cx="2011680" cy="493776"/>
          </a:xfrm>
          <a:prstGeom prst="rect">
            <a:avLst/>
          </a:prstGeom>
          <a:noFill/>
        </p:spPr>
        <p:txBody>
          <a:bodyPr wrap="square" lIns="0" tIns="0" rIns="0" bIns="0" anchor="ctr">
            <a:spAutoFit/>
          </a:bodyPr>
          <a:lstStyle/>
          <a:p>
            <a:pPr algn="l">
              <a:lnSpc>
                <a:spcPct val="118000"/>
              </a:lnSpc>
            </a:pPr>
            <a:r>
              <a:rPr sz="1050" b="1">
                <a:solidFill>
                  <a:srgbClr val="39405C"/>
                </a:solidFill>
                <a:latin typeface="Malgun Gothic"/>
                <a:ea typeface="Malgun Gothic"/>
                <a:cs typeface="Malgun Gothic"/>
              </a:rPr>
              <a:t>Frontend Overlay</a:t>
            </a:r>
          </a:p>
        </p:txBody>
      </p:sp>
      <p:sp>
        <p:nvSpPr>
          <p:cNvPr id="18" name="TextBox 17"/>
          <p:cNvSpPr txBox="1"/>
          <p:nvPr/>
        </p:nvSpPr>
        <p:spPr>
          <a:xfrm>
            <a:off x="8595360" y="2679192"/>
            <a:ext cx="2880360" cy="493776"/>
          </a:xfrm>
          <a:prstGeom prst="rect">
            <a:avLst/>
          </a:prstGeom>
          <a:noFill/>
        </p:spPr>
        <p:txBody>
          <a:bodyPr wrap="square" lIns="0" tIns="0" rIns="0" bIns="0" anchor="ctr">
            <a:spAutoFit/>
          </a:bodyPr>
          <a:lstStyle/>
          <a:p>
            <a:pPr algn="l">
              <a:lnSpc>
                <a:spcPct val="105000"/>
              </a:lnSpc>
            </a:pPr>
            <a:r>
              <a:rPr sz="950" b="0">
                <a:solidFill>
                  <a:srgbClr val="4A5170"/>
                </a:solidFill>
                <a:latin typeface="Malgun Gothic"/>
                <a:ea typeface="Malgun Gothic"/>
                <a:cs typeface="Malgun Gothic"/>
              </a:rPr>
              <a:t>원본 픽셀 → 0~1로 바꿔 그림 위에 점 · 뼈대 표시</a:t>
            </a:r>
          </a:p>
        </p:txBody>
      </p:sp>
      <p:sp>
        <p:nvSpPr>
          <p:cNvPr id="19" name="Rounded Rectangle 18"/>
          <p:cNvSpPr/>
          <p:nvPr/>
        </p:nvSpPr>
        <p:spPr>
          <a:xfrm>
            <a:off x="6080760" y="3282696"/>
            <a:ext cx="5468112" cy="493776"/>
          </a:xfrm>
          <a:prstGeom prst="roundRect">
            <a:avLst>
              <a:gd name="adj" fmla="val 25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20" name="Oval 19"/>
          <p:cNvSpPr/>
          <p:nvPr/>
        </p:nvSpPr>
        <p:spPr>
          <a:xfrm>
            <a:off x="6236208" y="3401568"/>
            <a:ext cx="256032" cy="256032"/>
          </a:xfrm>
          <a:prstGeom prst="ellipse">
            <a:avLst/>
          </a:prstGeom>
          <a:solidFill>
            <a:srgbClr val="6274E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236208" y="3455717"/>
            <a:ext cx="256032" cy="147733"/>
          </a:xfrm>
          <a:prstGeom prst="rect">
            <a:avLst/>
          </a:prstGeom>
          <a:noFill/>
          <a:ln>
            <a:noFill/>
          </a:ln>
        </p:spPr>
        <p:txBody>
          <a:bodyPr wrap="square" lIns="0" tIns="0" rIns="0" bIns="0" anchor="ctr">
            <a:spAutoFit/>
          </a:bodyPr>
          <a:lstStyle/>
          <a:p>
            <a:pPr algn="ctr">
              <a:lnSpc>
                <a:spcPct val="118000"/>
              </a:lnSpc>
            </a:pPr>
            <a:r>
              <a:rPr sz="900" b="1" dirty="0">
                <a:solidFill>
                  <a:srgbClr val="FDFEFF"/>
                </a:solidFill>
                <a:latin typeface="Malgun Gothic"/>
                <a:ea typeface="Malgun Gothic"/>
                <a:cs typeface="Malgun Gothic"/>
              </a:rPr>
              <a:t>3</a:t>
            </a:r>
          </a:p>
        </p:txBody>
      </p:sp>
      <p:sp>
        <p:nvSpPr>
          <p:cNvPr id="22" name="TextBox 21"/>
          <p:cNvSpPr txBox="1"/>
          <p:nvPr/>
        </p:nvSpPr>
        <p:spPr>
          <a:xfrm>
            <a:off x="6629400" y="3282696"/>
            <a:ext cx="2011680" cy="493776"/>
          </a:xfrm>
          <a:prstGeom prst="rect">
            <a:avLst/>
          </a:prstGeom>
          <a:noFill/>
        </p:spPr>
        <p:txBody>
          <a:bodyPr wrap="square" lIns="0" tIns="0" rIns="0" bIns="0" anchor="ctr">
            <a:spAutoFit/>
          </a:bodyPr>
          <a:lstStyle/>
          <a:p>
            <a:pPr algn="l">
              <a:lnSpc>
                <a:spcPct val="118000"/>
              </a:lnSpc>
            </a:pPr>
            <a:r>
              <a:rPr sz="1050" b="1">
                <a:solidFill>
                  <a:srgbClr val="39405C"/>
                </a:solidFill>
                <a:latin typeface="Malgun Gothic"/>
                <a:ea typeface="Malgun Gothic"/>
                <a:cs typeface="Malgun Gothic"/>
              </a:rPr>
              <a:t>사용자 Joint 확인</a:t>
            </a:r>
          </a:p>
        </p:txBody>
      </p:sp>
      <p:sp>
        <p:nvSpPr>
          <p:cNvPr id="23" name="TextBox 22"/>
          <p:cNvSpPr txBox="1"/>
          <p:nvPr/>
        </p:nvSpPr>
        <p:spPr>
          <a:xfrm>
            <a:off x="8595360" y="3282696"/>
            <a:ext cx="2880360" cy="493776"/>
          </a:xfrm>
          <a:prstGeom prst="rect">
            <a:avLst/>
          </a:prstGeom>
          <a:noFill/>
        </p:spPr>
        <p:txBody>
          <a:bodyPr wrap="square" lIns="0" tIns="0" rIns="0" bIns="0" anchor="ctr">
            <a:spAutoFit/>
          </a:bodyPr>
          <a:lstStyle/>
          <a:p>
            <a:pPr algn="l">
              <a:lnSpc>
                <a:spcPct val="105000"/>
              </a:lnSpc>
            </a:pPr>
            <a:r>
              <a:rPr sz="950" b="0">
                <a:solidFill>
                  <a:srgbClr val="4A5170"/>
                </a:solidFill>
                <a:latin typeface="Malgun Gothic"/>
                <a:ea typeface="Malgun Gothic"/>
                <a:cs typeface="Malgun Gothic"/>
              </a:rPr>
              <a:t>「움직여 보기」로 지금 좌표의 동작 미리보기</a:t>
            </a:r>
          </a:p>
        </p:txBody>
      </p:sp>
      <p:sp>
        <p:nvSpPr>
          <p:cNvPr id="24" name="Rounded Rectangle 23"/>
          <p:cNvSpPr/>
          <p:nvPr/>
        </p:nvSpPr>
        <p:spPr>
          <a:xfrm>
            <a:off x="6080760" y="3886200"/>
            <a:ext cx="5468112" cy="493776"/>
          </a:xfrm>
          <a:prstGeom prst="roundRect">
            <a:avLst>
              <a:gd name="adj" fmla="val 25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25" name="Oval 24"/>
          <p:cNvSpPr/>
          <p:nvPr/>
        </p:nvSpPr>
        <p:spPr>
          <a:xfrm>
            <a:off x="6236208" y="4005072"/>
            <a:ext cx="256032" cy="256032"/>
          </a:xfrm>
          <a:prstGeom prst="ellipse">
            <a:avLst/>
          </a:prstGeom>
          <a:solidFill>
            <a:srgbClr val="6274E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236208" y="4059221"/>
            <a:ext cx="256032" cy="147733"/>
          </a:xfrm>
          <a:prstGeom prst="rect">
            <a:avLst/>
          </a:prstGeom>
          <a:noFill/>
          <a:ln>
            <a:noFill/>
          </a:ln>
        </p:spPr>
        <p:txBody>
          <a:bodyPr wrap="square" lIns="0" tIns="0" rIns="0" bIns="0" anchor="ctr">
            <a:spAutoFit/>
          </a:bodyPr>
          <a:lstStyle/>
          <a:p>
            <a:pPr algn="ctr">
              <a:lnSpc>
                <a:spcPct val="118000"/>
              </a:lnSpc>
            </a:pPr>
            <a:r>
              <a:rPr sz="900" b="1">
                <a:solidFill>
                  <a:srgbClr val="FDFEFF"/>
                </a:solidFill>
                <a:latin typeface="Malgun Gothic"/>
                <a:ea typeface="Malgun Gothic"/>
                <a:cs typeface="Malgun Gothic"/>
              </a:rPr>
              <a:t>4</a:t>
            </a:r>
          </a:p>
        </p:txBody>
      </p:sp>
      <p:sp>
        <p:nvSpPr>
          <p:cNvPr id="27" name="TextBox 26"/>
          <p:cNvSpPr txBox="1"/>
          <p:nvPr/>
        </p:nvSpPr>
        <p:spPr>
          <a:xfrm>
            <a:off x="6629400" y="3886200"/>
            <a:ext cx="2011680" cy="493776"/>
          </a:xfrm>
          <a:prstGeom prst="rect">
            <a:avLst/>
          </a:prstGeom>
          <a:noFill/>
        </p:spPr>
        <p:txBody>
          <a:bodyPr wrap="square" lIns="0" tIns="0" rIns="0" bIns="0" anchor="ctr">
            <a:spAutoFit/>
          </a:bodyPr>
          <a:lstStyle/>
          <a:p>
            <a:pPr algn="l">
              <a:lnSpc>
                <a:spcPct val="118000"/>
              </a:lnSpc>
            </a:pPr>
            <a:r>
              <a:rPr sz="1050" b="1">
                <a:solidFill>
                  <a:srgbClr val="39405C"/>
                </a:solidFill>
                <a:latin typeface="Malgun Gothic"/>
                <a:ea typeface="Malgun Gothic"/>
                <a:cs typeface="Malgun Gothic"/>
              </a:rPr>
              <a:t>잘못된 Joint Drag 수정</a:t>
            </a:r>
          </a:p>
        </p:txBody>
      </p:sp>
      <p:sp>
        <p:nvSpPr>
          <p:cNvPr id="28" name="TextBox 27"/>
          <p:cNvSpPr txBox="1"/>
          <p:nvPr/>
        </p:nvSpPr>
        <p:spPr>
          <a:xfrm>
            <a:off x="8595360" y="3886200"/>
            <a:ext cx="2880360" cy="493776"/>
          </a:xfrm>
          <a:prstGeom prst="rect">
            <a:avLst/>
          </a:prstGeom>
          <a:noFill/>
        </p:spPr>
        <p:txBody>
          <a:bodyPr wrap="square" lIns="0" tIns="0" rIns="0" bIns="0" anchor="ctr">
            <a:spAutoFit/>
          </a:bodyPr>
          <a:lstStyle/>
          <a:p>
            <a:pPr algn="l">
              <a:lnSpc>
                <a:spcPct val="105000"/>
              </a:lnSpc>
            </a:pPr>
            <a:r>
              <a:rPr sz="950" b="0">
                <a:solidFill>
                  <a:srgbClr val="4A5170"/>
                </a:solidFill>
                <a:latin typeface="Malgun Gothic"/>
                <a:ea typeface="Malgun Gothic"/>
                <a:cs typeface="Malgun Gothic"/>
              </a:rPr>
              <a:t>옮긴 관절에 「옮김」 표시, 그림 밖으로는 못 나감</a:t>
            </a:r>
          </a:p>
        </p:txBody>
      </p:sp>
      <p:sp>
        <p:nvSpPr>
          <p:cNvPr id="29" name="Rounded Rectangle 28"/>
          <p:cNvSpPr/>
          <p:nvPr/>
        </p:nvSpPr>
        <p:spPr>
          <a:xfrm>
            <a:off x="6080760" y="4489704"/>
            <a:ext cx="5468112" cy="493776"/>
          </a:xfrm>
          <a:prstGeom prst="roundRect">
            <a:avLst>
              <a:gd name="adj" fmla="val 25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0" name="Oval 29"/>
          <p:cNvSpPr/>
          <p:nvPr/>
        </p:nvSpPr>
        <p:spPr>
          <a:xfrm>
            <a:off x="6236208" y="4608576"/>
            <a:ext cx="256032" cy="256032"/>
          </a:xfrm>
          <a:prstGeom prst="ellipse">
            <a:avLst/>
          </a:prstGeom>
          <a:solidFill>
            <a:srgbClr val="6274E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236208" y="4662725"/>
            <a:ext cx="256032" cy="147733"/>
          </a:xfrm>
          <a:prstGeom prst="rect">
            <a:avLst/>
          </a:prstGeom>
          <a:noFill/>
          <a:ln>
            <a:noFill/>
          </a:ln>
        </p:spPr>
        <p:txBody>
          <a:bodyPr wrap="square" lIns="0" tIns="0" rIns="0" bIns="0" anchor="ctr">
            <a:spAutoFit/>
          </a:bodyPr>
          <a:lstStyle/>
          <a:p>
            <a:pPr algn="ctr">
              <a:lnSpc>
                <a:spcPct val="118000"/>
              </a:lnSpc>
            </a:pPr>
            <a:r>
              <a:rPr sz="900" b="1">
                <a:solidFill>
                  <a:srgbClr val="FDFEFF"/>
                </a:solidFill>
                <a:latin typeface="Malgun Gothic"/>
                <a:ea typeface="Malgun Gothic"/>
                <a:cs typeface="Malgun Gothic"/>
              </a:rPr>
              <a:t>5</a:t>
            </a:r>
          </a:p>
        </p:txBody>
      </p:sp>
      <p:sp>
        <p:nvSpPr>
          <p:cNvPr id="32" name="TextBox 31"/>
          <p:cNvSpPr txBox="1"/>
          <p:nvPr/>
        </p:nvSpPr>
        <p:spPr>
          <a:xfrm>
            <a:off x="6629400" y="4489704"/>
            <a:ext cx="2011680" cy="493776"/>
          </a:xfrm>
          <a:prstGeom prst="rect">
            <a:avLst/>
          </a:prstGeom>
          <a:noFill/>
        </p:spPr>
        <p:txBody>
          <a:bodyPr wrap="square" lIns="0" tIns="0" rIns="0" bIns="0" anchor="ctr">
            <a:spAutoFit/>
          </a:bodyPr>
          <a:lstStyle/>
          <a:p>
            <a:pPr algn="l">
              <a:lnSpc>
                <a:spcPct val="118000"/>
              </a:lnSpc>
            </a:pPr>
            <a:r>
              <a:rPr sz="1050" b="1">
                <a:solidFill>
                  <a:srgbClr val="39405C"/>
                </a:solidFill>
                <a:latin typeface="Malgun Gothic"/>
                <a:ea typeface="Malgun Gothic"/>
                <a:cs typeface="Malgun Gothic"/>
              </a:rPr>
              <a:t>Backend로 수정값 전달</a:t>
            </a:r>
          </a:p>
        </p:txBody>
      </p:sp>
      <p:sp>
        <p:nvSpPr>
          <p:cNvPr id="33" name="TextBox 32"/>
          <p:cNvSpPr txBox="1"/>
          <p:nvPr/>
        </p:nvSpPr>
        <p:spPr>
          <a:xfrm>
            <a:off x="8595360" y="4489704"/>
            <a:ext cx="2880360" cy="493776"/>
          </a:xfrm>
          <a:prstGeom prst="rect">
            <a:avLst/>
          </a:prstGeom>
          <a:noFill/>
        </p:spPr>
        <p:txBody>
          <a:bodyPr wrap="square" lIns="0" tIns="0" rIns="0" bIns="0" anchor="ctr">
            <a:spAutoFit/>
          </a:bodyPr>
          <a:lstStyle/>
          <a:p>
            <a:pPr algn="l">
              <a:lnSpc>
                <a:spcPct val="105000"/>
              </a:lnSpc>
            </a:pPr>
            <a:r>
              <a:rPr sz="950" b="0">
                <a:solidFill>
                  <a:srgbClr val="4A5170"/>
                </a:solidFill>
                <a:latin typeface="Malgun Gothic"/>
                <a:ea typeface="Malgun Gothic"/>
                <a:cs typeface="Malgun Gothic"/>
              </a:rPr>
              <a:t>PATCH /characters/{id}/joints · 15개 전부, 원본 좌표로</a:t>
            </a:r>
          </a:p>
        </p:txBody>
      </p:sp>
      <p:sp>
        <p:nvSpPr>
          <p:cNvPr id="34" name="TextBox 33"/>
          <p:cNvSpPr txBox="1"/>
          <p:nvPr/>
        </p:nvSpPr>
        <p:spPr>
          <a:xfrm>
            <a:off x="6080760" y="5166360"/>
            <a:ext cx="5486400" cy="274320"/>
          </a:xfrm>
          <a:prstGeom prst="rect">
            <a:avLst/>
          </a:prstGeom>
          <a:noFill/>
        </p:spPr>
        <p:txBody>
          <a:bodyPr wrap="square" lIns="0" tIns="0" rIns="0" bIns="0" anchor="t">
            <a:spAutoFit/>
          </a:bodyPr>
          <a:lstStyle/>
          <a:p>
            <a:pPr algn="l">
              <a:lnSpc>
                <a:spcPct val="118000"/>
              </a:lnSpc>
            </a:pPr>
            <a:r>
              <a:rPr sz="1100" b="1">
                <a:solidFill>
                  <a:srgbClr val="4C5CC4"/>
                </a:solidFill>
                <a:latin typeface="Malgun Gothic"/>
                <a:ea typeface="Malgun Gothic"/>
                <a:cs typeface="Malgun Gothic"/>
              </a:rPr>
              <a:t>설계한 구조</a:t>
            </a:r>
          </a:p>
        </p:txBody>
      </p:sp>
      <p:sp>
        <p:nvSpPr>
          <p:cNvPr id="35" name="TextBox 34"/>
          <p:cNvSpPr txBox="1"/>
          <p:nvPr/>
        </p:nvSpPr>
        <p:spPr>
          <a:xfrm>
            <a:off x="6080760" y="5440680"/>
            <a:ext cx="5486400" cy="457200"/>
          </a:xfrm>
          <a:prstGeom prst="rect">
            <a:avLst/>
          </a:prstGeom>
          <a:noFill/>
        </p:spPr>
        <p:txBody>
          <a:bodyPr wrap="square" lIns="0" tIns="0" rIns="0" bIns="0" anchor="t">
            <a:spAutoFit/>
          </a:bodyPr>
          <a:lstStyle/>
          <a:p>
            <a:pPr algn="l">
              <a:lnSpc>
                <a:spcPct val="115000"/>
              </a:lnSpc>
            </a:pPr>
            <a:r>
              <a:rPr sz="950" b="0" dirty="0">
                <a:solidFill>
                  <a:srgbClr val="4A5170"/>
                </a:solidFill>
                <a:latin typeface="Malgun Gothic"/>
                <a:ea typeface="Malgun Gothic"/>
                <a:cs typeface="Malgun Gothic"/>
              </a:rPr>
              <a:t>React 18 · TypeScript · Vite  /  react-router Routing  /  </a:t>
            </a:r>
            <a:r>
              <a:rPr sz="950" b="0" dirty="0" err="1">
                <a:solidFill>
                  <a:srgbClr val="4A5170"/>
                </a:solidFill>
                <a:latin typeface="Malgun Gothic"/>
                <a:ea typeface="Malgun Gothic"/>
                <a:cs typeface="Malgun Gothic"/>
              </a:rPr>
              <a:t>zustand</a:t>
            </a:r>
            <a:r>
              <a:rPr sz="950" b="0" dirty="0">
                <a:solidFill>
                  <a:srgbClr val="4A5170"/>
                </a:solidFill>
                <a:latin typeface="Malgun Gothic"/>
                <a:ea typeface="Malgun Gothic"/>
                <a:cs typeface="Malgun Gothic"/>
              </a:rPr>
              <a:t> </a:t>
            </a:r>
            <a:r>
              <a:rPr sz="950" b="0" dirty="0" err="1">
                <a:solidFill>
                  <a:srgbClr val="4A5170"/>
                </a:solidFill>
                <a:latin typeface="Malgun Gothic"/>
                <a:ea typeface="Malgun Gothic"/>
                <a:cs typeface="Malgun Gothic"/>
              </a:rPr>
              <a:t>상태관리</a:t>
            </a:r>
            <a:r>
              <a:rPr sz="950" b="0" dirty="0">
                <a:solidFill>
                  <a:srgbClr val="4A5170"/>
                </a:solidFill>
                <a:latin typeface="Malgun Gothic"/>
                <a:ea typeface="Malgun Gothic"/>
                <a:cs typeface="Malgun Gothic"/>
              </a:rPr>
              <a:t>  /  </a:t>
            </a:r>
            <a:r>
              <a:rPr sz="950" b="0" dirty="0" err="1">
                <a:solidFill>
                  <a:srgbClr val="4A5170"/>
                </a:solidFill>
                <a:latin typeface="Malgun Gothic"/>
                <a:ea typeface="Malgun Gothic"/>
                <a:cs typeface="Malgun Gothic"/>
              </a:rPr>
              <a:t>모든</a:t>
            </a:r>
            <a:r>
              <a:rPr sz="950" b="0" dirty="0">
                <a:solidFill>
                  <a:srgbClr val="4A5170"/>
                </a:solidFill>
                <a:latin typeface="Malgun Gothic"/>
                <a:ea typeface="Malgun Gothic"/>
                <a:cs typeface="Malgun Gothic"/>
              </a:rPr>
              <a:t> </a:t>
            </a:r>
            <a:r>
              <a:rPr sz="950" b="0" dirty="0" err="1">
                <a:solidFill>
                  <a:srgbClr val="4A5170"/>
                </a:solidFill>
                <a:latin typeface="Malgun Gothic"/>
                <a:ea typeface="Malgun Gothic"/>
                <a:cs typeface="Malgun Gothic"/>
              </a:rPr>
              <a:t>서버</a:t>
            </a:r>
            <a:r>
              <a:rPr sz="950" b="0" dirty="0">
                <a:solidFill>
                  <a:srgbClr val="4A5170"/>
                </a:solidFill>
                <a:latin typeface="Malgun Gothic"/>
                <a:ea typeface="Malgun Gothic"/>
                <a:cs typeface="Malgun Gothic"/>
              </a:rPr>
              <a:t> </a:t>
            </a:r>
            <a:r>
              <a:rPr sz="950" b="0" dirty="0" err="1">
                <a:solidFill>
                  <a:srgbClr val="4A5170"/>
                </a:solidFill>
                <a:latin typeface="Malgun Gothic"/>
                <a:ea typeface="Malgun Gothic"/>
                <a:cs typeface="Malgun Gothic"/>
              </a:rPr>
              <a:t>호출은</a:t>
            </a:r>
            <a:r>
              <a:rPr sz="950" b="0" dirty="0">
                <a:solidFill>
                  <a:srgbClr val="4A5170"/>
                </a:solidFill>
                <a:latin typeface="Malgun Gothic"/>
                <a:ea typeface="Malgun Gothic"/>
                <a:cs typeface="Malgun Gothic"/>
              </a:rPr>
              <a:t> </a:t>
            </a:r>
            <a:r>
              <a:rPr sz="950" b="0" dirty="0" err="1">
                <a:solidFill>
                  <a:srgbClr val="4A5170"/>
                </a:solidFill>
                <a:latin typeface="Malgun Gothic"/>
                <a:ea typeface="Malgun Gothic"/>
                <a:cs typeface="Malgun Gothic"/>
              </a:rPr>
              <a:t>src</a:t>
            </a:r>
            <a:r>
              <a:rPr sz="950" b="0" dirty="0">
                <a:solidFill>
                  <a:srgbClr val="4A5170"/>
                </a:solidFill>
                <a:latin typeface="Malgun Gothic"/>
                <a:ea typeface="Malgun Gothic"/>
                <a:cs typeface="Malgun Gothic"/>
              </a:rPr>
              <a:t>/</a:t>
            </a:r>
            <a:r>
              <a:rPr sz="950" b="0" dirty="0" err="1">
                <a:solidFill>
                  <a:srgbClr val="4A5170"/>
                </a:solidFill>
                <a:latin typeface="Malgun Gothic"/>
                <a:ea typeface="Malgun Gothic"/>
                <a:cs typeface="Malgun Gothic"/>
              </a:rPr>
              <a:t>api</a:t>
            </a:r>
            <a:r>
              <a:rPr sz="950" b="0" dirty="0">
                <a:solidFill>
                  <a:srgbClr val="4A5170"/>
                </a:solidFill>
                <a:latin typeface="Malgun Gothic"/>
                <a:ea typeface="Malgun Gothic"/>
                <a:cs typeface="Malgun Gothic"/>
              </a:rPr>
              <a:t>/</a:t>
            </a:r>
            <a:r>
              <a:rPr sz="950" b="0" dirty="0" err="1">
                <a:solidFill>
                  <a:srgbClr val="4A5170"/>
                </a:solidFill>
                <a:latin typeface="Malgun Gothic"/>
                <a:ea typeface="Malgun Gothic"/>
                <a:cs typeface="Malgun Gothic"/>
              </a:rPr>
              <a:t>index.ts</a:t>
            </a:r>
            <a:r>
              <a:rPr sz="950" b="0" dirty="0">
                <a:solidFill>
                  <a:srgbClr val="4A5170"/>
                </a:solidFill>
                <a:latin typeface="Malgun Gothic"/>
                <a:ea typeface="Malgun Gothic"/>
                <a:cs typeface="Malgun Gothic"/>
              </a:rPr>
              <a:t> </a:t>
            </a:r>
            <a:r>
              <a:rPr sz="950" b="0" dirty="0" err="1">
                <a:solidFill>
                  <a:srgbClr val="4A5170"/>
                </a:solidFill>
                <a:latin typeface="Malgun Gothic"/>
                <a:ea typeface="Malgun Gothic"/>
                <a:cs typeface="Malgun Gothic"/>
              </a:rPr>
              <a:t>한</a:t>
            </a:r>
            <a:r>
              <a:rPr sz="950" b="0" dirty="0">
                <a:solidFill>
                  <a:srgbClr val="4A5170"/>
                </a:solidFill>
                <a:latin typeface="Malgun Gothic"/>
                <a:ea typeface="Malgun Gothic"/>
                <a:cs typeface="Malgun Gothic"/>
              </a:rPr>
              <a:t> </a:t>
            </a:r>
            <a:r>
              <a:rPr sz="950" b="0" dirty="0" err="1">
                <a:solidFill>
                  <a:srgbClr val="4A5170"/>
                </a:solidFill>
                <a:latin typeface="Malgun Gothic"/>
                <a:ea typeface="Malgun Gothic"/>
                <a:cs typeface="Malgun Gothic"/>
              </a:rPr>
              <a:t>곳</a:t>
            </a:r>
            <a:r>
              <a:rPr sz="950" b="0" dirty="0">
                <a:solidFill>
                  <a:srgbClr val="4A5170"/>
                </a:solidFill>
                <a:latin typeface="Malgun Gothic"/>
                <a:ea typeface="Malgun Gothic"/>
                <a:cs typeface="Malgun Gothic"/>
              </a:rPr>
              <a:t>  /  </a:t>
            </a:r>
            <a:r>
              <a:rPr sz="950" b="0" dirty="0" err="1">
                <a:solidFill>
                  <a:srgbClr val="4A5170"/>
                </a:solidFill>
                <a:latin typeface="Malgun Gothic"/>
                <a:ea typeface="Malgun Gothic"/>
                <a:cs typeface="Malgun Gothic"/>
              </a:rPr>
              <a:t>관절</a:t>
            </a:r>
            <a:r>
              <a:rPr sz="950" b="0" dirty="0">
                <a:solidFill>
                  <a:srgbClr val="4A5170"/>
                </a:solidFill>
                <a:latin typeface="Malgun Gothic"/>
                <a:ea typeface="Malgun Gothic"/>
                <a:cs typeface="Malgun Gothic"/>
              </a:rPr>
              <a:t> </a:t>
            </a:r>
            <a:r>
              <a:rPr sz="950" b="0" dirty="0" err="1">
                <a:solidFill>
                  <a:srgbClr val="4A5170"/>
                </a:solidFill>
                <a:latin typeface="Malgun Gothic"/>
                <a:ea typeface="Malgun Gothic"/>
                <a:cs typeface="Malgun Gothic"/>
              </a:rPr>
              <a:t>이름</a:t>
            </a:r>
            <a:r>
              <a:rPr sz="950" b="0" dirty="0">
                <a:solidFill>
                  <a:srgbClr val="4A5170"/>
                </a:solidFill>
                <a:latin typeface="Malgun Gothic"/>
                <a:ea typeface="Malgun Gothic"/>
                <a:cs typeface="Malgun Gothic"/>
              </a:rPr>
              <a:t> </a:t>
            </a:r>
            <a:r>
              <a:rPr sz="950" b="0" dirty="0" err="1">
                <a:solidFill>
                  <a:srgbClr val="4A5170"/>
                </a:solidFill>
                <a:latin typeface="Malgun Gothic"/>
                <a:ea typeface="Malgun Gothic"/>
                <a:cs typeface="Malgun Gothic"/>
              </a:rPr>
              <a:t>규칙</a:t>
            </a:r>
            <a:r>
              <a:rPr sz="950" b="0" dirty="0">
                <a:solidFill>
                  <a:srgbClr val="4A5170"/>
                </a:solidFill>
                <a:latin typeface="Malgun Gothic"/>
                <a:ea typeface="Malgun Gothic"/>
                <a:cs typeface="Malgun Gothic"/>
              </a:rPr>
              <a:t>: neck → </a:t>
            </a:r>
            <a:r>
              <a:rPr sz="950" b="0" dirty="0" err="1">
                <a:solidFill>
                  <a:srgbClr val="4A5170"/>
                </a:solidFill>
                <a:latin typeface="Malgun Gothic"/>
                <a:ea typeface="Malgun Gothic"/>
                <a:cs typeface="Malgun Gothic"/>
              </a:rPr>
              <a:t>얼굴</a:t>
            </a:r>
            <a:r>
              <a:rPr sz="950" b="0" dirty="0">
                <a:solidFill>
                  <a:srgbClr val="4A5170"/>
                </a:solidFill>
                <a:latin typeface="Malgun Gothic"/>
                <a:ea typeface="Malgun Gothic"/>
                <a:cs typeface="Malgun Gothic"/>
              </a:rPr>
              <a:t>, hand → </a:t>
            </a:r>
            <a:r>
              <a:rPr sz="950" b="0" dirty="0" err="1">
                <a:solidFill>
                  <a:srgbClr val="4A5170"/>
                </a:solidFill>
                <a:latin typeface="Malgun Gothic"/>
                <a:ea typeface="Malgun Gothic"/>
                <a:cs typeface="Malgun Gothic"/>
              </a:rPr>
              <a:t>손목</a:t>
            </a:r>
            <a:r>
              <a:rPr sz="950" b="0" dirty="0">
                <a:solidFill>
                  <a:srgbClr val="4A5170"/>
                </a:solidFill>
                <a:latin typeface="Malgun Gothic"/>
                <a:ea typeface="Malgun Gothic"/>
                <a:cs typeface="Malgun Gothic"/>
              </a:rPr>
              <a:t>, foot → </a:t>
            </a:r>
            <a:r>
              <a:rPr sz="950" b="0" dirty="0" err="1">
                <a:solidFill>
                  <a:srgbClr val="4A5170"/>
                </a:solidFill>
                <a:latin typeface="Malgun Gothic"/>
                <a:ea typeface="Malgun Gothic"/>
                <a:cs typeface="Malgun Gothic"/>
              </a:rPr>
              <a:t>발목</a:t>
            </a:r>
            <a:endParaRPr sz="950" b="0" dirty="0">
              <a:solidFill>
                <a:srgbClr val="4A5170"/>
              </a:solidFill>
              <a:latin typeface="Malgun Gothic"/>
              <a:ea typeface="Malgun Gothic"/>
              <a:cs typeface="Malgun Gothic"/>
            </a:endParaRPr>
          </a:p>
        </p:txBody>
      </p:sp>
      <p:sp>
        <p:nvSpPr>
          <p:cNvPr id="36" name="TextBox 35"/>
          <p:cNvSpPr txBox="1"/>
          <p:nvPr/>
        </p:nvSpPr>
        <p:spPr>
          <a:xfrm>
            <a:off x="640080" y="5989320"/>
            <a:ext cx="10908792" cy="274320"/>
          </a:xfrm>
          <a:prstGeom prst="rect">
            <a:avLst/>
          </a:prstGeom>
          <a:noFill/>
        </p:spPr>
        <p:txBody>
          <a:bodyPr wrap="square" lIns="0" tIns="0" rIns="0" bIns="0" anchor="t">
            <a:spAutoFit/>
          </a:bodyPr>
          <a:lstStyle/>
          <a:p>
            <a:pPr algn="l">
              <a:lnSpc>
                <a:spcPct val="118000"/>
              </a:lnSpc>
            </a:pPr>
            <a:r>
              <a:rPr sz="1000" b="1">
                <a:solidFill>
                  <a:srgbClr val="4C5CC4"/>
                </a:solidFill>
                <a:latin typeface="Malgun Gothic"/>
                <a:ea typeface="Malgun Gothic"/>
                <a:cs typeface="Malgun Gothic"/>
              </a:rPr>
              <a:t>다음 개발  →  관절 신뢰도 표시 · 초기화 버튼  ·  Story / TTS / Animation 결과 UI 다듬기  ·  오류 · 연결 끊김 안내  ·  태블릿 실기기 확인</a:t>
            </a:r>
          </a:p>
        </p:txBody>
      </p:sp>
      <p:pic>
        <p:nvPicPr>
          <p:cNvPr id="6" name="그림 5">
            <a:extLst>
              <a:ext uri="{FF2B5EF4-FFF2-40B4-BE49-F238E27FC236}">
                <a16:creationId xmlns:a16="http://schemas.microsoft.com/office/drawing/2014/main" id="{7BF37625-DCF1-C7E7-C053-F26A14F1A2F8}"/>
              </a:ext>
            </a:extLst>
          </p:cNvPr>
          <p:cNvPicPr>
            <a:picLocks noChangeAspect="1"/>
          </p:cNvPicPr>
          <p:nvPr/>
        </p:nvPicPr>
        <p:blipFill>
          <a:blip r:embed="rId4"/>
          <a:stretch>
            <a:fillRect/>
          </a:stretch>
        </p:blipFill>
        <p:spPr>
          <a:xfrm>
            <a:off x="1071356" y="1914652"/>
            <a:ext cx="4349527" cy="3333579"/>
          </a:xfrm>
          <a:prstGeom prst="rect">
            <a:avLst/>
          </a:prstGeom>
        </p:spPr>
      </p:pic>
      <p:pic>
        <p:nvPicPr>
          <p:cNvPr id="38" name="그림 37">
            <a:extLst>
              <a:ext uri="{FF2B5EF4-FFF2-40B4-BE49-F238E27FC236}">
                <a16:creationId xmlns:a16="http://schemas.microsoft.com/office/drawing/2014/main" id="{271AF88B-D352-6C6F-12D3-73604FBA033A}"/>
              </a:ext>
            </a:extLst>
          </p:cNvPr>
          <p:cNvPicPr>
            <a:picLocks noChangeAspect="1"/>
          </p:cNvPicPr>
          <p:nvPr/>
        </p:nvPicPr>
        <p:blipFill>
          <a:blip r:embed="rId5"/>
          <a:srcRect l="78161" b="20548"/>
          <a:stretch>
            <a:fillRect/>
          </a:stretch>
        </p:blipFill>
        <p:spPr>
          <a:xfrm>
            <a:off x="1447784" y="2468667"/>
            <a:ext cx="1342489" cy="1628057"/>
          </a:xfrm>
          <a:prstGeom prst="rect">
            <a:avLst/>
          </a:prstGeom>
        </p:spPr>
      </p:pic>
      <p:sp>
        <p:nvSpPr>
          <p:cNvPr id="501" name="Pill 501"/>
          <p:cNvSpPr/>
          <p:nvPr/>
        </p:nvSpPr>
        <p:spPr>
          <a:xfrm>
            <a:off x="640080" y="467200"/>
            <a:ext cx="1590000" cy="300000"/>
          </a:xfrm>
          <a:prstGeom prst="roundRect">
            <a:avLst>
              <a:gd name="adj" fmla="val 50000"/>
            </a:avLst>
          </a:prstGeom>
          <a:solidFill>
            <a:srgbClr val="DDE2FF"/>
          </a:solidFill>
          <a:ln>
            <a:solidFill>
              <a:srgbClr val="8192FF"/>
            </a:solidFill>
          </a:ln>
          <a:effectLst/>
        </p:spPr>
        <p:txBody>
          <a:bodyPr wrap="square" lIns="0" tIns="0" rIns="0" bIns="0" rtlCol="0" anchor="ctr"/>
          <a:lstStyle/>
          <a:p>
            <a:pPr marL="0" indent="0" algn="ctr">
              <a:lnSpc>
                <a:spcPct val="110000"/>
              </a:lnSpc>
              <a:buNone/>
            </a:pPr>
            <a:r>
              <a:rPr lang="ko-KR" sz="1100" b="1" dirty="0">
                <a:solidFill>
                  <a:srgbClr val="6274E8"/>
                </a:solidFill>
                <a:latin typeface="Malgun Gothic" pitchFamily="34" charset="0"/>
                <a:ea typeface="Malgun Gothic" pitchFamily="34" charset="-122"/>
                <a:cs typeface="Malgun Gothic" pitchFamily="34" charset="-120"/>
              </a:rPr>
              <a:t>Frontend · 육도현</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Page 101"/>
          <p:cNvSpPr txBox="1"/>
          <p:nvPr/>
        </p:nvSpPr>
        <p:spPr>
          <a:xfrm>
            <a:off x="11185855" y="6355080"/>
            <a:ext cx="457200" cy="274320"/>
          </a:xfrm>
          <a:prstGeom prst="rect">
            <a:avLst/>
          </a:prstGeom>
          <a:noFill/>
        </p:spPr>
        <p:txBody>
          <a:bodyPr wrap="square" lIns="0" tIns="0" rIns="0" bIns="0" rtlCol="0" anchor="ctr"/>
          <a:lstStyle/>
          <a:p>
            <a:pPr marL="0" indent="0" algn="r">
              <a:lnSpc>
                <a:spcPct val="115000"/>
              </a:lnSpc>
              <a:buNone/>
            </a:pPr>
            <a:r>
              <a:rPr lang="ko-KR" sz="1000" dirty="0">
                <a:solidFill>
                  <a:srgbClr val="8A91AA"/>
                </a:solidFill>
                <a:latin typeface="Malgun Gothic" pitchFamily="34" charset="0"/>
                <a:ea typeface="Malgun Gothic" pitchFamily="34" charset="-122"/>
                <a:cs typeface="Malgun Gothic" pitchFamily="34" charset="-120"/>
              </a:rPr>
              <a:t>15</a:t>
            </a:r>
          </a:p>
        </p:txBody>
      </p:sp>
      <p:sp>
        <p:nvSpPr>
          <p:cNvPr id="102" name="Pill 102"/>
          <p:cNvSpPr/>
          <p:nvPr/>
        </p:nvSpPr>
        <p:spPr>
          <a:xfrm>
            <a:off x="640080" y="467200"/>
            <a:ext cx="2010000" cy="300000"/>
          </a:xfrm>
          <a:prstGeom prst="roundRect">
            <a:avLst>
              <a:gd name="adj" fmla="val 50000"/>
            </a:avLst>
          </a:prstGeom>
          <a:solidFill>
            <a:srgbClr val="FDE0E6"/>
          </a:solidFill>
          <a:ln>
            <a:solidFill>
              <a:srgbClr val="EF6E94"/>
            </a:solidFill>
          </a:ln>
          <a:effectLst/>
        </p:spPr>
        <p:txBody>
          <a:bodyPr wrap="square" lIns="0" tIns="0" rIns="0" bIns="0" rtlCol="0" anchor="ctr"/>
          <a:lstStyle/>
          <a:p>
            <a:pPr marL="0" indent="0" algn="ctr">
              <a:lnSpc>
                <a:spcPct val="110000"/>
              </a:lnSpc>
              <a:buNone/>
            </a:pPr>
            <a:r>
              <a:rPr lang="ko-KR" sz="1100" b="1" dirty="0">
                <a:solidFill>
                  <a:srgbClr val="E0607A"/>
                </a:solidFill>
                <a:latin typeface="Malgun Gothic" pitchFamily="34" charset="0"/>
                <a:ea typeface="Malgun Gothic" pitchFamily="34" charset="-122"/>
                <a:cs typeface="Malgun Gothic" pitchFamily="34" charset="-120"/>
              </a:rPr>
              <a:t>Backend / PM · 서민지</a:t>
            </a:r>
          </a:p>
        </p:txBody>
      </p:sp>
      <p:sp>
        <p:nvSpPr>
          <p:cNvPr id="103" name="Label 103"/>
          <p:cNvSpPr txBox="1"/>
          <p:nvPr/>
        </p:nvSpPr>
        <p:spPr>
          <a:xfrm>
            <a:off x="2790080" y="457200"/>
            <a:ext cx="8761535" cy="320040"/>
          </a:xfrm>
          <a:prstGeom prst="rect">
            <a:avLst/>
          </a:prstGeom>
          <a:noFill/>
        </p:spPr>
        <p:txBody>
          <a:bodyPr wrap="square" lIns="0" tIns="0" rIns="0" bIns="0" rtlCol="0" anchor="ctr"/>
          <a:lstStyle/>
          <a:p>
            <a:pPr marL="0" indent="0" algn="l">
              <a:lnSpc>
                <a:spcPct val="115000"/>
              </a:lnSpc>
              <a:buNone/>
            </a:pPr>
            <a:r>
              <a:rPr lang="ko-KR" sz="1300" b="1" dirty="0">
                <a:solidFill>
                  <a:srgbClr val="4C5CC4"/>
                </a:solidFill>
                <a:latin typeface="Malgun Gothic" pitchFamily="34" charset="0"/>
                <a:ea typeface="Malgun Gothic" pitchFamily="34" charset="-122"/>
                <a:cs typeface="Malgun Gothic" pitchFamily="34" charset="-120"/>
              </a:rPr>
              <a:t>PART C · ② 기능 · API 단위</a:t>
            </a:r>
          </a:p>
        </p:txBody>
      </p:sp>
      <p:sp>
        <p:nvSpPr>
          <p:cNvPr id="104" name="Title 104"/>
          <p:cNvSpPr txBox="1"/>
          <p:nvPr/>
        </p:nvSpPr>
        <p:spPr>
          <a:xfrm>
            <a:off x="640080" y="804672"/>
            <a:ext cx="10911535" cy="731520"/>
          </a:xfrm>
          <a:prstGeom prst="rect">
            <a:avLst/>
          </a:prstGeom>
          <a:noFill/>
        </p:spPr>
        <p:txBody>
          <a:bodyPr wrap="square" lIns="0" tIns="0" rIns="0" bIns="0" rtlCol="0" anchor="t"/>
          <a:lstStyle/>
          <a:p>
            <a:pPr marL="0" indent="0" algn="l">
              <a:lnSpc>
                <a:spcPct val="115000"/>
              </a:lnSpc>
              <a:buNone/>
            </a:pPr>
            <a:r>
              <a:rPr lang="ko-KR" sz="3000" b="1" dirty="0">
                <a:solidFill>
                  <a:srgbClr val="39405C"/>
                </a:solidFill>
                <a:latin typeface="Malgun Gothic" pitchFamily="34" charset="0"/>
                <a:ea typeface="Malgun Gothic" pitchFamily="34" charset="-122"/>
                <a:cs typeface="Malgun Gothic" pitchFamily="34" charset="-120"/>
              </a:rPr>
              <a:t>화면에서 하는 행동을 실제 기능과 API로 연결했습니다</a:t>
            </a:r>
          </a:p>
        </p:txBody>
      </p:sp>
      <p:sp>
        <p:nvSpPr>
          <p:cNvPr id="105" name="Text 105"/>
          <p:cNvSpPr txBox="1"/>
          <p:nvPr/>
        </p:nvSpPr>
        <p:spPr>
          <a:xfrm>
            <a:off x="640080" y="1620000"/>
            <a:ext cx="800000" cy="640000"/>
          </a:xfrm>
          <a:prstGeom prst="rect">
            <a:avLst/>
          </a:prstGeom>
          <a:noFill/>
        </p:spPr>
        <p:txBody>
          <a:bodyPr wrap="square" lIns="0" tIns="0" rIns="0" bIns="0" rtlCol="0" anchor="ctr"/>
          <a:lstStyle/>
          <a:p>
            <a:pPr marL="0" indent="0" algn="l">
              <a:lnSpc>
                <a:spcPct val="115000"/>
              </a:lnSpc>
              <a:buNone/>
            </a:pPr>
            <a:r>
              <a:rPr lang="ko-KR" sz="3400" b="1" dirty="0">
                <a:solidFill>
                  <a:srgbClr val="38405C"/>
                </a:solidFill>
                <a:latin typeface="Malgun Gothic" pitchFamily="34" charset="0"/>
                <a:ea typeface="Malgun Gothic" pitchFamily="34" charset="-122"/>
                <a:cs typeface="Malgun Gothic" pitchFamily="34" charset="-120"/>
              </a:rPr>
              <a:t>41</a:t>
            </a:r>
          </a:p>
        </p:txBody>
      </p:sp>
      <p:sp>
        <p:nvSpPr>
          <p:cNvPr id="106" name="Text 106"/>
          <p:cNvSpPr txBox="1"/>
          <p:nvPr/>
        </p:nvSpPr>
        <p:spPr>
          <a:xfrm>
            <a:off x="1420080" y="1660000"/>
            <a:ext cx="1300000" cy="600000"/>
          </a:xfrm>
          <a:prstGeom prst="rect">
            <a:avLst/>
          </a:prstGeom>
          <a:noFill/>
        </p:spPr>
        <p:txBody>
          <a:bodyPr wrap="square" lIns="0" tIns="0" rIns="0" bIns="0" rtlCol="0" anchor="ctr"/>
          <a:lstStyle/>
          <a:p>
            <a:pPr marL="0" indent="0" algn="l">
              <a:lnSpc>
                <a:spcPct val="118000"/>
              </a:lnSpc>
              <a:buNone/>
            </a:pPr>
            <a:r>
              <a:rPr lang="ko-KR" sz="1200" b="1" dirty="0">
                <a:solidFill>
                  <a:srgbClr val="39405C"/>
                </a:solidFill>
                <a:latin typeface="Malgun Gothic" pitchFamily="34" charset="0"/>
                <a:ea typeface="Malgun Gothic" pitchFamily="34" charset="-122"/>
                <a:cs typeface="Malgun Gothic" pitchFamily="34" charset="-120"/>
              </a:rPr>
              <a:t>기능</a:t>
            </a:r>
          </a:p>
          <a:p>
            <a:pPr marL="0" indent="0" algn="l">
              <a:lnSpc>
                <a:spcPct val="118000"/>
              </a:lnSpc>
              <a:buNone/>
            </a:pPr>
            <a:r>
              <a:rPr lang="ko-KR" sz="950" dirty="0">
                <a:solidFill>
                  <a:srgbClr val="8A91AA"/>
                </a:solidFill>
                <a:latin typeface="Malgun Gothic" pitchFamily="34" charset="0"/>
                <a:ea typeface="Malgun Gothic" pitchFamily="34" charset="-122"/>
                <a:cs typeface="Malgun Gothic" pitchFamily="34" charset="-120"/>
              </a:rPr>
              <a:t>기능정의서 v0.1 (9/30)</a:t>
            </a:r>
          </a:p>
        </p:txBody>
      </p:sp>
      <p:sp>
        <p:nvSpPr>
          <p:cNvPr id="107" name="Text 107"/>
          <p:cNvSpPr txBox="1"/>
          <p:nvPr/>
        </p:nvSpPr>
        <p:spPr>
          <a:xfrm>
            <a:off x="2790080" y="1620000"/>
            <a:ext cx="800000" cy="640000"/>
          </a:xfrm>
          <a:prstGeom prst="rect">
            <a:avLst/>
          </a:prstGeom>
          <a:noFill/>
        </p:spPr>
        <p:txBody>
          <a:bodyPr wrap="square" lIns="0" tIns="0" rIns="0" bIns="0" rtlCol="0" anchor="ctr"/>
          <a:lstStyle/>
          <a:p>
            <a:pPr marL="0" indent="0" algn="l">
              <a:lnSpc>
                <a:spcPct val="115000"/>
              </a:lnSpc>
              <a:buNone/>
            </a:pPr>
            <a:r>
              <a:rPr lang="ko-KR" sz="3400" b="1" dirty="0">
                <a:solidFill>
                  <a:srgbClr val="38405C"/>
                </a:solidFill>
                <a:latin typeface="Malgun Gothic" pitchFamily="34" charset="0"/>
                <a:ea typeface="Malgun Gothic" pitchFamily="34" charset="-122"/>
                <a:cs typeface="Malgun Gothic" pitchFamily="34" charset="-120"/>
              </a:rPr>
              <a:t>8</a:t>
            </a:r>
          </a:p>
        </p:txBody>
      </p:sp>
      <p:sp>
        <p:nvSpPr>
          <p:cNvPr id="108" name="Text 108"/>
          <p:cNvSpPr txBox="1"/>
          <p:nvPr/>
        </p:nvSpPr>
        <p:spPr>
          <a:xfrm>
            <a:off x="3570080" y="1660000"/>
            <a:ext cx="1100000" cy="600000"/>
          </a:xfrm>
          <a:prstGeom prst="rect">
            <a:avLst/>
          </a:prstGeom>
          <a:noFill/>
        </p:spPr>
        <p:txBody>
          <a:bodyPr wrap="square" lIns="0" tIns="0" rIns="0" bIns="0" rtlCol="0" anchor="ctr"/>
          <a:lstStyle/>
          <a:p>
            <a:pPr marL="0" indent="0" algn="l">
              <a:lnSpc>
                <a:spcPct val="118000"/>
              </a:lnSpc>
              <a:buNone/>
            </a:pPr>
            <a:r>
              <a:rPr lang="ko-KR" sz="1200" b="1" dirty="0">
                <a:solidFill>
                  <a:srgbClr val="39405C"/>
                </a:solidFill>
                <a:latin typeface="Malgun Gothic" pitchFamily="34" charset="0"/>
                <a:ea typeface="Malgun Gothic" pitchFamily="34" charset="-122"/>
                <a:cs typeface="Malgun Gothic" pitchFamily="34" charset="-120"/>
              </a:rPr>
              <a:t>비기능</a:t>
            </a:r>
          </a:p>
          <a:p>
            <a:pPr marL="0" indent="0" algn="l">
              <a:lnSpc>
                <a:spcPct val="118000"/>
              </a:lnSpc>
              <a:buNone/>
            </a:pPr>
            <a:r>
              <a:rPr lang="ko-KR" sz="950" dirty="0">
                <a:solidFill>
                  <a:srgbClr val="8A91AA"/>
                </a:solidFill>
                <a:latin typeface="Malgun Gothic" pitchFamily="34" charset="0"/>
                <a:ea typeface="Malgun Gothic" pitchFamily="34" charset="-122"/>
                <a:cs typeface="Malgun Gothic" pitchFamily="34" charset="-120"/>
              </a:rPr>
              <a:t>비기능 요구사항</a:t>
            </a:r>
          </a:p>
        </p:txBody>
      </p:sp>
      <p:sp>
        <p:nvSpPr>
          <p:cNvPr id="109" name="Text 109"/>
          <p:cNvSpPr txBox="1"/>
          <p:nvPr/>
        </p:nvSpPr>
        <p:spPr>
          <a:xfrm>
            <a:off x="4740080" y="1620000"/>
            <a:ext cx="800000" cy="640000"/>
          </a:xfrm>
          <a:prstGeom prst="rect">
            <a:avLst/>
          </a:prstGeom>
          <a:noFill/>
        </p:spPr>
        <p:txBody>
          <a:bodyPr wrap="square" lIns="0" tIns="0" rIns="0" bIns="0" rtlCol="0" anchor="ctr"/>
          <a:lstStyle/>
          <a:p>
            <a:pPr marL="0" indent="0" algn="l">
              <a:lnSpc>
                <a:spcPct val="115000"/>
              </a:lnSpc>
              <a:buNone/>
            </a:pPr>
            <a:r>
              <a:rPr lang="ko-KR" sz="3400" b="1" dirty="0">
                <a:solidFill>
                  <a:srgbClr val="38405C"/>
                </a:solidFill>
                <a:latin typeface="Malgun Gothic" pitchFamily="34" charset="0"/>
                <a:ea typeface="Malgun Gothic" pitchFamily="34" charset="-122"/>
                <a:cs typeface="Malgun Gothic" pitchFamily="34" charset="-120"/>
              </a:rPr>
              <a:t>9</a:t>
            </a:r>
          </a:p>
        </p:txBody>
      </p:sp>
      <p:sp>
        <p:nvSpPr>
          <p:cNvPr id="110" name="Text 110"/>
          <p:cNvSpPr txBox="1"/>
          <p:nvPr/>
        </p:nvSpPr>
        <p:spPr>
          <a:xfrm>
            <a:off x="5520080" y="1660000"/>
            <a:ext cx="3700000" cy="600000"/>
          </a:xfrm>
          <a:prstGeom prst="rect">
            <a:avLst/>
          </a:prstGeom>
          <a:noFill/>
        </p:spPr>
        <p:txBody>
          <a:bodyPr wrap="square" lIns="0" tIns="0" rIns="0" bIns="0" rtlCol="0" anchor="ctr"/>
          <a:lstStyle/>
          <a:p>
            <a:pPr marL="0" indent="0" algn="l">
              <a:lnSpc>
                <a:spcPct val="118000"/>
              </a:lnSpc>
              <a:buNone/>
            </a:pPr>
            <a:r>
              <a:rPr lang="ko-KR" sz="1200" b="1" dirty="0">
                <a:solidFill>
                  <a:srgbClr val="39405C"/>
                </a:solidFill>
                <a:latin typeface="Malgun Gothic" pitchFamily="34" charset="0"/>
                <a:ea typeface="Malgun Gothic" pitchFamily="34" charset="-122"/>
                <a:cs typeface="Malgun Gothic" pitchFamily="34" charset="-120"/>
              </a:rPr>
              <a:t>개 영역</a:t>
            </a:r>
          </a:p>
          <a:p>
            <a:pPr marL="0" indent="0" algn="l">
              <a:lnSpc>
                <a:spcPct val="118000"/>
              </a:lnSpc>
              <a:buNone/>
            </a:pPr>
            <a:r>
              <a:rPr lang="ko-KR" sz="950" dirty="0">
                <a:solidFill>
                  <a:srgbClr val="8A91AA"/>
                </a:solidFill>
                <a:latin typeface="Malgun Gothic" pitchFamily="34" charset="0"/>
                <a:ea typeface="Malgun Gothic" pitchFamily="34" charset="-122"/>
                <a:cs typeface="Malgun Gothic" pitchFamily="34" charset="-120"/>
              </a:rPr>
              <a:t>계정 · 그림 · 캐릭터 · 이야기 · 보기 · 보관 · 설정 · 공통 · 비기능</a:t>
            </a:r>
          </a:p>
        </p:txBody>
      </p:sp>
      <p:sp>
        <p:nvSpPr>
          <p:cNvPr id="111" name="Text 111"/>
          <p:cNvSpPr txBox="1"/>
          <p:nvPr/>
        </p:nvSpPr>
        <p:spPr>
          <a:xfrm>
            <a:off x="9340080" y="1620000"/>
            <a:ext cx="800000" cy="640000"/>
          </a:xfrm>
          <a:prstGeom prst="rect">
            <a:avLst/>
          </a:prstGeom>
          <a:noFill/>
        </p:spPr>
        <p:txBody>
          <a:bodyPr wrap="square" lIns="0" tIns="0" rIns="0" bIns="0" rtlCol="0" anchor="ctr"/>
          <a:lstStyle/>
          <a:p>
            <a:pPr marL="0" indent="0" algn="l">
              <a:lnSpc>
                <a:spcPct val="115000"/>
              </a:lnSpc>
              <a:buNone/>
            </a:pPr>
            <a:endParaRPr/>
          </a:p>
        </p:txBody>
      </p:sp>
      <p:sp>
        <p:nvSpPr>
          <p:cNvPr id="112" name="Text 112"/>
          <p:cNvSpPr txBox="1"/>
          <p:nvPr/>
        </p:nvSpPr>
        <p:spPr>
          <a:xfrm>
            <a:off x="10120080" y="1660000"/>
            <a:ext cx="1400000" cy="600000"/>
          </a:xfrm>
          <a:prstGeom prst="rect">
            <a:avLst/>
          </a:prstGeom>
          <a:noFill/>
        </p:spPr>
        <p:txBody>
          <a:bodyPr wrap="square" lIns="0" tIns="0" rIns="0" bIns="0" rtlCol="0" anchor="ctr"/>
          <a:lstStyle/>
          <a:p>
            <a:pPr marL="0" indent="0" algn="l">
              <a:lnSpc>
                <a:spcPct val="118000"/>
              </a:lnSpc>
              <a:buNone/>
            </a:pPr>
            <a:r>
              <a:rPr lang="ko-KR" sz="1200" b="1" dirty="0">
                <a:solidFill>
                  <a:srgbClr val="39405C"/>
                </a:solidFill>
                <a:latin typeface="Malgun Gothic" pitchFamily="34" charset="0"/>
                <a:ea typeface="Malgun Gothic" pitchFamily="34" charset="-122"/>
                <a:cs typeface="Malgun Gothic" pitchFamily="34" charset="-120"/>
              </a:rPr>
              <a:t>우선순위</a:t>
            </a:r>
          </a:p>
          <a:p>
            <a:pPr marL="0" indent="0" algn="l">
              <a:lnSpc>
                <a:spcPct val="118000"/>
              </a:lnSpc>
              <a:buNone/>
            </a:pPr>
            <a:r>
              <a:rPr lang="ko-KR" sz="950" dirty="0">
                <a:solidFill>
                  <a:srgbClr val="8A91AA"/>
                </a:solidFill>
                <a:latin typeface="Malgun Gothic" pitchFamily="34" charset="0"/>
                <a:ea typeface="Malgun Gothic" pitchFamily="34" charset="-122"/>
                <a:cs typeface="Malgun Gothic" pitchFamily="34" charset="-120"/>
              </a:rPr>
              <a:t>필수 / 선택으로 구분</a:t>
            </a:r>
          </a:p>
        </p:txBody>
      </p:sp>
      <p:sp>
        <p:nvSpPr>
          <p:cNvPr id="113" name="Card 113"/>
          <p:cNvSpPr/>
          <p:nvPr/>
        </p:nvSpPr>
        <p:spPr>
          <a:xfrm>
            <a:off x="640080" y="2470000"/>
            <a:ext cx="10908792" cy="1900000"/>
          </a:xfrm>
          <a:prstGeom prst="roundRect">
            <a:avLst>
              <a:gd name="adj" fmla="val 1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14" name="Text 114"/>
          <p:cNvSpPr txBox="1"/>
          <p:nvPr/>
        </p:nvSpPr>
        <p:spPr>
          <a:xfrm>
            <a:off x="940080" y="2600000"/>
            <a:ext cx="7000000" cy="300000"/>
          </a:xfrm>
          <a:prstGeom prst="rect">
            <a:avLst/>
          </a:prstGeom>
          <a:noFill/>
        </p:spPr>
        <p:txBody>
          <a:bodyPr wrap="square" lIns="0" tIns="0" rIns="0" bIns="0" rtlCol="0" anchor="ctr"/>
          <a:lstStyle/>
          <a:p>
            <a:pPr marL="0" indent="0" algn="l">
              <a:lnSpc>
                <a:spcPct val="115000"/>
              </a:lnSpc>
              <a:buNone/>
            </a:pPr>
            <a:r>
              <a:rPr lang="ko-KR" sz="1100" b="1" dirty="0">
                <a:solidFill>
                  <a:srgbClr val="8A91AA"/>
                </a:solidFill>
                <a:latin typeface="Malgun Gothic" pitchFamily="34" charset="0"/>
                <a:ea typeface="Malgun Gothic" pitchFamily="34" charset="-122"/>
                <a:cs typeface="Malgun Gothic" pitchFamily="34" charset="-120"/>
              </a:rPr>
              <a:t>기능정의서 예시  </a:t>
            </a:r>
            <a:r>
              <a:rPr lang="ko-KR" sz="1200" b="1" dirty="0">
                <a:solidFill>
                  <a:srgbClr val="39405C"/>
                </a:solidFill>
                <a:latin typeface="Malgun Gothic" pitchFamily="34" charset="0"/>
                <a:ea typeface="Malgun Gothic" pitchFamily="34" charset="-122"/>
                <a:cs typeface="Malgun Gothic" pitchFamily="34" charset="-120"/>
              </a:rPr>
              <a:t>F-CHR-01  그림 올리기 · 분석 Job</a:t>
            </a:r>
          </a:p>
        </p:txBody>
      </p:sp>
      <p:sp>
        <p:nvSpPr>
          <p:cNvPr id="115" name="Node 115"/>
          <p:cNvSpPr/>
          <p:nvPr/>
        </p:nvSpPr>
        <p:spPr>
          <a:xfrm>
            <a:off x="940080" y="3030000"/>
            <a:ext cx="1800000" cy="1150000"/>
          </a:xfrm>
          <a:prstGeom prst="roundRect">
            <a:avLst>
              <a:gd name="adj" fmla="val 12000"/>
            </a:avLst>
          </a:prstGeom>
          <a:solidFill>
            <a:srgbClr val="DDE2FF"/>
          </a:solidFill>
          <a:ln>
            <a:noFill/>
          </a:ln>
          <a:effectLst/>
        </p:spPr>
        <p:txBody>
          <a:bodyPr wrap="square" lIns="0" tIns="0" rIns="0" bIns="0" rtlCol="0" anchor="ctr"/>
          <a:lstStyle/>
          <a:p>
            <a:endParaRPr lang="ko-KR"/>
          </a:p>
        </p:txBody>
      </p:sp>
      <p:sp>
        <p:nvSpPr>
          <p:cNvPr id="116" name="Pill 116"/>
          <p:cNvSpPr/>
          <p:nvPr/>
        </p:nvSpPr>
        <p:spPr>
          <a:xfrm>
            <a:off x="1090080" y="3110000"/>
            <a:ext cx="600000" cy="240000"/>
          </a:xfrm>
          <a:prstGeom prst="roundRect">
            <a:avLst>
              <a:gd name="adj" fmla="val 50000"/>
            </a:avLst>
          </a:prstGeom>
          <a:solidFill>
            <a:srgbClr val="FFFFFF"/>
          </a:solidFill>
          <a:ln>
            <a:noFill/>
          </a:ln>
          <a:effectLst/>
        </p:spPr>
        <p:txBody>
          <a:bodyPr wrap="square" lIns="0" tIns="0" rIns="0" bIns="0" rtlCol="0" anchor="ctr"/>
          <a:lstStyle/>
          <a:p>
            <a:pPr marL="0" indent="0" algn="ctr">
              <a:lnSpc>
                <a:spcPct val="110000"/>
              </a:lnSpc>
              <a:buNone/>
            </a:pPr>
            <a:r>
              <a:rPr lang="ko-KR" sz="900" b="1" dirty="0">
                <a:solidFill>
                  <a:srgbClr val="6274E8"/>
                </a:solidFill>
                <a:latin typeface="Malgun Gothic" pitchFamily="34" charset="0"/>
                <a:ea typeface="Malgun Gothic" pitchFamily="34" charset="-122"/>
                <a:cs typeface="Malgun Gothic" pitchFamily="34" charset="-120"/>
              </a:rPr>
              <a:t>입력</a:t>
            </a:r>
          </a:p>
        </p:txBody>
      </p:sp>
      <p:sp>
        <p:nvSpPr>
          <p:cNvPr id="117" name="Text 117"/>
          <p:cNvSpPr txBox="1"/>
          <p:nvPr/>
        </p:nvSpPr>
        <p:spPr>
          <a:xfrm>
            <a:off x="1090080" y="3400000"/>
            <a:ext cx="1500000" cy="320000"/>
          </a:xfrm>
          <a:prstGeom prst="rect">
            <a:avLst/>
          </a:prstGeom>
          <a:noFill/>
        </p:spPr>
        <p:txBody>
          <a:bodyPr wrap="square" lIns="0" tIns="0" rIns="0" bIns="0" rtlCol="0" anchor="ctr"/>
          <a:lstStyle/>
          <a:p>
            <a:pPr marL="0" indent="0" algn="l">
              <a:lnSpc>
                <a:spcPct val="115000"/>
              </a:lnSpc>
              <a:buNone/>
            </a:pPr>
            <a:r>
              <a:rPr lang="ko-KR" sz="1400" b="1" dirty="0">
                <a:solidFill>
                  <a:srgbClr val="39405C"/>
                </a:solidFill>
                <a:latin typeface="Malgun Gothic" pitchFamily="34" charset="0"/>
                <a:ea typeface="Malgun Gothic" pitchFamily="34" charset="-122"/>
                <a:cs typeface="Malgun Gothic" pitchFamily="34" charset="-120"/>
              </a:rPr>
              <a:t>사용자 그림</a:t>
            </a:r>
          </a:p>
        </p:txBody>
      </p:sp>
      <p:sp>
        <p:nvSpPr>
          <p:cNvPr id="118" name="Text 118"/>
          <p:cNvSpPr txBox="1"/>
          <p:nvPr/>
        </p:nvSpPr>
        <p:spPr>
          <a:xfrm>
            <a:off x="1090080" y="3720000"/>
            <a:ext cx="1500000" cy="420000"/>
          </a:xfrm>
          <a:prstGeom prst="rect">
            <a:avLst/>
          </a:prstGeom>
          <a:noFill/>
        </p:spPr>
        <p:txBody>
          <a:bodyPr wrap="square" lIns="0" tIns="0" rIns="0" bIns="0" rtlCol="0" anchor="t"/>
          <a:lstStyle/>
          <a:p>
            <a:pPr marL="0" indent="0" algn="l">
              <a:lnSpc>
                <a:spcPct val="115000"/>
              </a:lnSpc>
              <a:buNone/>
            </a:pPr>
            <a:r>
              <a:rPr lang="ko-KR" sz="950" dirty="0">
                <a:solidFill>
                  <a:srgbClr val="4A5170"/>
                </a:solidFill>
                <a:latin typeface="Malgun Gothic" pitchFamily="34" charset="0"/>
                <a:ea typeface="Malgun Gothic" pitchFamily="34" charset="-122"/>
                <a:cs typeface="Malgun Gothic" pitchFamily="34" charset="-120"/>
              </a:rPr>
              <a:t>카메라 · 앨범 ·</a:t>
            </a:r>
          </a:p>
          <a:p>
            <a:pPr marL="0" indent="0" algn="l">
              <a:lnSpc>
                <a:spcPct val="115000"/>
              </a:lnSpc>
              <a:buNone/>
            </a:pPr>
            <a:r>
              <a:rPr lang="ko-KR" sz="950" dirty="0">
                <a:solidFill>
                  <a:srgbClr val="4A5170"/>
                </a:solidFill>
                <a:latin typeface="Malgun Gothic" pitchFamily="34" charset="0"/>
                <a:ea typeface="Malgun Gothic" pitchFamily="34" charset="-122"/>
                <a:cs typeface="Malgun Gothic" pitchFamily="34" charset="-120"/>
              </a:rPr>
              <a:t>화면에 그리기</a:t>
            </a:r>
          </a:p>
        </p:txBody>
      </p:sp>
      <p:sp>
        <p:nvSpPr>
          <p:cNvPr id="119" name="Text 119"/>
          <p:cNvSpPr txBox="1"/>
          <p:nvPr/>
        </p:nvSpPr>
        <p:spPr>
          <a:xfrm>
            <a:off x="2740080" y="3370000"/>
            <a:ext cx="327198" cy="400000"/>
          </a:xfrm>
          <a:prstGeom prst="rect">
            <a:avLst/>
          </a:prstGeom>
          <a:noFill/>
        </p:spPr>
        <p:txBody>
          <a:bodyPr wrap="square" lIns="0" tIns="0" rIns="0" bIns="0" rtlCol="0" anchor="ctr"/>
          <a:lstStyle/>
          <a:p>
            <a:pPr marL="0" indent="0" algn="ctr">
              <a:lnSpc>
                <a:spcPct val="115000"/>
              </a:lnSpc>
              <a:buNone/>
            </a:pPr>
            <a:r>
              <a:rPr lang="ko-KR" sz="1600" b="1" dirty="0">
                <a:solidFill>
                  <a:srgbClr val="E0607A"/>
                </a:solidFill>
                <a:latin typeface="Malgun Gothic" pitchFamily="34" charset="0"/>
                <a:ea typeface="Malgun Gothic" pitchFamily="34" charset="-122"/>
                <a:cs typeface="Malgun Gothic" pitchFamily="34" charset="-120"/>
              </a:rPr>
              <a:t>→</a:t>
            </a:r>
          </a:p>
        </p:txBody>
      </p:sp>
      <p:sp>
        <p:nvSpPr>
          <p:cNvPr id="120" name="Node 120"/>
          <p:cNvSpPr/>
          <p:nvPr/>
        </p:nvSpPr>
        <p:spPr>
          <a:xfrm>
            <a:off x="3067278" y="3030000"/>
            <a:ext cx="1800000" cy="1150000"/>
          </a:xfrm>
          <a:prstGeom prst="roundRect">
            <a:avLst>
              <a:gd name="adj" fmla="val 12000"/>
            </a:avLst>
          </a:prstGeom>
          <a:solidFill>
            <a:srgbClr val="FDE0E6"/>
          </a:solidFill>
          <a:ln>
            <a:noFill/>
          </a:ln>
          <a:effectLst/>
        </p:spPr>
        <p:txBody>
          <a:bodyPr wrap="square" lIns="0" tIns="0" rIns="0" bIns="0" rtlCol="0" anchor="ctr"/>
          <a:lstStyle/>
          <a:p>
            <a:endParaRPr lang="ko-KR"/>
          </a:p>
        </p:txBody>
      </p:sp>
      <p:sp>
        <p:nvSpPr>
          <p:cNvPr id="121" name="Pill 121"/>
          <p:cNvSpPr/>
          <p:nvPr/>
        </p:nvSpPr>
        <p:spPr>
          <a:xfrm>
            <a:off x="3217278" y="3110000"/>
            <a:ext cx="600000" cy="240000"/>
          </a:xfrm>
          <a:prstGeom prst="roundRect">
            <a:avLst>
              <a:gd name="adj" fmla="val 50000"/>
            </a:avLst>
          </a:prstGeom>
          <a:solidFill>
            <a:srgbClr val="FFFFFF"/>
          </a:solidFill>
          <a:ln>
            <a:noFill/>
          </a:ln>
          <a:effectLst/>
        </p:spPr>
        <p:txBody>
          <a:bodyPr wrap="square" lIns="0" tIns="0" rIns="0" bIns="0" rtlCol="0" anchor="ctr"/>
          <a:lstStyle/>
          <a:p>
            <a:pPr marL="0" indent="0" algn="ctr">
              <a:lnSpc>
                <a:spcPct val="110000"/>
              </a:lnSpc>
              <a:buNone/>
            </a:pPr>
            <a:r>
              <a:rPr lang="ko-KR" sz="900" b="1" dirty="0">
                <a:solidFill>
                  <a:srgbClr val="E0607A"/>
                </a:solidFill>
                <a:latin typeface="Malgun Gothic" pitchFamily="34" charset="0"/>
                <a:ea typeface="Malgun Gothic" pitchFamily="34" charset="-122"/>
                <a:cs typeface="Malgun Gothic" pitchFamily="34" charset="-120"/>
              </a:rPr>
              <a:t>처리</a:t>
            </a:r>
          </a:p>
        </p:txBody>
      </p:sp>
      <p:sp>
        <p:nvSpPr>
          <p:cNvPr id="122" name="Text 122"/>
          <p:cNvSpPr txBox="1"/>
          <p:nvPr/>
        </p:nvSpPr>
        <p:spPr>
          <a:xfrm>
            <a:off x="3217278" y="3400000"/>
            <a:ext cx="1500000" cy="320000"/>
          </a:xfrm>
          <a:prstGeom prst="rect">
            <a:avLst/>
          </a:prstGeom>
          <a:noFill/>
        </p:spPr>
        <p:txBody>
          <a:bodyPr wrap="square" lIns="0" tIns="0" rIns="0" bIns="0" rtlCol="0" anchor="ctr"/>
          <a:lstStyle/>
          <a:p>
            <a:pPr marL="0" indent="0" algn="l">
              <a:lnSpc>
                <a:spcPct val="115000"/>
              </a:lnSpc>
              <a:buNone/>
            </a:pPr>
            <a:r>
              <a:rPr lang="ko-KR" sz="1400" b="1" dirty="0">
                <a:solidFill>
                  <a:srgbClr val="39405C"/>
                </a:solidFill>
                <a:latin typeface="Malgun Gothic" pitchFamily="34" charset="0"/>
                <a:ea typeface="Malgun Gothic" pitchFamily="34" charset="-122"/>
                <a:cs typeface="Malgun Gothic" pitchFamily="34" charset="-120"/>
              </a:rPr>
              <a:t>Backend 저장</a:t>
            </a:r>
          </a:p>
        </p:txBody>
      </p:sp>
      <p:sp>
        <p:nvSpPr>
          <p:cNvPr id="123" name="Text 123"/>
          <p:cNvSpPr txBox="1"/>
          <p:nvPr/>
        </p:nvSpPr>
        <p:spPr>
          <a:xfrm>
            <a:off x="3217278" y="3720000"/>
            <a:ext cx="1500000" cy="420000"/>
          </a:xfrm>
          <a:prstGeom prst="rect">
            <a:avLst/>
          </a:prstGeom>
          <a:noFill/>
        </p:spPr>
        <p:txBody>
          <a:bodyPr wrap="square" lIns="0" tIns="0" rIns="0" bIns="0" rtlCol="0" anchor="t"/>
          <a:lstStyle/>
          <a:p>
            <a:pPr marL="0" indent="0" algn="l">
              <a:lnSpc>
                <a:spcPct val="115000"/>
              </a:lnSpc>
              <a:buNone/>
            </a:pPr>
            <a:r>
              <a:rPr lang="ko-KR" sz="950" dirty="0">
                <a:solidFill>
                  <a:srgbClr val="4A5170"/>
                </a:solidFill>
                <a:latin typeface="Malgun Gothic" pitchFamily="34" charset="0"/>
                <a:ea typeface="Malgun Gothic" pitchFamily="34" charset="-122"/>
                <a:cs typeface="Malgun Gothic" pitchFamily="34" charset="-120"/>
              </a:rPr>
              <a:t>원본 그림</a:t>
            </a:r>
          </a:p>
          <a:p>
            <a:pPr marL="0" indent="0" algn="l">
              <a:lnSpc>
                <a:spcPct val="115000"/>
              </a:lnSpc>
              <a:buNone/>
            </a:pPr>
            <a:r>
              <a:rPr lang="ko-KR" sz="950" dirty="0">
                <a:solidFill>
                  <a:srgbClr val="4A5170"/>
                </a:solidFill>
                <a:latin typeface="Malgun Gothic" pitchFamily="34" charset="0"/>
                <a:ea typeface="Malgun Gothic" pitchFamily="34" charset="-122"/>
                <a:cs typeface="Malgun Gothic" pitchFamily="34" charset="-120"/>
              </a:rPr>
              <a:t>파일 저장</a:t>
            </a:r>
          </a:p>
        </p:txBody>
      </p:sp>
      <p:sp>
        <p:nvSpPr>
          <p:cNvPr id="124" name="Text 124"/>
          <p:cNvSpPr txBox="1"/>
          <p:nvPr/>
        </p:nvSpPr>
        <p:spPr>
          <a:xfrm>
            <a:off x="4867278" y="3370000"/>
            <a:ext cx="327198" cy="400000"/>
          </a:xfrm>
          <a:prstGeom prst="rect">
            <a:avLst/>
          </a:prstGeom>
          <a:noFill/>
        </p:spPr>
        <p:txBody>
          <a:bodyPr wrap="square" lIns="0" tIns="0" rIns="0" bIns="0" rtlCol="0" anchor="ctr"/>
          <a:lstStyle/>
          <a:p>
            <a:pPr marL="0" indent="0" algn="ctr">
              <a:lnSpc>
                <a:spcPct val="115000"/>
              </a:lnSpc>
              <a:buNone/>
            </a:pPr>
            <a:r>
              <a:rPr lang="ko-KR" sz="1600" b="1" dirty="0">
                <a:solidFill>
                  <a:srgbClr val="E0607A"/>
                </a:solidFill>
                <a:latin typeface="Malgun Gothic" pitchFamily="34" charset="0"/>
                <a:ea typeface="Malgun Gothic" pitchFamily="34" charset="-122"/>
                <a:cs typeface="Malgun Gothic" pitchFamily="34" charset="-120"/>
              </a:rPr>
              <a:t>→</a:t>
            </a:r>
          </a:p>
        </p:txBody>
      </p:sp>
      <p:sp>
        <p:nvSpPr>
          <p:cNvPr id="125" name="Node 125"/>
          <p:cNvSpPr/>
          <p:nvPr/>
        </p:nvSpPr>
        <p:spPr>
          <a:xfrm>
            <a:off x="5194476" y="3030000"/>
            <a:ext cx="1800000" cy="1150000"/>
          </a:xfrm>
          <a:prstGeom prst="roundRect">
            <a:avLst>
              <a:gd name="adj" fmla="val 12000"/>
            </a:avLst>
          </a:prstGeom>
          <a:solidFill>
            <a:srgbClr val="FDE0E6"/>
          </a:solidFill>
          <a:ln>
            <a:noFill/>
          </a:ln>
          <a:effectLst/>
        </p:spPr>
        <p:txBody>
          <a:bodyPr wrap="square" lIns="0" tIns="0" rIns="0" bIns="0" rtlCol="0" anchor="ctr"/>
          <a:lstStyle/>
          <a:p>
            <a:endParaRPr lang="ko-KR"/>
          </a:p>
        </p:txBody>
      </p:sp>
      <p:sp>
        <p:nvSpPr>
          <p:cNvPr id="126" name="Pill 126"/>
          <p:cNvSpPr/>
          <p:nvPr/>
        </p:nvSpPr>
        <p:spPr>
          <a:xfrm>
            <a:off x="5344476" y="3110000"/>
            <a:ext cx="600000" cy="240000"/>
          </a:xfrm>
          <a:prstGeom prst="roundRect">
            <a:avLst>
              <a:gd name="adj" fmla="val 50000"/>
            </a:avLst>
          </a:prstGeom>
          <a:solidFill>
            <a:srgbClr val="FFFFFF"/>
          </a:solidFill>
          <a:ln>
            <a:noFill/>
          </a:ln>
          <a:effectLst/>
        </p:spPr>
        <p:txBody>
          <a:bodyPr wrap="square" lIns="0" tIns="0" rIns="0" bIns="0" rtlCol="0" anchor="ctr"/>
          <a:lstStyle/>
          <a:p>
            <a:pPr marL="0" indent="0" algn="ctr">
              <a:lnSpc>
                <a:spcPct val="110000"/>
              </a:lnSpc>
              <a:buNone/>
            </a:pPr>
            <a:r>
              <a:rPr lang="ko-KR" sz="900" b="1" dirty="0">
                <a:solidFill>
                  <a:srgbClr val="E0607A"/>
                </a:solidFill>
                <a:latin typeface="Malgun Gothic" pitchFamily="34" charset="0"/>
                <a:ea typeface="Malgun Gothic" pitchFamily="34" charset="-122"/>
                <a:cs typeface="Malgun Gothic" pitchFamily="34" charset="-120"/>
              </a:rPr>
              <a:t>처리</a:t>
            </a:r>
          </a:p>
        </p:txBody>
      </p:sp>
      <p:sp>
        <p:nvSpPr>
          <p:cNvPr id="127" name="Text 127"/>
          <p:cNvSpPr txBox="1"/>
          <p:nvPr/>
        </p:nvSpPr>
        <p:spPr>
          <a:xfrm>
            <a:off x="5344476" y="3400000"/>
            <a:ext cx="1500000" cy="320000"/>
          </a:xfrm>
          <a:prstGeom prst="rect">
            <a:avLst/>
          </a:prstGeom>
          <a:noFill/>
        </p:spPr>
        <p:txBody>
          <a:bodyPr wrap="square" lIns="0" tIns="0" rIns="0" bIns="0" rtlCol="0" anchor="ctr"/>
          <a:lstStyle/>
          <a:p>
            <a:pPr marL="0" indent="0" algn="l">
              <a:lnSpc>
                <a:spcPct val="115000"/>
              </a:lnSpc>
              <a:buNone/>
            </a:pPr>
            <a:r>
              <a:rPr lang="ko-KR" sz="1400" b="1" dirty="0">
                <a:solidFill>
                  <a:srgbClr val="39405C"/>
                </a:solidFill>
                <a:latin typeface="Malgun Gothic" pitchFamily="34" charset="0"/>
                <a:ea typeface="Malgun Gothic" pitchFamily="34" charset="-122"/>
                <a:cs typeface="Malgun Gothic" pitchFamily="34" charset="-120"/>
              </a:rPr>
              <a:t>Analyze Job</a:t>
            </a:r>
          </a:p>
        </p:txBody>
      </p:sp>
      <p:sp>
        <p:nvSpPr>
          <p:cNvPr id="128" name="Text 128"/>
          <p:cNvSpPr txBox="1"/>
          <p:nvPr/>
        </p:nvSpPr>
        <p:spPr>
          <a:xfrm>
            <a:off x="5344476" y="3720000"/>
            <a:ext cx="1500000" cy="420000"/>
          </a:xfrm>
          <a:prstGeom prst="rect">
            <a:avLst/>
          </a:prstGeom>
          <a:noFill/>
        </p:spPr>
        <p:txBody>
          <a:bodyPr wrap="square" lIns="0" tIns="0" rIns="0" bIns="0" rtlCol="0" anchor="t"/>
          <a:lstStyle/>
          <a:p>
            <a:pPr marL="0" indent="0" algn="l">
              <a:lnSpc>
                <a:spcPct val="115000"/>
              </a:lnSpc>
              <a:buNone/>
            </a:pPr>
            <a:r>
              <a:rPr lang="ko-KR" sz="950" dirty="0">
                <a:solidFill>
                  <a:srgbClr val="4A5170"/>
                </a:solidFill>
                <a:latin typeface="Malgun Gothic" pitchFamily="34" charset="0"/>
                <a:ea typeface="Malgun Gothic" pitchFamily="34" charset="-122"/>
                <a:cs typeface="Malgun Gothic" pitchFamily="34" charset="-120"/>
              </a:rPr>
              <a:t>Job 생성 (202)</a:t>
            </a:r>
          </a:p>
          <a:p>
            <a:pPr marL="0" indent="0" algn="l">
              <a:lnSpc>
                <a:spcPct val="115000"/>
              </a:lnSpc>
              <a:buNone/>
            </a:pPr>
            <a:r>
              <a:rPr lang="ko-KR" sz="950" dirty="0">
                <a:solidFill>
                  <a:srgbClr val="4A5170"/>
                </a:solidFill>
                <a:latin typeface="Malgun Gothic" pitchFamily="34" charset="0"/>
                <a:ea typeface="Malgun Gothic" pitchFamily="34" charset="-122"/>
                <a:cs typeface="Malgun Gothic" pitchFamily="34" charset="-120"/>
              </a:rPr>
              <a:t>프론트는 상태 조회</a:t>
            </a:r>
          </a:p>
        </p:txBody>
      </p:sp>
      <p:sp>
        <p:nvSpPr>
          <p:cNvPr id="129" name="Text 129"/>
          <p:cNvSpPr txBox="1"/>
          <p:nvPr/>
        </p:nvSpPr>
        <p:spPr>
          <a:xfrm>
            <a:off x="6994476" y="3370000"/>
            <a:ext cx="327198" cy="400000"/>
          </a:xfrm>
          <a:prstGeom prst="rect">
            <a:avLst/>
          </a:prstGeom>
          <a:noFill/>
        </p:spPr>
        <p:txBody>
          <a:bodyPr wrap="square" lIns="0" tIns="0" rIns="0" bIns="0" rtlCol="0" anchor="ctr"/>
          <a:lstStyle/>
          <a:p>
            <a:pPr marL="0" indent="0" algn="ctr">
              <a:lnSpc>
                <a:spcPct val="115000"/>
              </a:lnSpc>
              <a:buNone/>
            </a:pPr>
            <a:r>
              <a:rPr lang="ko-KR" sz="1600" b="1" dirty="0">
                <a:solidFill>
                  <a:srgbClr val="E0607A"/>
                </a:solidFill>
                <a:latin typeface="Malgun Gothic" pitchFamily="34" charset="0"/>
                <a:ea typeface="Malgun Gothic" pitchFamily="34" charset="-122"/>
                <a:cs typeface="Malgun Gothic" pitchFamily="34" charset="-120"/>
              </a:rPr>
              <a:t>→</a:t>
            </a:r>
          </a:p>
        </p:txBody>
      </p:sp>
      <p:sp>
        <p:nvSpPr>
          <p:cNvPr id="130" name="Node 130"/>
          <p:cNvSpPr/>
          <p:nvPr/>
        </p:nvSpPr>
        <p:spPr>
          <a:xfrm>
            <a:off x="7321674" y="3030000"/>
            <a:ext cx="1800000" cy="1150000"/>
          </a:xfrm>
          <a:prstGeom prst="roundRect">
            <a:avLst>
              <a:gd name="adj" fmla="val 12000"/>
            </a:avLst>
          </a:prstGeom>
          <a:solidFill>
            <a:srgbClr val="DCF2E4"/>
          </a:solidFill>
          <a:ln>
            <a:noFill/>
          </a:ln>
          <a:effectLst/>
        </p:spPr>
        <p:txBody>
          <a:bodyPr wrap="square" lIns="0" tIns="0" rIns="0" bIns="0" rtlCol="0" anchor="ctr"/>
          <a:lstStyle/>
          <a:p>
            <a:endParaRPr lang="ko-KR"/>
          </a:p>
        </p:txBody>
      </p:sp>
      <p:sp>
        <p:nvSpPr>
          <p:cNvPr id="131" name="Pill 131"/>
          <p:cNvSpPr/>
          <p:nvPr/>
        </p:nvSpPr>
        <p:spPr>
          <a:xfrm>
            <a:off x="7471674" y="3110000"/>
            <a:ext cx="600000" cy="240000"/>
          </a:xfrm>
          <a:prstGeom prst="roundRect">
            <a:avLst>
              <a:gd name="adj" fmla="val 50000"/>
            </a:avLst>
          </a:prstGeom>
          <a:solidFill>
            <a:srgbClr val="FFFFFF"/>
          </a:solidFill>
          <a:ln>
            <a:noFill/>
          </a:ln>
          <a:effectLst/>
        </p:spPr>
        <p:txBody>
          <a:bodyPr wrap="square" lIns="0" tIns="0" rIns="0" bIns="0" rtlCol="0" anchor="ctr"/>
          <a:lstStyle/>
          <a:p>
            <a:pPr marL="0" indent="0" algn="ctr">
              <a:lnSpc>
                <a:spcPct val="110000"/>
              </a:lnSpc>
              <a:buNone/>
            </a:pPr>
            <a:r>
              <a:rPr lang="ko-KR" sz="900" b="1" dirty="0">
                <a:solidFill>
                  <a:srgbClr val="2F9E78"/>
                </a:solidFill>
                <a:latin typeface="Malgun Gothic" pitchFamily="34" charset="0"/>
                <a:ea typeface="Malgun Gothic" pitchFamily="34" charset="-122"/>
                <a:cs typeface="Malgun Gothic" pitchFamily="34" charset="-120"/>
              </a:rPr>
              <a:t>처리</a:t>
            </a:r>
          </a:p>
        </p:txBody>
      </p:sp>
      <p:sp>
        <p:nvSpPr>
          <p:cNvPr id="132" name="Text 132"/>
          <p:cNvSpPr txBox="1"/>
          <p:nvPr/>
        </p:nvSpPr>
        <p:spPr>
          <a:xfrm>
            <a:off x="7471674" y="3400000"/>
            <a:ext cx="1500000" cy="320000"/>
          </a:xfrm>
          <a:prstGeom prst="rect">
            <a:avLst/>
          </a:prstGeom>
          <a:noFill/>
        </p:spPr>
        <p:txBody>
          <a:bodyPr wrap="square" lIns="0" tIns="0" rIns="0" bIns="0" rtlCol="0" anchor="ctr"/>
          <a:lstStyle/>
          <a:p>
            <a:pPr marL="0" indent="0" algn="l">
              <a:lnSpc>
                <a:spcPct val="115000"/>
              </a:lnSpc>
              <a:buNone/>
            </a:pPr>
            <a:r>
              <a:rPr lang="ko-KR" sz="1400" b="1" dirty="0">
                <a:solidFill>
                  <a:srgbClr val="39405C"/>
                </a:solidFill>
                <a:latin typeface="Malgun Gothic" pitchFamily="34" charset="0"/>
                <a:ea typeface="Malgun Gothic" pitchFamily="34" charset="-122"/>
                <a:cs typeface="Malgun Gothic" pitchFamily="34" charset="-120"/>
              </a:rPr>
              <a:t>AI Runtime</a:t>
            </a:r>
          </a:p>
        </p:txBody>
      </p:sp>
      <p:sp>
        <p:nvSpPr>
          <p:cNvPr id="133" name="Text 133"/>
          <p:cNvSpPr txBox="1"/>
          <p:nvPr/>
        </p:nvSpPr>
        <p:spPr>
          <a:xfrm>
            <a:off x="7471674" y="3720000"/>
            <a:ext cx="1500000" cy="420000"/>
          </a:xfrm>
          <a:prstGeom prst="rect">
            <a:avLst/>
          </a:prstGeom>
          <a:noFill/>
        </p:spPr>
        <p:txBody>
          <a:bodyPr wrap="square" lIns="0" tIns="0" rIns="0" bIns="0" rtlCol="0" anchor="t"/>
          <a:lstStyle/>
          <a:p>
            <a:pPr marL="0" indent="0" algn="l">
              <a:lnSpc>
                <a:spcPct val="115000"/>
              </a:lnSpc>
              <a:buNone/>
            </a:pPr>
            <a:r>
              <a:rPr lang="ko-KR" sz="950" dirty="0">
                <a:solidFill>
                  <a:srgbClr val="4A5170"/>
                </a:solidFill>
                <a:latin typeface="Malgun Gothic" pitchFamily="34" charset="0"/>
                <a:ea typeface="Malgun Gothic" pitchFamily="34" charset="-122"/>
                <a:cs typeface="Malgun Gothic" pitchFamily="34" charset="-120"/>
              </a:rPr>
              <a:t>AI 분석 요청</a:t>
            </a:r>
          </a:p>
          <a:p>
            <a:pPr marL="0" indent="0" algn="l">
              <a:lnSpc>
                <a:spcPct val="115000"/>
              </a:lnSpc>
              <a:buNone/>
            </a:pPr>
            <a:r>
              <a:rPr lang="ko-KR" sz="950" dirty="0">
                <a:solidFill>
                  <a:srgbClr val="4A5170"/>
                </a:solidFill>
                <a:latin typeface="Malgun Gothic" pitchFamily="34" charset="0"/>
                <a:ea typeface="Malgun Gothic" pitchFamily="34" charset="-122"/>
                <a:cs typeface="Malgun Gothic" pitchFamily="34" charset="-120"/>
              </a:rPr>
              <a:t>(내부 API)</a:t>
            </a:r>
          </a:p>
        </p:txBody>
      </p:sp>
      <p:sp>
        <p:nvSpPr>
          <p:cNvPr id="134" name="Text 134"/>
          <p:cNvSpPr txBox="1"/>
          <p:nvPr/>
        </p:nvSpPr>
        <p:spPr>
          <a:xfrm>
            <a:off x="9121674" y="3370000"/>
            <a:ext cx="327198" cy="400000"/>
          </a:xfrm>
          <a:prstGeom prst="rect">
            <a:avLst/>
          </a:prstGeom>
          <a:noFill/>
        </p:spPr>
        <p:txBody>
          <a:bodyPr wrap="square" lIns="0" tIns="0" rIns="0" bIns="0" rtlCol="0" anchor="ctr"/>
          <a:lstStyle/>
          <a:p>
            <a:pPr marL="0" indent="0" algn="ctr">
              <a:lnSpc>
                <a:spcPct val="115000"/>
              </a:lnSpc>
              <a:buNone/>
            </a:pPr>
            <a:r>
              <a:rPr lang="ko-KR" sz="1600" b="1" dirty="0">
                <a:solidFill>
                  <a:srgbClr val="E0607A"/>
                </a:solidFill>
                <a:latin typeface="Malgun Gothic" pitchFamily="34" charset="0"/>
                <a:ea typeface="Malgun Gothic" pitchFamily="34" charset="-122"/>
                <a:cs typeface="Malgun Gothic" pitchFamily="34" charset="-120"/>
              </a:rPr>
              <a:t>→</a:t>
            </a:r>
          </a:p>
        </p:txBody>
      </p:sp>
      <p:sp>
        <p:nvSpPr>
          <p:cNvPr id="135" name="Node 135"/>
          <p:cNvSpPr/>
          <p:nvPr/>
        </p:nvSpPr>
        <p:spPr>
          <a:xfrm>
            <a:off x="9448872" y="3030000"/>
            <a:ext cx="1800000" cy="1150000"/>
          </a:xfrm>
          <a:prstGeom prst="roundRect">
            <a:avLst>
              <a:gd name="adj" fmla="val 12000"/>
            </a:avLst>
          </a:prstGeom>
          <a:solidFill>
            <a:srgbClr val="FFF1C2"/>
          </a:solidFill>
          <a:ln>
            <a:noFill/>
          </a:ln>
          <a:effectLst/>
        </p:spPr>
        <p:txBody>
          <a:bodyPr wrap="square" lIns="0" tIns="0" rIns="0" bIns="0" rtlCol="0" anchor="ctr"/>
          <a:lstStyle/>
          <a:p>
            <a:endParaRPr lang="ko-KR"/>
          </a:p>
        </p:txBody>
      </p:sp>
      <p:sp>
        <p:nvSpPr>
          <p:cNvPr id="136" name="Pill 136"/>
          <p:cNvSpPr/>
          <p:nvPr/>
        </p:nvSpPr>
        <p:spPr>
          <a:xfrm>
            <a:off x="9598872" y="3110000"/>
            <a:ext cx="600000" cy="240000"/>
          </a:xfrm>
          <a:prstGeom prst="roundRect">
            <a:avLst>
              <a:gd name="adj" fmla="val 50000"/>
            </a:avLst>
          </a:prstGeom>
          <a:solidFill>
            <a:srgbClr val="FFFFFF"/>
          </a:solidFill>
          <a:ln>
            <a:noFill/>
          </a:ln>
          <a:effectLst/>
        </p:spPr>
        <p:txBody>
          <a:bodyPr wrap="square" lIns="0" tIns="0" rIns="0" bIns="0" rtlCol="0" anchor="ctr"/>
          <a:lstStyle/>
          <a:p>
            <a:pPr marL="0" indent="0" algn="ctr">
              <a:lnSpc>
                <a:spcPct val="110000"/>
              </a:lnSpc>
              <a:buNone/>
            </a:pPr>
            <a:r>
              <a:rPr lang="ko-KR" sz="900" b="1" dirty="0">
                <a:solidFill>
                  <a:srgbClr val="B9860C"/>
                </a:solidFill>
                <a:latin typeface="Malgun Gothic" pitchFamily="34" charset="0"/>
                <a:ea typeface="Malgun Gothic" pitchFamily="34" charset="-122"/>
                <a:cs typeface="Malgun Gothic" pitchFamily="34" charset="-120"/>
              </a:rPr>
              <a:t>출력</a:t>
            </a:r>
          </a:p>
        </p:txBody>
      </p:sp>
      <p:sp>
        <p:nvSpPr>
          <p:cNvPr id="137" name="Text 137"/>
          <p:cNvSpPr txBox="1"/>
          <p:nvPr/>
        </p:nvSpPr>
        <p:spPr>
          <a:xfrm>
            <a:off x="9598872" y="3400000"/>
            <a:ext cx="1500000" cy="320000"/>
          </a:xfrm>
          <a:prstGeom prst="rect">
            <a:avLst/>
          </a:prstGeom>
          <a:noFill/>
        </p:spPr>
        <p:txBody>
          <a:bodyPr wrap="square" lIns="0" tIns="0" rIns="0" bIns="0" rtlCol="0" anchor="ctr"/>
          <a:lstStyle/>
          <a:p>
            <a:pPr marL="0" indent="0" algn="l">
              <a:lnSpc>
                <a:spcPct val="115000"/>
              </a:lnSpc>
              <a:buNone/>
            </a:pPr>
            <a:r>
              <a:rPr lang="ko-KR" sz="1400" b="1" dirty="0">
                <a:solidFill>
                  <a:srgbClr val="39405C"/>
                </a:solidFill>
                <a:latin typeface="Malgun Gothic" pitchFamily="34" charset="0"/>
                <a:ea typeface="Malgun Gothic" pitchFamily="34" charset="-122"/>
                <a:cs typeface="Malgun Gothic" pitchFamily="34" charset="-120"/>
              </a:rPr>
              <a:t>15 Joint 결과</a:t>
            </a:r>
          </a:p>
        </p:txBody>
      </p:sp>
      <p:sp>
        <p:nvSpPr>
          <p:cNvPr id="138" name="Text 138"/>
          <p:cNvSpPr txBox="1"/>
          <p:nvPr/>
        </p:nvSpPr>
        <p:spPr>
          <a:xfrm>
            <a:off x="9598872" y="3720000"/>
            <a:ext cx="1500000" cy="420000"/>
          </a:xfrm>
          <a:prstGeom prst="rect">
            <a:avLst/>
          </a:prstGeom>
          <a:noFill/>
        </p:spPr>
        <p:txBody>
          <a:bodyPr wrap="square" lIns="0" tIns="0" rIns="0" bIns="0" rtlCol="0" anchor="t"/>
          <a:lstStyle/>
          <a:p>
            <a:pPr marL="0" indent="0" algn="l">
              <a:lnSpc>
                <a:spcPct val="115000"/>
              </a:lnSpc>
              <a:buNone/>
            </a:pPr>
            <a:r>
              <a:rPr lang="ko-KR" sz="950" dirty="0">
                <a:solidFill>
                  <a:srgbClr val="4A5170"/>
                </a:solidFill>
                <a:latin typeface="Malgun Gothic" pitchFamily="34" charset="0"/>
                <a:ea typeface="Malgun Gothic" pitchFamily="34" charset="-122"/>
                <a:cs typeface="Malgun Gothic" pitchFamily="34" charset="-120"/>
              </a:rPr>
              <a:t>이미지 크기 +</a:t>
            </a:r>
          </a:p>
          <a:p>
            <a:pPr marL="0" indent="0" algn="l">
              <a:lnSpc>
                <a:spcPct val="115000"/>
              </a:lnSpc>
              <a:buNone/>
            </a:pPr>
            <a:r>
              <a:rPr lang="ko-KR" sz="950" dirty="0">
                <a:solidFill>
                  <a:srgbClr val="4A5170"/>
                </a:solidFill>
                <a:latin typeface="Malgun Gothic" pitchFamily="34" charset="0"/>
                <a:ea typeface="Malgun Gothic" pitchFamily="34" charset="-122"/>
                <a:cs typeface="Malgun Gothic" pitchFamily="34" charset="-120"/>
              </a:rPr>
              <a:t>관절 15개</a:t>
            </a:r>
          </a:p>
        </p:txBody>
      </p:sp>
      <p:sp>
        <p:nvSpPr>
          <p:cNvPr id="139" name="Text 139"/>
          <p:cNvSpPr txBox="1"/>
          <p:nvPr/>
        </p:nvSpPr>
        <p:spPr>
          <a:xfrm>
            <a:off x="640080" y="4590000"/>
            <a:ext cx="5000000" cy="300000"/>
          </a:xfrm>
          <a:prstGeom prst="rect">
            <a:avLst/>
          </a:prstGeom>
          <a:noFill/>
        </p:spPr>
        <p:txBody>
          <a:bodyPr wrap="square" lIns="0" tIns="0" rIns="0" bIns="0" rtlCol="0" anchor="ctr"/>
          <a:lstStyle/>
          <a:p>
            <a:pPr marL="0" indent="0" algn="l">
              <a:lnSpc>
                <a:spcPct val="115000"/>
              </a:lnSpc>
              <a:buNone/>
            </a:pPr>
            <a:r>
              <a:rPr lang="ko-KR" sz="1100" b="1" dirty="0">
                <a:solidFill>
                  <a:srgbClr val="8A91AA"/>
                </a:solidFill>
                <a:latin typeface="Malgun Gothic" pitchFamily="34" charset="0"/>
                <a:ea typeface="Malgun Gothic" pitchFamily="34" charset="-122"/>
                <a:cs typeface="Malgun Gothic" pitchFamily="34" charset="-120"/>
              </a:rPr>
              <a:t>ID로 이어지는 연결</a:t>
            </a:r>
          </a:p>
        </p:txBody>
      </p:sp>
      <p:sp>
        <p:nvSpPr>
          <p:cNvPr id="140" name="Chain 140"/>
          <p:cNvSpPr/>
          <p:nvPr/>
        </p:nvSpPr>
        <p:spPr>
          <a:xfrm>
            <a:off x="640080" y="4950000"/>
            <a:ext cx="1040000" cy="420000"/>
          </a:xfrm>
          <a:prstGeom prst="roundRect">
            <a:avLst>
              <a:gd name="adj" fmla="val 50000"/>
            </a:avLst>
          </a:prstGeom>
          <a:solidFill>
            <a:srgbClr val="DDE2FF"/>
          </a:solidFill>
          <a:ln>
            <a:noFill/>
          </a:ln>
          <a:effectLst/>
        </p:spPr>
        <p:txBody>
          <a:bodyPr wrap="square" lIns="0" tIns="0" rIns="0" bIns="0" rtlCol="0" anchor="ctr"/>
          <a:lstStyle/>
          <a:p>
            <a:pPr marL="0" indent="0" algn="ctr">
              <a:lnSpc>
                <a:spcPct val="110000"/>
              </a:lnSpc>
              <a:buNone/>
            </a:pPr>
            <a:r>
              <a:rPr lang="ko-KR" sz="950" b="1" dirty="0">
                <a:solidFill>
                  <a:srgbClr val="6274E8"/>
                </a:solidFill>
                <a:latin typeface="Malgun Gothic" pitchFamily="34" charset="0"/>
                <a:ea typeface="Malgun Gothic" pitchFamily="34" charset="-122"/>
                <a:cs typeface="Malgun Gothic" pitchFamily="34" charset="-120"/>
              </a:rPr>
              <a:t>화면  </a:t>
            </a:r>
            <a:r>
              <a:rPr lang="ko-KR" sz="1150" b="1" dirty="0">
                <a:solidFill>
                  <a:srgbClr val="39405C"/>
                </a:solidFill>
                <a:latin typeface="Malgun Gothic" pitchFamily="34" charset="0"/>
                <a:ea typeface="Malgun Gothic" pitchFamily="34" charset="-122"/>
                <a:cs typeface="Malgun Gothic" pitchFamily="34" charset="-120"/>
              </a:rPr>
              <a:t>S-04</a:t>
            </a:r>
          </a:p>
        </p:txBody>
      </p:sp>
      <p:sp>
        <p:nvSpPr>
          <p:cNvPr id="141" name="Text 141"/>
          <p:cNvSpPr txBox="1"/>
          <p:nvPr/>
        </p:nvSpPr>
        <p:spPr>
          <a:xfrm>
            <a:off x="1680080" y="4950000"/>
            <a:ext cx="380000" cy="420000"/>
          </a:xfrm>
          <a:prstGeom prst="rect">
            <a:avLst/>
          </a:prstGeom>
          <a:noFill/>
        </p:spPr>
        <p:txBody>
          <a:bodyPr wrap="square" lIns="0" tIns="0" rIns="0" bIns="0" rtlCol="0" anchor="ctr"/>
          <a:lstStyle/>
          <a:p>
            <a:pPr marL="0" indent="0" algn="ctr">
              <a:lnSpc>
                <a:spcPct val="115000"/>
              </a:lnSpc>
              <a:buNone/>
            </a:pPr>
            <a:r>
              <a:rPr lang="ko-KR" sz="1300" b="1" dirty="0">
                <a:solidFill>
                  <a:srgbClr val="8A91AA"/>
                </a:solidFill>
                <a:latin typeface="Malgun Gothic" pitchFamily="34" charset="0"/>
                <a:ea typeface="Malgun Gothic" pitchFamily="34" charset="-122"/>
                <a:cs typeface="Malgun Gothic" pitchFamily="34" charset="-120"/>
              </a:rPr>
              <a:t>↔</a:t>
            </a:r>
          </a:p>
        </p:txBody>
      </p:sp>
      <p:sp>
        <p:nvSpPr>
          <p:cNvPr id="142" name="Chain 142"/>
          <p:cNvSpPr/>
          <p:nvPr/>
        </p:nvSpPr>
        <p:spPr>
          <a:xfrm>
            <a:off x="2060080" y="4950000"/>
            <a:ext cx="1380000" cy="420000"/>
          </a:xfrm>
          <a:prstGeom prst="roundRect">
            <a:avLst>
              <a:gd name="adj" fmla="val 50000"/>
            </a:avLst>
          </a:prstGeom>
          <a:solidFill>
            <a:srgbClr val="FDE0E6"/>
          </a:solidFill>
          <a:ln>
            <a:noFill/>
          </a:ln>
          <a:effectLst/>
        </p:spPr>
        <p:txBody>
          <a:bodyPr wrap="square" lIns="0" tIns="0" rIns="0" bIns="0" rtlCol="0" anchor="ctr"/>
          <a:lstStyle/>
          <a:p>
            <a:pPr marL="0" indent="0" algn="ctr">
              <a:lnSpc>
                <a:spcPct val="110000"/>
              </a:lnSpc>
              <a:buNone/>
            </a:pPr>
            <a:r>
              <a:rPr lang="ko-KR" sz="950" b="1" dirty="0">
                <a:solidFill>
                  <a:srgbClr val="E0607A"/>
                </a:solidFill>
                <a:latin typeface="Malgun Gothic" pitchFamily="34" charset="0"/>
                <a:ea typeface="Malgun Gothic" pitchFamily="34" charset="-122"/>
                <a:cs typeface="Malgun Gothic" pitchFamily="34" charset="-120"/>
              </a:rPr>
              <a:t>기능  </a:t>
            </a:r>
            <a:r>
              <a:rPr lang="ko-KR" sz="1150" b="1" dirty="0">
                <a:solidFill>
                  <a:srgbClr val="39405C"/>
                </a:solidFill>
                <a:latin typeface="Malgun Gothic" pitchFamily="34" charset="0"/>
                <a:ea typeface="Malgun Gothic" pitchFamily="34" charset="-122"/>
                <a:cs typeface="Malgun Gothic" pitchFamily="34" charset="-120"/>
              </a:rPr>
              <a:t>F-CHR-01</a:t>
            </a:r>
          </a:p>
        </p:txBody>
      </p:sp>
      <p:sp>
        <p:nvSpPr>
          <p:cNvPr id="143" name="Text 143"/>
          <p:cNvSpPr txBox="1"/>
          <p:nvPr/>
        </p:nvSpPr>
        <p:spPr>
          <a:xfrm>
            <a:off x="3440080" y="4950000"/>
            <a:ext cx="380000" cy="420000"/>
          </a:xfrm>
          <a:prstGeom prst="rect">
            <a:avLst/>
          </a:prstGeom>
          <a:noFill/>
        </p:spPr>
        <p:txBody>
          <a:bodyPr wrap="square" lIns="0" tIns="0" rIns="0" bIns="0" rtlCol="0" anchor="ctr"/>
          <a:lstStyle/>
          <a:p>
            <a:pPr marL="0" indent="0" algn="ctr">
              <a:lnSpc>
                <a:spcPct val="115000"/>
              </a:lnSpc>
              <a:buNone/>
            </a:pPr>
            <a:r>
              <a:rPr lang="ko-KR" sz="1300" b="1" dirty="0">
                <a:solidFill>
                  <a:srgbClr val="8A91AA"/>
                </a:solidFill>
                <a:latin typeface="Malgun Gothic" pitchFamily="34" charset="0"/>
                <a:ea typeface="Malgun Gothic" pitchFamily="34" charset="-122"/>
                <a:cs typeface="Malgun Gothic" pitchFamily="34" charset="-120"/>
              </a:rPr>
              <a:t>↔</a:t>
            </a:r>
          </a:p>
        </p:txBody>
      </p:sp>
      <p:sp>
        <p:nvSpPr>
          <p:cNvPr id="144" name="Chain 144"/>
          <p:cNvSpPr/>
          <p:nvPr/>
        </p:nvSpPr>
        <p:spPr>
          <a:xfrm>
            <a:off x="3820080" y="4950000"/>
            <a:ext cx="2060000" cy="420000"/>
          </a:xfrm>
          <a:prstGeom prst="roundRect">
            <a:avLst>
              <a:gd name="adj" fmla="val 50000"/>
            </a:avLst>
          </a:prstGeom>
          <a:solidFill>
            <a:srgbClr val="DCF2E4"/>
          </a:solidFill>
          <a:ln>
            <a:noFill/>
          </a:ln>
          <a:effectLst/>
        </p:spPr>
        <p:txBody>
          <a:bodyPr wrap="square" lIns="0" tIns="0" rIns="0" bIns="0" rtlCol="0" anchor="ctr"/>
          <a:lstStyle/>
          <a:p>
            <a:pPr marL="0" indent="0" algn="ctr">
              <a:lnSpc>
                <a:spcPct val="110000"/>
              </a:lnSpc>
              <a:buNone/>
            </a:pPr>
            <a:r>
              <a:rPr lang="ko-KR" sz="950" b="1" dirty="0">
                <a:solidFill>
                  <a:srgbClr val="2F9E78"/>
                </a:solidFill>
                <a:latin typeface="Malgun Gothic" pitchFamily="34" charset="0"/>
                <a:ea typeface="Malgun Gothic" pitchFamily="34" charset="-122"/>
                <a:cs typeface="Malgun Gothic" pitchFamily="34" charset="-120"/>
              </a:rPr>
              <a:t>API  </a:t>
            </a:r>
            <a:r>
              <a:rPr lang="ko-KR" sz="1150" b="1" dirty="0">
                <a:solidFill>
                  <a:srgbClr val="39405C"/>
                </a:solidFill>
                <a:latin typeface="Malgun Gothic" pitchFamily="34" charset="0"/>
                <a:ea typeface="Malgun Gothic" pitchFamily="34" charset="-122"/>
                <a:cs typeface="Malgun Gothic" pitchFamily="34" charset="-120"/>
              </a:rPr>
              <a:t>POST /characters</a:t>
            </a:r>
          </a:p>
        </p:txBody>
      </p:sp>
      <p:sp>
        <p:nvSpPr>
          <p:cNvPr id="145" name="Text 145"/>
          <p:cNvSpPr txBox="1"/>
          <p:nvPr/>
        </p:nvSpPr>
        <p:spPr>
          <a:xfrm>
            <a:off x="640080" y="5450000"/>
            <a:ext cx="5600000" cy="420000"/>
          </a:xfrm>
          <a:prstGeom prst="rect">
            <a:avLst/>
          </a:prstGeom>
          <a:noFill/>
        </p:spPr>
        <p:txBody>
          <a:bodyPr wrap="square" lIns="0" tIns="0" rIns="0" bIns="0" rtlCol="0" anchor="t"/>
          <a:lstStyle/>
          <a:p>
            <a:pPr marL="0" indent="0" algn="l">
              <a:lnSpc>
                <a:spcPct val="120000"/>
              </a:lnSpc>
              <a:buNone/>
            </a:pPr>
            <a:r>
              <a:rPr lang="ko-KR" sz="950" dirty="0">
                <a:solidFill>
                  <a:srgbClr val="4A5170"/>
                </a:solidFill>
                <a:latin typeface="Malgun Gothic" pitchFamily="34" charset="0"/>
                <a:ea typeface="Malgun Gothic" pitchFamily="34" charset="-122"/>
                <a:cs typeface="Malgun Gothic" pitchFamily="34" charset="-120"/>
              </a:rPr>
              <a:t>기능 ID(F-…)로 화면 ID(S-…) · Flow 번호 · API를 묶어 두고, 이 단위로 Backend Service와 Public API를 구현합니다</a:t>
            </a:r>
          </a:p>
        </p:txBody>
      </p:sp>
      <p:sp>
        <p:nvSpPr>
          <p:cNvPr id="146" name="Text 146"/>
          <p:cNvSpPr txBox="1"/>
          <p:nvPr/>
        </p:nvSpPr>
        <p:spPr>
          <a:xfrm>
            <a:off x="6840080" y="4590000"/>
            <a:ext cx="4708792" cy="300000"/>
          </a:xfrm>
          <a:prstGeom prst="rect">
            <a:avLst/>
          </a:prstGeom>
          <a:noFill/>
        </p:spPr>
        <p:txBody>
          <a:bodyPr wrap="square" lIns="0" tIns="0" rIns="0" bIns="0" rtlCol="0" anchor="ctr"/>
          <a:lstStyle/>
          <a:p>
            <a:pPr marL="0" indent="0" algn="l">
              <a:lnSpc>
                <a:spcPct val="115000"/>
              </a:lnSpc>
              <a:buNone/>
            </a:pPr>
            <a:r>
              <a:rPr lang="ko-KR" sz="1100" b="1" dirty="0">
                <a:solidFill>
                  <a:srgbClr val="8A91AA"/>
                </a:solidFill>
                <a:latin typeface="Malgun Gothic" pitchFamily="34" charset="0"/>
                <a:ea typeface="Malgun Gothic" pitchFamily="34" charset="-122"/>
                <a:cs typeface="Malgun Gothic" pitchFamily="34" charset="-120"/>
              </a:rPr>
              <a:t>WBS로 네 영역 일정 관리</a:t>
            </a:r>
          </a:p>
        </p:txBody>
      </p:sp>
      <p:sp>
        <p:nvSpPr>
          <p:cNvPr id="147" name="Dot 147"/>
          <p:cNvSpPr/>
          <p:nvPr/>
        </p:nvSpPr>
        <p:spPr>
          <a:xfrm>
            <a:off x="6840080" y="5020000"/>
            <a:ext cx="120000" cy="120000"/>
          </a:xfrm>
          <a:prstGeom prst="ellipse">
            <a:avLst/>
          </a:prstGeom>
          <a:solidFill>
            <a:srgbClr val="FDE0E6"/>
          </a:solidFill>
          <a:ln>
            <a:noFill/>
          </a:ln>
          <a:effectLst/>
        </p:spPr>
        <p:txBody>
          <a:bodyPr wrap="square" lIns="0" tIns="0" rIns="0" bIns="0" rtlCol="0" anchor="ctr"/>
          <a:lstStyle/>
          <a:p>
            <a:endParaRPr lang="ko-KR"/>
          </a:p>
        </p:txBody>
      </p:sp>
      <p:sp>
        <p:nvSpPr>
          <p:cNvPr id="148" name="Text 148"/>
          <p:cNvSpPr txBox="1"/>
          <p:nvPr/>
        </p:nvSpPr>
        <p:spPr>
          <a:xfrm>
            <a:off x="7060080" y="4950000"/>
            <a:ext cx="4488792" cy="260000"/>
          </a:xfrm>
          <a:prstGeom prst="rect">
            <a:avLst/>
          </a:prstGeom>
          <a:noFill/>
        </p:spPr>
        <p:txBody>
          <a:bodyPr wrap="square" lIns="0" tIns="0" rIns="0" bIns="0" rtlCol="0" anchor="ctr"/>
          <a:lstStyle/>
          <a:p>
            <a:pPr marL="0" indent="0" algn="l">
              <a:lnSpc>
                <a:spcPct val="115000"/>
              </a:lnSpc>
              <a:buNone/>
            </a:pPr>
            <a:r>
              <a:rPr lang="ko-KR" sz="1050" dirty="0">
                <a:solidFill>
                  <a:srgbClr val="39405C"/>
                </a:solidFill>
                <a:latin typeface="Malgun Gothic" pitchFamily="34" charset="0"/>
                <a:ea typeface="Malgun Gothic" pitchFamily="34" charset="-122"/>
                <a:cs typeface="Malgun Gothic" pitchFamily="34" charset="-120"/>
              </a:rPr>
              <a:t>9/7 기획 · 역할 정의</a:t>
            </a:r>
          </a:p>
        </p:txBody>
      </p:sp>
      <p:sp>
        <p:nvSpPr>
          <p:cNvPr id="149" name="Dot 149"/>
          <p:cNvSpPr/>
          <p:nvPr/>
        </p:nvSpPr>
        <p:spPr>
          <a:xfrm>
            <a:off x="6840080" y="5280000"/>
            <a:ext cx="120000" cy="120000"/>
          </a:xfrm>
          <a:prstGeom prst="ellipse">
            <a:avLst/>
          </a:prstGeom>
          <a:solidFill>
            <a:srgbClr val="FDE0E6"/>
          </a:solidFill>
          <a:ln>
            <a:noFill/>
          </a:ln>
          <a:effectLst/>
        </p:spPr>
        <p:txBody>
          <a:bodyPr wrap="square" lIns="0" tIns="0" rIns="0" bIns="0" rtlCol="0" anchor="ctr"/>
          <a:lstStyle/>
          <a:p>
            <a:endParaRPr lang="ko-KR"/>
          </a:p>
        </p:txBody>
      </p:sp>
      <p:sp>
        <p:nvSpPr>
          <p:cNvPr id="150" name="Text 150"/>
          <p:cNvSpPr txBox="1"/>
          <p:nvPr/>
        </p:nvSpPr>
        <p:spPr>
          <a:xfrm>
            <a:off x="7060080" y="5210000"/>
            <a:ext cx="4488792" cy="260000"/>
          </a:xfrm>
          <a:prstGeom prst="rect">
            <a:avLst/>
          </a:prstGeom>
          <a:noFill/>
        </p:spPr>
        <p:txBody>
          <a:bodyPr wrap="square" lIns="0" tIns="0" rIns="0" bIns="0" rtlCol="0" anchor="ctr"/>
          <a:lstStyle/>
          <a:p>
            <a:pPr marL="0" indent="0" algn="l">
              <a:lnSpc>
                <a:spcPct val="115000"/>
              </a:lnSpc>
              <a:buNone/>
            </a:pPr>
            <a:r>
              <a:rPr lang="ko-KR" sz="1050" dirty="0">
                <a:solidFill>
                  <a:srgbClr val="39405C"/>
                </a:solidFill>
                <a:latin typeface="Malgun Gothic" pitchFamily="34" charset="0"/>
                <a:ea typeface="Malgun Gothic" pitchFamily="34" charset="-122"/>
                <a:cs typeface="Malgun Gothic" pitchFamily="34" charset="-120"/>
              </a:rPr>
              <a:t>요구사항 · 기술 조사</a:t>
            </a:r>
          </a:p>
        </p:txBody>
      </p:sp>
      <p:sp>
        <p:nvSpPr>
          <p:cNvPr id="151" name="Dot 151"/>
          <p:cNvSpPr/>
          <p:nvPr/>
        </p:nvSpPr>
        <p:spPr>
          <a:xfrm>
            <a:off x="6840080" y="5540000"/>
            <a:ext cx="120000" cy="120000"/>
          </a:xfrm>
          <a:prstGeom prst="ellipse">
            <a:avLst/>
          </a:prstGeom>
          <a:solidFill>
            <a:srgbClr val="FDE0E6"/>
          </a:solidFill>
          <a:ln>
            <a:noFill/>
          </a:ln>
          <a:effectLst/>
        </p:spPr>
        <p:txBody>
          <a:bodyPr wrap="square" lIns="0" tIns="0" rIns="0" bIns="0" rtlCol="0" anchor="ctr"/>
          <a:lstStyle/>
          <a:p>
            <a:endParaRPr lang="ko-KR"/>
          </a:p>
        </p:txBody>
      </p:sp>
      <p:sp>
        <p:nvSpPr>
          <p:cNvPr id="152" name="Text 152"/>
          <p:cNvSpPr txBox="1"/>
          <p:nvPr/>
        </p:nvSpPr>
        <p:spPr>
          <a:xfrm>
            <a:off x="7060080" y="5470000"/>
            <a:ext cx="4488792" cy="260000"/>
          </a:xfrm>
          <a:prstGeom prst="rect">
            <a:avLst/>
          </a:prstGeom>
          <a:noFill/>
        </p:spPr>
        <p:txBody>
          <a:bodyPr wrap="square" lIns="0" tIns="0" rIns="0" bIns="0" rtlCol="0" anchor="ctr"/>
          <a:lstStyle/>
          <a:p>
            <a:pPr marL="0" indent="0" algn="l">
              <a:lnSpc>
                <a:spcPct val="115000"/>
              </a:lnSpc>
              <a:buNone/>
            </a:pPr>
            <a:r>
              <a:rPr lang="ko-KR" sz="1050" dirty="0">
                <a:solidFill>
                  <a:srgbClr val="39405C"/>
                </a:solidFill>
                <a:latin typeface="Malgun Gothic" pitchFamily="34" charset="0"/>
                <a:ea typeface="Malgun Gothic" pitchFamily="34" charset="-122"/>
                <a:cs typeface="Malgun Gothic" pitchFamily="34" charset="-120"/>
              </a:rPr>
              <a:t>핵심 설계 문서 → 영역별 상세 설계</a:t>
            </a:r>
          </a:p>
        </p:txBody>
      </p:sp>
      <p:sp>
        <p:nvSpPr>
          <p:cNvPr id="153" name="Dot 153"/>
          <p:cNvSpPr/>
          <p:nvPr/>
        </p:nvSpPr>
        <p:spPr>
          <a:xfrm>
            <a:off x="6840080" y="5800000"/>
            <a:ext cx="120000" cy="120000"/>
          </a:xfrm>
          <a:prstGeom prst="ellipse">
            <a:avLst/>
          </a:prstGeom>
          <a:solidFill>
            <a:srgbClr val="E0607A"/>
          </a:solidFill>
          <a:ln>
            <a:noFill/>
          </a:ln>
          <a:effectLst/>
        </p:spPr>
        <p:txBody>
          <a:bodyPr wrap="square" lIns="0" tIns="0" rIns="0" bIns="0" rtlCol="0" anchor="ctr"/>
          <a:lstStyle/>
          <a:p>
            <a:endParaRPr lang="ko-KR"/>
          </a:p>
        </p:txBody>
      </p:sp>
      <p:sp>
        <p:nvSpPr>
          <p:cNvPr id="154" name="Text 154"/>
          <p:cNvSpPr txBox="1"/>
          <p:nvPr/>
        </p:nvSpPr>
        <p:spPr>
          <a:xfrm>
            <a:off x="7060080" y="5730000"/>
            <a:ext cx="4488792" cy="260000"/>
          </a:xfrm>
          <a:prstGeom prst="rect">
            <a:avLst/>
          </a:prstGeom>
          <a:noFill/>
        </p:spPr>
        <p:txBody>
          <a:bodyPr wrap="square" lIns="0" tIns="0" rIns="0" bIns="0" rtlCol="0" anchor="ctr"/>
          <a:lstStyle/>
          <a:p>
            <a:pPr marL="0" indent="0" algn="l">
              <a:lnSpc>
                <a:spcPct val="115000"/>
              </a:lnSpc>
              <a:buNone/>
            </a:pPr>
            <a:r>
              <a:rPr lang="ko-KR" sz="1050" b="1" dirty="0">
                <a:solidFill>
                  <a:srgbClr val="39405C"/>
                </a:solidFill>
                <a:latin typeface="Malgun Gothic" pitchFamily="34" charset="0"/>
                <a:ea typeface="Malgun Gothic" pitchFamily="34" charset="-122"/>
                <a:cs typeface="Malgun Gothic" pitchFamily="34" charset="-120"/>
              </a:rPr>
              <a:t>10/2 초기 개발 · PoC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Page 101"/>
          <p:cNvSpPr txBox="1"/>
          <p:nvPr/>
        </p:nvSpPr>
        <p:spPr>
          <a:xfrm>
            <a:off x="11185855" y="6355080"/>
            <a:ext cx="457200" cy="274320"/>
          </a:xfrm>
          <a:prstGeom prst="rect">
            <a:avLst/>
          </a:prstGeom>
          <a:noFill/>
        </p:spPr>
        <p:txBody>
          <a:bodyPr wrap="square" lIns="0" tIns="0" rIns="0" bIns="0" rtlCol="0" anchor="ctr"/>
          <a:lstStyle/>
          <a:p>
            <a:pPr marL="0" indent="0" algn="r">
              <a:lnSpc>
                <a:spcPct val="115000"/>
              </a:lnSpc>
              <a:buNone/>
            </a:pPr>
            <a:r>
              <a:rPr lang="ko-KR" sz="1000" dirty="0">
                <a:solidFill>
                  <a:srgbClr val="8A91AA"/>
                </a:solidFill>
                <a:latin typeface="Malgun Gothic" pitchFamily="34" charset="0"/>
                <a:ea typeface="Malgun Gothic" pitchFamily="34" charset="-122"/>
                <a:cs typeface="Malgun Gothic" pitchFamily="34" charset="-120"/>
              </a:rPr>
              <a:t>16</a:t>
            </a:r>
          </a:p>
        </p:txBody>
      </p:sp>
      <p:sp>
        <p:nvSpPr>
          <p:cNvPr id="102" name="Pill 102"/>
          <p:cNvSpPr/>
          <p:nvPr/>
        </p:nvSpPr>
        <p:spPr>
          <a:xfrm>
            <a:off x="640080" y="467200"/>
            <a:ext cx="2010000" cy="300000"/>
          </a:xfrm>
          <a:prstGeom prst="roundRect">
            <a:avLst>
              <a:gd name="adj" fmla="val 50000"/>
            </a:avLst>
          </a:prstGeom>
          <a:solidFill>
            <a:srgbClr val="FDE0E6"/>
          </a:solidFill>
          <a:ln>
            <a:solidFill>
              <a:srgbClr val="EF6E94"/>
            </a:solidFill>
          </a:ln>
          <a:effectLst/>
        </p:spPr>
        <p:txBody>
          <a:bodyPr wrap="square" lIns="0" tIns="0" rIns="0" bIns="0" rtlCol="0" anchor="ctr"/>
          <a:lstStyle/>
          <a:p>
            <a:pPr marL="0" indent="0" algn="ctr">
              <a:lnSpc>
                <a:spcPct val="110000"/>
              </a:lnSpc>
              <a:buNone/>
            </a:pPr>
            <a:r>
              <a:rPr lang="ko-KR" sz="1100" b="1" dirty="0">
                <a:solidFill>
                  <a:srgbClr val="E0607A"/>
                </a:solidFill>
                <a:latin typeface="Malgun Gothic" pitchFamily="34" charset="0"/>
                <a:ea typeface="Malgun Gothic" pitchFamily="34" charset="-122"/>
                <a:cs typeface="Malgun Gothic" pitchFamily="34" charset="-120"/>
              </a:rPr>
              <a:t>Backend / PM · 서민지</a:t>
            </a:r>
          </a:p>
        </p:txBody>
      </p:sp>
      <p:sp>
        <p:nvSpPr>
          <p:cNvPr id="103" name="Label 103"/>
          <p:cNvSpPr txBox="1"/>
          <p:nvPr/>
        </p:nvSpPr>
        <p:spPr>
          <a:xfrm>
            <a:off x="2790080" y="457200"/>
            <a:ext cx="8761535" cy="320040"/>
          </a:xfrm>
          <a:prstGeom prst="rect">
            <a:avLst/>
          </a:prstGeom>
          <a:noFill/>
        </p:spPr>
        <p:txBody>
          <a:bodyPr wrap="square" lIns="0" tIns="0" rIns="0" bIns="0" rtlCol="0" anchor="ctr"/>
          <a:lstStyle/>
          <a:p>
            <a:pPr marL="0" indent="0" algn="l">
              <a:lnSpc>
                <a:spcPct val="115000"/>
              </a:lnSpc>
              <a:buNone/>
            </a:pPr>
            <a:r>
              <a:rPr lang="ko-KR" sz="1300" b="1" dirty="0">
                <a:solidFill>
                  <a:srgbClr val="4C5CC4"/>
                </a:solidFill>
                <a:latin typeface="Malgun Gothic" pitchFamily="34" charset="0"/>
                <a:ea typeface="Malgun Gothic" pitchFamily="34" charset="-122"/>
                <a:cs typeface="Malgun Gothic" pitchFamily="34" charset="-120"/>
              </a:rPr>
              <a:t>PART C · ② 기능 · API 단위  ②</a:t>
            </a:r>
          </a:p>
        </p:txBody>
      </p:sp>
      <p:sp>
        <p:nvSpPr>
          <p:cNvPr id="104" name="Title 104"/>
          <p:cNvSpPr txBox="1"/>
          <p:nvPr/>
        </p:nvSpPr>
        <p:spPr>
          <a:xfrm>
            <a:off x="640080" y="804672"/>
            <a:ext cx="10911535" cy="731520"/>
          </a:xfrm>
          <a:prstGeom prst="rect">
            <a:avLst/>
          </a:prstGeom>
          <a:noFill/>
        </p:spPr>
        <p:txBody>
          <a:bodyPr wrap="square" lIns="0" tIns="0" rIns="0" bIns="0" rtlCol="0" anchor="t"/>
          <a:lstStyle/>
          <a:p>
            <a:pPr marL="0" indent="0" algn="l">
              <a:lnSpc>
                <a:spcPct val="115000"/>
              </a:lnSpc>
              <a:buNone/>
            </a:pPr>
            <a:r>
              <a:rPr lang="ko-KR" sz="3000" b="1" dirty="0">
                <a:solidFill>
                  <a:srgbClr val="39405C"/>
                </a:solidFill>
                <a:latin typeface="Malgun Gothic" pitchFamily="34" charset="0"/>
                <a:ea typeface="Malgun Gothic" pitchFamily="34" charset="-122"/>
                <a:cs typeface="Malgun Gothic" pitchFamily="34" charset="-120"/>
              </a:rPr>
              <a:t>Backend API와 DB 구조를 설계했습니다</a:t>
            </a:r>
          </a:p>
        </p:txBody>
      </p:sp>
      <p:sp>
        <p:nvSpPr>
          <p:cNvPr id="105" name="Text 105"/>
          <p:cNvSpPr txBox="1"/>
          <p:nvPr/>
        </p:nvSpPr>
        <p:spPr>
          <a:xfrm>
            <a:off x="640080" y="1600000"/>
            <a:ext cx="6000000" cy="300000"/>
          </a:xfrm>
          <a:prstGeom prst="rect">
            <a:avLst/>
          </a:prstGeom>
          <a:noFill/>
        </p:spPr>
        <p:txBody>
          <a:bodyPr wrap="square" lIns="0" tIns="0" rIns="0" bIns="0" rtlCol="0" anchor="ctr"/>
          <a:lstStyle/>
          <a:p>
            <a:pPr marL="0" indent="0" algn="l">
              <a:lnSpc>
                <a:spcPct val="115000"/>
              </a:lnSpc>
              <a:buNone/>
            </a:pPr>
            <a:r>
              <a:rPr lang="ko-KR" sz="1200" b="1" dirty="0">
                <a:solidFill>
                  <a:srgbClr val="39405C"/>
                </a:solidFill>
                <a:latin typeface="Malgun Gothic" pitchFamily="34" charset="0"/>
                <a:ea typeface="Malgun Gothic" pitchFamily="34" charset="-122"/>
                <a:cs typeface="Malgun Gothic" pitchFamily="34" charset="-120"/>
              </a:rPr>
              <a:t>Public API  </a:t>
            </a:r>
            <a:r>
              <a:rPr lang="ko-KR" sz="1100" dirty="0">
                <a:solidFill>
                  <a:srgbClr val="8A91AA"/>
                </a:solidFill>
                <a:latin typeface="Malgun Gothic" pitchFamily="34" charset="0"/>
                <a:ea typeface="Malgun Gothic" pitchFamily="34" charset="-122"/>
                <a:cs typeface="Malgun Gothic" pitchFamily="34" charset="-120"/>
              </a:rPr>
              <a:t>/api/v1 · 계약 v0.1</a:t>
            </a:r>
          </a:p>
        </p:txBody>
      </p:sp>
      <p:sp>
        <p:nvSpPr>
          <p:cNvPr id="106" name="Card 106"/>
          <p:cNvSpPr/>
          <p:nvPr/>
        </p:nvSpPr>
        <p:spPr>
          <a:xfrm>
            <a:off x="640080" y="2000000"/>
            <a:ext cx="6100000" cy="540000"/>
          </a:xfrm>
          <a:prstGeom prst="roundRect">
            <a:avLst>
              <a:gd name="adj" fmla="val 16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07" name="Pill 107"/>
          <p:cNvSpPr/>
          <p:nvPr/>
        </p:nvSpPr>
        <p:spPr>
          <a:xfrm>
            <a:off x="800080" y="2120000"/>
            <a:ext cx="900000" cy="300000"/>
          </a:xfrm>
          <a:prstGeom prst="roundRect">
            <a:avLst>
              <a:gd name="adj" fmla="val 50000"/>
            </a:avLst>
          </a:prstGeom>
          <a:solidFill>
            <a:srgbClr val="DDE2FF"/>
          </a:solidFill>
          <a:ln>
            <a:noFill/>
          </a:ln>
          <a:effectLst/>
        </p:spPr>
        <p:txBody>
          <a:bodyPr wrap="square" lIns="0" tIns="0" rIns="0" bIns="0" rtlCol="0" anchor="ctr"/>
          <a:lstStyle/>
          <a:p>
            <a:pPr marL="0" indent="0" algn="ctr">
              <a:lnSpc>
                <a:spcPct val="110000"/>
              </a:lnSpc>
              <a:buNone/>
            </a:pPr>
            <a:r>
              <a:rPr lang="ko-KR" sz="1050" b="1" dirty="0">
                <a:solidFill>
                  <a:srgbClr val="6274E8"/>
                </a:solidFill>
                <a:latin typeface="Malgun Gothic" pitchFamily="34" charset="0"/>
                <a:ea typeface="Malgun Gothic" pitchFamily="34" charset="-122"/>
                <a:cs typeface="Malgun Gothic" pitchFamily="34" charset="-120"/>
              </a:rPr>
              <a:t>POST</a:t>
            </a:r>
          </a:p>
        </p:txBody>
      </p:sp>
      <p:sp>
        <p:nvSpPr>
          <p:cNvPr id="108" name="Text 108"/>
          <p:cNvSpPr txBox="1"/>
          <p:nvPr/>
        </p:nvSpPr>
        <p:spPr>
          <a:xfrm>
            <a:off x="1840080" y="2000000"/>
            <a:ext cx="2700000" cy="540000"/>
          </a:xfrm>
          <a:prstGeom prst="rect">
            <a:avLst/>
          </a:prstGeom>
          <a:noFill/>
        </p:spPr>
        <p:txBody>
          <a:bodyPr wrap="square" lIns="0" tIns="0" rIns="0" bIns="0" rtlCol="0" anchor="ctr"/>
          <a:lstStyle/>
          <a:p>
            <a:pPr marL="0" indent="0" algn="l">
              <a:lnSpc>
                <a:spcPct val="115000"/>
              </a:lnSpc>
              <a:buNone/>
            </a:pPr>
            <a:r>
              <a:rPr lang="ko-KR" sz="1400" b="1" dirty="0">
                <a:solidFill>
                  <a:srgbClr val="39405C"/>
                </a:solidFill>
                <a:latin typeface="Malgun Gothic" pitchFamily="34" charset="0"/>
                <a:ea typeface="Malgun Gothic" pitchFamily="34" charset="-122"/>
                <a:cs typeface="Malgun Gothic" pitchFamily="34" charset="-120"/>
              </a:rPr>
              <a:t>/characters</a:t>
            </a:r>
          </a:p>
        </p:txBody>
      </p:sp>
      <p:sp>
        <p:nvSpPr>
          <p:cNvPr id="109" name="Text 109"/>
          <p:cNvSpPr txBox="1"/>
          <p:nvPr/>
        </p:nvSpPr>
        <p:spPr>
          <a:xfrm>
            <a:off x="4590080" y="2000000"/>
            <a:ext cx="2050000" cy="540000"/>
          </a:xfrm>
          <a:prstGeom prst="rect">
            <a:avLst/>
          </a:prstGeom>
          <a:noFill/>
        </p:spPr>
        <p:txBody>
          <a:bodyPr wrap="square" lIns="0" tIns="0" rIns="0" bIns="0" rtlCol="0" anchor="ctr"/>
          <a:lstStyle/>
          <a:p>
            <a:pPr marL="0" indent="0" algn="l">
              <a:lnSpc>
                <a:spcPct val="115000"/>
              </a:lnSpc>
              <a:buNone/>
            </a:pPr>
            <a:r>
              <a:rPr lang="ko-KR" sz="1000" dirty="0">
                <a:solidFill>
                  <a:srgbClr val="4A5170"/>
                </a:solidFill>
                <a:latin typeface="Malgun Gothic" pitchFamily="34" charset="0"/>
                <a:ea typeface="Malgun Gothic" pitchFamily="34" charset="-122"/>
                <a:cs typeface="Malgun Gothic" pitchFamily="34" charset="-120"/>
              </a:rPr>
              <a:t>그림 → character_id, job_id</a:t>
            </a:r>
          </a:p>
        </p:txBody>
      </p:sp>
      <p:sp>
        <p:nvSpPr>
          <p:cNvPr id="110" name="Card 110"/>
          <p:cNvSpPr/>
          <p:nvPr/>
        </p:nvSpPr>
        <p:spPr>
          <a:xfrm>
            <a:off x="640080" y="2640000"/>
            <a:ext cx="6100000" cy="540000"/>
          </a:xfrm>
          <a:prstGeom prst="roundRect">
            <a:avLst>
              <a:gd name="adj" fmla="val 16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11" name="Pill 111"/>
          <p:cNvSpPr/>
          <p:nvPr/>
        </p:nvSpPr>
        <p:spPr>
          <a:xfrm>
            <a:off x="800080" y="2760000"/>
            <a:ext cx="900000" cy="300000"/>
          </a:xfrm>
          <a:prstGeom prst="roundRect">
            <a:avLst>
              <a:gd name="adj" fmla="val 50000"/>
            </a:avLst>
          </a:prstGeom>
          <a:solidFill>
            <a:srgbClr val="DCF2E4"/>
          </a:solidFill>
          <a:ln>
            <a:noFill/>
          </a:ln>
          <a:effectLst/>
        </p:spPr>
        <p:txBody>
          <a:bodyPr wrap="square" lIns="0" tIns="0" rIns="0" bIns="0" rtlCol="0" anchor="ctr"/>
          <a:lstStyle/>
          <a:p>
            <a:pPr marL="0" indent="0" algn="ctr">
              <a:lnSpc>
                <a:spcPct val="110000"/>
              </a:lnSpc>
              <a:buNone/>
            </a:pPr>
            <a:r>
              <a:rPr lang="ko-KR" sz="1050" b="1" dirty="0">
                <a:solidFill>
                  <a:srgbClr val="2F9E78"/>
                </a:solidFill>
                <a:latin typeface="Malgun Gothic" pitchFamily="34" charset="0"/>
                <a:ea typeface="Malgun Gothic" pitchFamily="34" charset="-122"/>
                <a:cs typeface="Malgun Gothic" pitchFamily="34" charset="-120"/>
              </a:rPr>
              <a:t>GET</a:t>
            </a:r>
          </a:p>
        </p:txBody>
      </p:sp>
      <p:sp>
        <p:nvSpPr>
          <p:cNvPr id="112" name="Text 112"/>
          <p:cNvSpPr txBox="1"/>
          <p:nvPr/>
        </p:nvSpPr>
        <p:spPr>
          <a:xfrm>
            <a:off x="1840080" y="2640000"/>
            <a:ext cx="2700000" cy="540000"/>
          </a:xfrm>
          <a:prstGeom prst="rect">
            <a:avLst/>
          </a:prstGeom>
          <a:noFill/>
        </p:spPr>
        <p:txBody>
          <a:bodyPr wrap="square" lIns="0" tIns="0" rIns="0" bIns="0" rtlCol="0" anchor="ctr"/>
          <a:lstStyle/>
          <a:p>
            <a:pPr marL="0" indent="0" algn="l">
              <a:lnSpc>
                <a:spcPct val="115000"/>
              </a:lnSpc>
              <a:buNone/>
            </a:pPr>
            <a:r>
              <a:rPr lang="ko-KR" sz="1400" b="1" dirty="0">
                <a:solidFill>
                  <a:srgbClr val="39405C"/>
                </a:solidFill>
                <a:latin typeface="Malgun Gothic" pitchFamily="34" charset="0"/>
                <a:ea typeface="Malgun Gothic" pitchFamily="34" charset="-122"/>
                <a:cs typeface="Malgun Gothic" pitchFamily="34" charset="-120"/>
              </a:rPr>
              <a:t>/jobs/{id}</a:t>
            </a:r>
          </a:p>
        </p:txBody>
      </p:sp>
      <p:sp>
        <p:nvSpPr>
          <p:cNvPr id="113" name="Text 113"/>
          <p:cNvSpPr txBox="1"/>
          <p:nvPr/>
        </p:nvSpPr>
        <p:spPr>
          <a:xfrm>
            <a:off x="4590080" y="2640000"/>
            <a:ext cx="2050000" cy="540000"/>
          </a:xfrm>
          <a:prstGeom prst="rect">
            <a:avLst/>
          </a:prstGeom>
          <a:noFill/>
        </p:spPr>
        <p:txBody>
          <a:bodyPr wrap="square" lIns="0" tIns="0" rIns="0" bIns="0" rtlCol="0" anchor="ctr"/>
          <a:lstStyle/>
          <a:p>
            <a:pPr marL="0" indent="0" algn="l">
              <a:lnSpc>
                <a:spcPct val="115000"/>
              </a:lnSpc>
              <a:buNone/>
            </a:pPr>
            <a:r>
              <a:rPr lang="ko-KR" sz="1000" dirty="0">
                <a:solidFill>
                  <a:srgbClr val="4A5170"/>
                </a:solidFill>
                <a:latin typeface="Malgun Gothic" pitchFamily="34" charset="0"/>
                <a:ea typeface="Malgun Gothic" pitchFamily="34" charset="-122"/>
                <a:cs typeface="Malgun Gothic" pitchFamily="34" charset="-120"/>
              </a:rPr>
              <a:t>1.5초마다 Job 상태 조회</a:t>
            </a:r>
          </a:p>
        </p:txBody>
      </p:sp>
      <p:sp>
        <p:nvSpPr>
          <p:cNvPr id="114" name="Card 114"/>
          <p:cNvSpPr/>
          <p:nvPr/>
        </p:nvSpPr>
        <p:spPr>
          <a:xfrm>
            <a:off x="640080" y="3280000"/>
            <a:ext cx="6100000" cy="540000"/>
          </a:xfrm>
          <a:prstGeom prst="roundRect">
            <a:avLst>
              <a:gd name="adj" fmla="val 16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15" name="Pill 115"/>
          <p:cNvSpPr/>
          <p:nvPr/>
        </p:nvSpPr>
        <p:spPr>
          <a:xfrm>
            <a:off x="800080" y="3400000"/>
            <a:ext cx="900000" cy="300000"/>
          </a:xfrm>
          <a:prstGeom prst="roundRect">
            <a:avLst>
              <a:gd name="adj" fmla="val 50000"/>
            </a:avLst>
          </a:prstGeom>
          <a:solidFill>
            <a:srgbClr val="FFF1C2"/>
          </a:solidFill>
          <a:ln>
            <a:noFill/>
          </a:ln>
          <a:effectLst/>
        </p:spPr>
        <p:txBody>
          <a:bodyPr wrap="square" lIns="0" tIns="0" rIns="0" bIns="0" rtlCol="0" anchor="ctr"/>
          <a:lstStyle/>
          <a:p>
            <a:pPr marL="0" indent="0" algn="ctr">
              <a:lnSpc>
                <a:spcPct val="110000"/>
              </a:lnSpc>
              <a:buNone/>
            </a:pPr>
            <a:r>
              <a:rPr lang="ko-KR" sz="1050" b="1" dirty="0">
                <a:solidFill>
                  <a:srgbClr val="B9860C"/>
                </a:solidFill>
                <a:latin typeface="Malgun Gothic" pitchFamily="34" charset="0"/>
                <a:ea typeface="Malgun Gothic" pitchFamily="34" charset="-122"/>
                <a:cs typeface="Malgun Gothic" pitchFamily="34" charset="-120"/>
              </a:rPr>
              <a:t>PATCH</a:t>
            </a:r>
          </a:p>
        </p:txBody>
      </p:sp>
      <p:sp>
        <p:nvSpPr>
          <p:cNvPr id="116" name="Text 116"/>
          <p:cNvSpPr txBox="1"/>
          <p:nvPr/>
        </p:nvSpPr>
        <p:spPr>
          <a:xfrm>
            <a:off x="1840080" y="3280000"/>
            <a:ext cx="2700000" cy="540000"/>
          </a:xfrm>
          <a:prstGeom prst="rect">
            <a:avLst/>
          </a:prstGeom>
          <a:noFill/>
        </p:spPr>
        <p:txBody>
          <a:bodyPr wrap="square" lIns="0" tIns="0" rIns="0" bIns="0" rtlCol="0" anchor="ctr"/>
          <a:lstStyle/>
          <a:p>
            <a:pPr marL="0" indent="0" algn="l">
              <a:lnSpc>
                <a:spcPct val="115000"/>
              </a:lnSpc>
              <a:buNone/>
            </a:pPr>
            <a:r>
              <a:rPr lang="ko-KR" sz="1400" b="1" dirty="0">
                <a:solidFill>
                  <a:srgbClr val="39405C"/>
                </a:solidFill>
                <a:latin typeface="Malgun Gothic" pitchFamily="34" charset="0"/>
                <a:ea typeface="Malgun Gothic" pitchFamily="34" charset="-122"/>
                <a:cs typeface="Malgun Gothic" pitchFamily="34" charset="-120"/>
              </a:rPr>
              <a:t>/characters/{id}/joints</a:t>
            </a:r>
          </a:p>
        </p:txBody>
      </p:sp>
      <p:sp>
        <p:nvSpPr>
          <p:cNvPr id="117" name="Text 117"/>
          <p:cNvSpPr txBox="1"/>
          <p:nvPr/>
        </p:nvSpPr>
        <p:spPr>
          <a:xfrm>
            <a:off x="4590080" y="3280000"/>
            <a:ext cx="2050000" cy="540000"/>
          </a:xfrm>
          <a:prstGeom prst="rect">
            <a:avLst/>
          </a:prstGeom>
          <a:noFill/>
        </p:spPr>
        <p:txBody>
          <a:bodyPr wrap="square" lIns="0" tIns="0" rIns="0" bIns="0" rtlCol="0" anchor="ctr"/>
          <a:lstStyle/>
          <a:p>
            <a:pPr marL="0" indent="0" algn="l">
              <a:lnSpc>
                <a:spcPct val="115000"/>
              </a:lnSpc>
              <a:buNone/>
            </a:pPr>
            <a:r>
              <a:rPr lang="ko-KR" sz="1000" dirty="0">
                <a:solidFill>
                  <a:srgbClr val="4A5170"/>
                </a:solidFill>
                <a:latin typeface="Malgun Gothic" pitchFamily="34" charset="0"/>
                <a:ea typeface="Malgun Gothic" pitchFamily="34" charset="-122"/>
                <a:cs typeface="Malgun Gothic" pitchFamily="34" charset="-120"/>
              </a:rPr>
              <a:t>보정 관절 15개 저장</a:t>
            </a:r>
          </a:p>
        </p:txBody>
      </p:sp>
      <p:sp>
        <p:nvSpPr>
          <p:cNvPr id="118" name="Card 118"/>
          <p:cNvSpPr/>
          <p:nvPr/>
        </p:nvSpPr>
        <p:spPr>
          <a:xfrm>
            <a:off x="640080" y="3920000"/>
            <a:ext cx="6100000" cy="540000"/>
          </a:xfrm>
          <a:prstGeom prst="roundRect">
            <a:avLst>
              <a:gd name="adj" fmla="val 16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19" name="Pill 119"/>
          <p:cNvSpPr/>
          <p:nvPr/>
        </p:nvSpPr>
        <p:spPr>
          <a:xfrm>
            <a:off x="800080" y="4040000"/>
            <a:ext cx="900000" cy="300000"/>
          </a:xfrm>
          <a:prstGeom prst="roundRect">
            <a:avLst>
              <a:gd name="adj" fmla="val 50000"/>
            </a:avLst>
          </a:prstGeom>
          <a:solidFill>
            <a:srgbClr val="DDE2FF"/>
          </a:solidFill>
          <a:ln>
            <a:noFill/>
          </a:ln>
          <a:effectLst/>
        </p:spPr>
        <p:txBody>
          <a:bodyPr wrap="square" lIns="0" tIns="0" rIns="0" bIns="0" rtlCol="0" anchor="ctr"/>
          <a:lstStyle/>
          <a:p>
            <a:pPr marL="0" indent="0" algn="ctr">
              <a:lnSpc>
                <a:spcPct val="110000"/>
              </a:lnSpc>
              <a:buNone/>
            </a:pPr>
            <a:r>
              <a:rPr lang="ko-KR" sz="1050" b="1" dirty="0">
                <a:solidFill>
                  <a:srgbClr val="6274E8"/>
                </a:solidFill>
                <a:latin typeface="Malgun Gothic" pitchFamily="34" charset="0"/>
                <a:ea typeface="Malgun Gothic" pitchFamily="34" charset="-122"/>
                <a:cs typeface="Malgun Gothic" pitchFamily="34" charset="-120"/>
              </a:rPr>
              <a:t>POST</a:t>
            </a:r>
          </a:p>
        </p:txBody>
      </p:sp>
      <p:sp>
        <p:nvSpPr>
          <p:cNvPr id="120" name="Text 120"/>
          <p:cNvSpPr txBox="1"/>
          <p:nvPr/>
        </p:nvSpPr>
        <p:spPr>
          <a:xfrm>
            <a:off x="1840080" y="3920000"/>
            <a:ext cx="2700000" cy="540000"/>
          </a:xfrm>
          <a:prstGeom prst="rect">
            <a:avLst/>
          </a:prstGeom>
          <a:noFill/>
        </p:spPr>
        <p:txBody>
          <a:bodyPr wrap="square" lIns="0" tIns="0" rIns="0" bIns="0" rtlCol="0" anchor="ctr"/>
          <a:lstStyle/>
          <a:p>
            <a:pPr marL="0" indent="0" algn="l">
              <a:lnSpc>
                <a:spcPct val="115000"/>
              </a:lnSpc>
              <a:buNone/>
            </a:pPr>
            <a:r>
              <a:rPr lang="ko-KR" sz="1400" b="1" dirty="0">
                <a:solidFill>
                  <a:srgbClr val="39405C"/>
                </a:solidFill>
                <a:latin typeface="Malgun Gothic" pitchFamily="34" charset="0"/>
                <a:ea typeface="Malgun Gothic" pitchFamily="34" charset="-122"/>
                <a:cs typeface="Malgun Gothic" pitchFamily="34" charset="-120"/>
              </a:rPr>
              <a:t>/stories</a:t>
            </a:r>
          </a:p>
        </p:txBody>
      </p:sp>
      <p:sp>
        <p:nvSpPr>
          <p:cNvPr id="121" name="Text 121"/>
          <p:cNvSpPr txBox="1"/>
          <p:nvPr/>
        </p:nvSpPr>
        <p:spPr>
          <a:xfrm>
            <a:off x="4590080" y="3920000"/>
            <a:ext cx="2050000" cy="540000"/>
          </a:xfrm>
          <a:prstGeom prst="rect">
            <a:avLst/>
          </a:prstGeom>
          <a:noFill/>
        </p:spPr>
        <p:txBody>
          <a:bodyPr wrap="square" lIns="0" tIns="0" rIns="0" bIns="0" rtlCol="0" anchor="ctr"/>
          <a:lstStyle/>
          <a:p>
            <a:pPr marL="0" indent="0" algn="l">
              <a:lnSpc>
                <a:spcPct val="115000"/>
              </a:lnSpc>
              <a:buNone/>
            </a:pPr>
            <a:r>
              <a:rPr lang="ko-KR" sz="1000" dirty="0">
                <a:solidFill>
                  <a:srgbClr val="4A5170"/>
                </a:solidFill>
                <a:latin typeface="Malgun Gothic" pitchFamily="34" charset="0"/>
                <a:ea typeface="Malgun Gothic" pitchFamily="34" charset="-122"/>
                <a:cs typeface="Malgun Gothic" pitchFamily="34" charset="-120"/>
              </a:rPr>
              <a:t>네 칸 선택 → story_id, job_id</a:t>
            </a:r>
          </a:p>
        </p:txBody>
      </p:sp>
      <p:sp>
        <p:nvSpPr>
          <p:cNvPr id="122" name="Text 122"/>
          <p:cNvSpPr txBox="1"/>
          <p:nvPr/>
        </p:nvSpPr>
        <p:spPr>
          <a:xfrm>
            <a:off x="640080" y="4580000"/>
            <a:ext cx="6100000" cy="300000"/>
          </a:xfrm>
          <a:prstGeom prst="rect">
            <a:avLst/>
          </a:prstGeom>
          <a:noFill/>
        </p:spPr>
        <p:txBody>
          <a:bodyPr wrap="square" lIns="0" tIns="0" rIns="0" bIns="0" rtlCol="0" anchor="ctr"/>
          <a:lstStyle/>
          <a:p>
            <a:pPr marL="0" indent="0" algn="l">
              <a:lnSpc>
                <a:spcPct val="115000"/>
              </a:lnSpc>
              <a:buNone/>
            </a:pPr>
            <a:r>
              <a:rPr lang="ko-KR" sz="950" dirty="0">
                <a:solidFill>
                  <a:srgbClr val="8A91AA"/>
                </a:solidFill>
                <a:latin typeface="Malgun Gothic" pitchFamily="34" charset="0"/>
                <a:ea typeface="Malgun Gothic" pitchFamily="34" charset="-122"/>
                <a:cs typeface="Malgun Gothic" pitchFamily="34" charset="-120"/>
              </a:rPr>
              <a:t>+ GET /characters/{id} · GET /stories/{id} (text · audio_url · animation_url)</a:t>
            </a:r>
          </a:p>
        </p:txBody>
      </p:sp>
      <p:sp>
        <p:nvSpPr>
          <p:cNvPr id="123" name="Note 123"/>
          <p:cNvSpPr/>
          <p:nvPr/>
        </p:nvSpPr>
        <p:spPr>
          <a:xfrm>
            <a:off x="640080" y="4930000"/>
            <a:ext cx="6100000" cy="620000"/>
          </a:xfrm>
          <a:prstGeom prst="roundRect">
            <a:avLst>
              <a:gd name="adj" fmla="val 18000"/>
            </a:avLst>
          </a:prstGeom>
          <a:solidFill>
            <a:srgbClr val="FDE0E6"/>
          </a:solidFill>
          <a:ln>
            <a:noFill/>
          </a:ln>
          <a:effectLst/>
        </p:spPr>
        <p:txBody>
          <a:bodyPr wrap="square" lIns="200000" tIns="0" rIns="200000" bIns="0" rtlCol="0" anchor="ctr"/>
          <a:lstStyle/>
          <a:p>
            <a:pPr marL="0" indent="0" algn="l">
              <a:lnSpc>
                <a:spcPct val="120000"/>
              </a:lnSpc>
              <a:buNone/>
            </a:pPr>
            <a:r>
              <a:rPr lang="ko-KR" sz="1050" b="1" dirty="0">
                <a:solidFill>
                  <a:srgbClr val="39405C"/>
                </a:solidFill>
                <a:latin typeface="Malgun Gothic" pitchFamily="34" charset="0"/>
                <a:ea typeface="Malgun Gothic" pitchFamily="34" charset="-122"/>
                <a:cs typeface="Malgun Gothic" pitchFamily="34" charset="-120"/>
              </a:rPr>
              <a:t>오래 걸리는 분석 · 이야기 생성은 Job(202)으로 받고, 프론트는 상태를 묻습니다.</a:t>
            </a:r>
          </a:p>
          <a:p>
            <a:pPr marL="0" indent="0" algn="l">
              <a:lnSpc>
                <a:spcPct val="120000"/>
              </a:lnSpc>
              <a:buNone/>
            </a:pPr>
            <a:r>
              <a:rPr lang="ko-KR" sz="1050" dirty="0">
                <a:solidFill>
                  <a:srgbClr val="4A5170"/>
                </a:solidFill>
                <a:latin typeface="Malgun Gothic" pitchFamily="34" charset="0"/>
                <a:ea typeface="Malgun Gothic" pitchFamily="34" charset="-122"/>
                <a:cs typeface="Malgun Gothic" pitchFamily="34" charset="-120"/>
              </a:rPr>
              <a:t>오류 코드는 Backend가 아이 말로 바꿉니다.</a:t>
            </a:r>
          </a:p>
        </p:txBody>
      </p:sp>
      <p:sp>
        <p:nvSpPr>
          <p:cNvPr id="124" name="Card 124"/>
          <p:cNvSpPr/>
          <p:nvPr/>
        </p:nvSpPr>
        <p:spPr>
          <a:xfrm>
            <a:off x="7040080" y="1600000"/>
            <a:ext cx="4508792" cy="3950000"/>
          </a:xfrm>
          <a:prstGeom prst="roundRect">
            <a:avLst>
              <a:gd name="adj" fmla="val 1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25" name="Text 125"/>
          <p:cNvSpPr txBox="1"/>
          <p:nvPr/>
        </p:nvSpPr>
        <p:spPr>
          <a:xfrm>
            <a:off x="7290080" y="1700000"/>
            <a:ext cx="4008792" cy="300000"/>
          </a:xfrm>
          <a:prstGeom prst="rect">
            <a:avLst/>
          </a:prstGeom>
          <a:noFill/>
        </p:spPr>
        <p:txBody>
          <a:bodyPr wrap="square" lIns="0" tIns="0" rIns="0" bIns="0" rtlCol="0" anchor="ctr"/>
          <a:lstStyle/>
          <a:p>
            <a:pPr marL="0" indent="0" algn="l">
              <a:lnSpc>
                <a:spcPct val="115000"/>
              </a:lnSpc>
              <a:buNone/>
            </a:pPr>
            <a:r>
              <a:rPr lang="ko-KR" sz="1200" b="1" dirty="0">
                <a:solidFill>
                  <a:srgbClr val="39405C"/>
                </a:solidFill>
                <a:latin typeface="Malgun Gothic" pitchFamily="34" charset="0"/>
                <a:ea typeface="Malgun Gothic" pitchFamily="34" charset="-122"/>
                <a:cs typeface="Malgun Gothic" pitchFamily="34" charset="-120"/>
              </a:rPr>
              <a:t>DB 핵심 데이터 </a:t>
            </a:r>
            <a:r>
              <a:rPr lang="ko-KR" sz="1000" dirty="0">
                <a:solidFill>
                  <a:srgbClr val="8A91AA"/>
                </a:solidFill>
                <a:latin typeface="Malgun Gothic" pitchFamily="34" charset="0"/>
                <a:ea typeface="Malgun Gothic" pitchFamily="34" charset="-122"/>
                <a:cs typeface="Malgun Gothic" pitchFamily="34" charset="-120"/>
              </a:rPr>
              <a:t>(초안)</a:t>
            </a:r>
          </a:p>
        </p:txBody>
      </p:sp>
      <p:pic>
        <p:nvPicPr>
          <p:cNvPr id="126" name="Picture 126"/>
          <p:cNvPicPr>
            <a:picLocks noChangeAspect="1"/>
          </p:cNvPicPr>
          <p:nvPr/>
        </p:nvPicPr>
        <p:blipFill>
          <a:blip r:embed="rId4"/>
          <a:srcRect/>
          <a:stretch>
            <a:fillRect/>
          </a:stretch>
        </p:blipFill>
        <p:spPr>
          <a:xfrm>
            <a:off x="7753661" y="2050000"/>
            <a:ext cx="3081628" cy="2900000"/>
          </a:xfrm>
          <a:prstGeom prst="rect">
            <a:avLst/>
          </a:prstGeom>
        </p:spPr>
      </p:pic>
      <p:sp>
        <p:nvSpPr>
          <p:cNvPr id="127" name="Text 127"/>
          <p:cNvSpPr txBox="1"/>
          <p:nvPr/>
        </p:nvSpPr>
        <p:spPr>
          <a:xfrm>
            <a:off x="7290080" y="5030000"/>
            <a:ext cx="4008792" cy="400000"/>
          </a:xfrm>
          <a:prstGeom prst="rect">
            <a:avLst/>
          </a:prstGeom>
          <a:noFill/>
        </p:spPr>
        <p:txBody>
          <a:bodyPr wrap="square" lIns="0" tIns="0" rIns="0" bIns="0" rtlCol="0" anchor="t"/>
          <a:lstStyle/>
          <a:p>
            <a:pPr marL="0" indent="0" algn="ctr">
              <a:lnSpc>
                <a:spcPct val="115000"/>
              </a:lnSpc>
              <a:buNone/>
            </a:pPr>
            <a:r>
              <a:rPr lang="ko-KR" sz="900" dirty="0">
                <a:solidFill>
                  <a:srgbClr val="8A91AA"/>
                </a:solidFill>
                <a:latin typeface="Malgun Gothic" pitchFamily="34" charset="0"/>
                <a:ea typeface="Malgun Gothic" pitchFamily="34" charset="-122"/>
                <a:cs typeface="Malgun Gothic" pitchFamily="34" charset="-120"/>
              </a:rPr>
              <a:t>characters · joint_corrections · stories · jobs  +  User · 소셜 계정 · 토큰(해시)</a:t>
            </a:r>
          </a:p>
        </p:txBody>
      </p:sp>
      <p:sp>
        <p:nvSpPr>
          <p:cNvPr id="128" name="Pill 128"/>
          <p:cNvSpPr/>
          <p:nvPr/>
        </p:nvSpPr>
        <p:spPr>
          <a:xfrm>
            <a:off x="640080" y="5720000"/>
            <a:ext cx="1700000" cy="300000"/>
          </a:xfrm>
          <a:prstGeom prst="roundRect">
            <a:avLst>
              <a:gd name="adj" fmla="val 50000"/>
            </a:avLst>
          </a:prstGeom>
          <a:solidFill>
            <a:srgbClr val="FFFFFF"/>
          </a:solidFill>
          <a:ln w="9525">
            <a:solidFill>
              <a:srgbClr val="D9DDF0"/>
            </a:solidFill>
          </a:ln>
          <a:effectLst/>
        </p:spPr>
        <p:txBody>
          <a:bodyPr wrap="square" lIns="0" tIns="0" rIns="0" bIns="0" rtlCol="0" anchor="ctr"/>
          <a:lstStyle/>
          <a:p>
            <a:pPr marL="0" indent="0" algn="ctr">
              <a:lnSpc>
                <a:spcPct val="110000"/>
              </a:lnSpc>
              <a:buNone/>
            </a:pPr>
            <a:r>
              <a:rPr lang="ko-KR" sz="950" dirty="0">
                <a:solidFill>
                  <a:srgbClr val="39405C"/>
                </a:solidFill>
                <a:latin typeface="Malgun Gothic" pitchFamily="34" charset="0"/>
                <a:ea typeface="Malgun Gothic" pitchFamily="34" charset="-122"/>
                <a:cs typeface="Malgun Gothic" pitchFamily="34" charset="-120"/>
              </a:rPr>
              <a:t>API 키는 서버에만</a:t>
            </a:r>
          </a:p>
        </p:txBody>
      </p:sp>
      <p:sp>
        <p:nvSpPr>
          <p:cNvPr id="129" name="Pill 129"/>
          <p:cNvSpPr/>
          <p:nvPr/>
        </p:nvSpPr>
        <p:spPr>
          <a:xfrm>
            <a:off x="2440080" y="5720000"/>
            <a:ext cx="2800000" cy="300000"/>
          </a:xfrm>
          <a:prstGeom prst="roundRect">
            <a:avLst>
              <a:gd name="adj" fmla="val 50000"/>
            </a:avLst>
          </a:prstGeom>
          <a:solidFill>
            <a:srgbClr val="FFFFFF"/>
          </a:solidFill>
          <a:ln w="9525">
            <a:solidFill>
              <a:srgbClr val="D9DDF0"/>
            </a:solidFill>
          </a:ln>
          <a:effectLst/>
        </p:spPr>
        <p:txBody>
          <a:bodyPr wrap="square" lIns="0" tIns="0" rIns="0" bIns="0" rtlCol="0" anchor="ctr"/>
          <a:lstStyle/>
          <a:p>
            <a:pPr marL="0" indent="0" algn="ctr">
              <a:lnSpc>
                <a:spcPct val="110000"/>
              </a:lnSpc>
              <a:buNone/>
            </a:pPr>
            <a:r>
              <a:rPr lang="ko-KR" sz="950" dirty="0">
                <a:solidFill>
                  <a:srgbClr val="39405C"/>
                </a:solidFill>
                <a:latin typeface="Malgun Gothic" pitchFamily="34" charset="0"/>
                <a:ea typeface="Malgun Gothic" pitchFamily="34" charset="-122"/>
                <a:cs typeface="Malgun Gothic" pitchFamily="34" charset="-120"/>
              </a:rPr>
              <a:t>AI 서버는 내부 전용 (/internal/v1)</a:t>
            </a:r>
          </a:p>
        </p:txBody>
      </p:sp>
      <p:sp>
        <p:nvSpPr>
          <p:cNvPr id="130" name="Pill 130"/>
          <p:cNvSpPr/>
          <p:nvPr/>
        </p:nvSpPr>
        <p:spPr>
          <a:xfrm>
            <a:off x="5340080" y="5720000"/>
            <a:ext cx="3300000" cy="300000"/>
          </a:xfrm>
          <a:prstGeom prst="roundRect">
            <a:avLst>
              <a:gd name="adj" fmla="val 50000"/>
            </a:avLst>
          </a:prstGeom>
          <a:solidFill>
            <a:srgbClr val="FFFFFF"/>
          </a:solidFill>
          <a:ln w="9525">
            <a:solidFill>
              <a:srgbClr val="D9DDF0"/>
            </a:solidFill>
          </a:ln>
          <a:effectLst/>
        </p:spPr>
        <p:txBody>
          <a:bodyPr wrap="square" lIns="0" tIns="0" rIns="0" bIns="0" rtlCol="0" anchor="ctr"/>
          <a:lstStyle/>
          <a:p>
            <a:pPr marL="0" indent="0" algn="ctr">
              <a:lnSpc>
                <a:spcPct val="110000"/>
              </a:lnSpc>
              <a:buNone/>
            </a:pPr>
            <a:r>
              <a:rPr lang="ko-KR" sz="950" dirty="0">
                <a:solidFill>
                  <a:srgbClr val="39405C"/>
                </a:solidFill>
                <a:latin typeface="Malgun Gothic" pitchFamily="34" charset="0"/>
                <a:ea typeface="Malgun Gothic" pitchFamily="34" charset="-122"/>
                <a:cs typeface="Malgun Gothic" pitchFamily="34" charset="-120"/>
              </a:rPr>
              <a:t>외부 서비스가 실패해도 이야기는 만들어짐</a:t>
            </a:r>
          </a:p>
        </p:txBody>
      </p:sp>
      <p:sp>
        <p:nvSpPr>
          <p:cNvPr id="131" name="Text 131"/>
          <p:cNvSpPr txBox="1"/>
          <p:nvPr/>
        </p:nvSpPr>
        <p:spPr>
          <a:xfrm>
            <a:off x="8790080" y="5720000"/>
            <a:ext cx="2758792" cy="300000"/>
          </a:xfrm>
          <a:prstGeom prst="rect">
            <a:avLst/>
          </a:prstGeom>
          <a:noFill/>
        </p:spPr>
        <p:txBody>
          <a:bodyPr wrap="square" lIns="0" tIns="0" rIns="0" bIns="0" rtlCol="0" anchor="ctr"/>
          <a:lstStyle/>
          <a:p>
            <a:pPr marL="0" indent="0" algn="l">
              <a:lnSpc>
                <a:spcPct val="115000"/>
              </a:lnSpc>
              <a:buNone/>
            </a:pPr>
            <a:r>
              <a:rPr lang="ko-KR" sz="950" b="1" dirty="0">
                <a:solidFill>
                  <a:srgbClr val="E0607A"/>
                </a:solidFill>
                <a:latin typeface="Malgun Gothic" pitchFamily="34" charset="0"/>
                <a:ea typeface="Malgun Gothic" pitchFamily="34" charset="-122"/>
                <a:cs typeface="Malgun Gothic" pitchFamily="34" charset="-120"/>
              </a:rPr>
              <a:t>다음  </a:t>
            </a:r>
            <a:r>
              <a:rPr lang="ko-KR" sz="950" dirty="0">
                <a:solidFill>
                  <a:srgbClr val="4A5170"/>
                </a:solidFill>
                <a:latin typeface="Malgun Gothic" pitchFamily="34" charset="0"/>
                <a:ea typeface="Malgun Gothic" pitchFamily="34" charset="-122"/>
                <a:cs typeface="Malgun Gothic" pitchFamily="34" charset="-120"/>
              </a:rPr>
              <a:t>ERD · Entity Mapping · Job 큐</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Page 101"/>
          <p:cNvSpPr txBox="1"/>
          <p:nvPr/>
        </p:nvSpPr>
        <p:spPr>
          <a:xfrm>
            <a:off x="11185855" y="6355080"/>
            <a:ext cx="457200" cy="274320"/>
          </a:xfrm>
          <a:prstGeom prst="rect">
            <a:avLst/>
          </a:prstGeom>
          <a:noFill/>
        </p:spPr>
        <p:txBody>
          <a:bodyPr wrap="square" lIns="0" tIns="0" rIns="0" bIns="0" rtlCol="0" anchor="ctr"/>
          <a:lstStyle/>
          <a:p>
            <a:pPr marL="0" indent="0" algn="r">
              <a:lnSpc>
                <a:spcPct val="115000"/>
              </a:lnSpc>
              <a:buNone/>
            </a:pPr>
            <a:r>
              <a:rPr lang="ko-KR" sz="1000" dirty="0">
                <a:solidFill>
                  <a:srgbClr val="8A91AA"/>
                </a:solidFill>
                <a:latin typeface="Malgun Gothic" pitchFamily="34" charset="0"/>
                <a:ea typeface="Malgun Gothic" pitchFamily="34" charset="-122"/>
                <a:cs typeface="Malgun Gothic" pitchFamily="34" charset="-120"/>
              </a:rPr>
              <a:t>17</a:t>
            </a:r>
          </a:p>
        </p:txBody>
      </p:sp>
      <p:sp>
        <p:nvSpPr>
          <p:cNvPr id="102" name="Pill 102"/>
          <p:cNvSpPr/>
          <p:nvPr/>
        </p:nvSpPr>
        <p:spPr>
          <a:xfrm>
            <a:off x="640080" y="467200"/>
            <a:ext cx="2115000" cy="300000"/>
          </a:xfrm>
          <a:prstGeom prst="roundRect">
            <a:avLst>
              <a:gd name="adj" fmla="val 50000"/>
            </a:avLst>
          </a:prstGeom>
          <a:solidFill>
            <a:srgbClr val="DCF2E4"/>
          </a:solidFill>
          <a:ln>
            <a:solidFill>
              <a:srgbClr val="00B050"/>
            </a:solidFill>
          </a:ln>
          <a:effectLst/>
        </p:spPr>
        <p:txBody>
          <a:bodyPr wrap="square" lIns="0" tIns="0" rIns="0" bIns="0" rtlCol="0" anchor="ctr"/>
          <a:lstStyle/>
          <a:p>
            <a:pPr marL="0" indent="0" algn="ctr">
              <a:lnSpc>
                <a:spcPct val="110000"/>
              </a:lnSpc>
              <a:buNone/>
            </a:pPr>
            <a:r>
              <a:rPr lang="ko-KR" sz="1100" b="1" dirty="0">
                <a:solidFill>
                  <a:srgbClr val="2F9E78"/>
                </a:solidFill>
                <a:latin typeface="Malgun Gothic" pitchFamily="34" charset="0"/>
                <a:ea typeface="Malgun Gothic" pitchFamily="34" charset="-122"/>
                <a:cs typeface="Malgun Gothic" pitchFamily="34" charset="-120"/>
              </a:rPr>
              <a:t>A1 AI Runtime · 김수정</a:t>
            </a:r>
          </a:p>
        </p:txBody>
      </p:sp>
      <p:sp>
        <p:nvSpPr>
          <p:cNvPr id="103" name="Label 103"/>
          <p:cNvSpPr txBox="1"/>
          <p:nvPr/>
        </p:nvSpPr>
        <p:spPr>
          <a:xfrm>
            <a:off x="2895080" y="457200"/>
            <a:ext cx="8656535" cy="320040"/>
          </a:xfrm>
          <a:prstGeom prst="rect">
            <a:avLst/>
          </a:prstGeom>
          <a:noFill/>
        </p:spPr>
        <p:txBody>
          <a:bodyPr wrap="square" lIns="0" tIns="0" rIns="0" bIns="0" rtlCol="0" anchor="ctr"/>
          <a:lstStyle/>
          <a:p>
            <a:pPr marL="0" indent="0" algn="l">
              <a:lnSpc>
                <a:spcPct val="115000"/>
              </a:lnSpc>
              <a:buNone/>
            </a:pPr>
            <a:r>
              <a:rPr lang="ko-KR" sz="1300" b="1" dirty="0">
                <a:solidFill>
                  <a:srgbClr val="4C5CC4"/>
                </a:solidFill>
                <a:latin typeface="Malgun Gothic" pitchFamily="34" charset="0"/>
                <a:ea typeface="Malgun Gothic" pitchFamily="34" charset="-122"/>
                <a:cs typeface="Malgun Gothic" pitchFamily="34" charset="-120"/>
              </a:rPr>
              <a:t>PART C · ③ AI 실행 흐름</a:t>
            </a:r>
          </a:p>
        </p:txBody>
      </p:sp>
      <p:sp>
        <p:nvSpPr>
          <p:cNvPr id="104" name="Title 104"/>
          <p:cNvSpPr txBox="1"/>
          <p:nvPr/>
        </p:nvSpPr>
        <p:spPr>
          <a:xfrm>
            <a:off x="640080" y="804672"/>
            <a:ext cx="10911535" cy="731520"/>
          </a:xfrm>
          <a:prstGeom prst="rect">
            <a:avLst/>
          </a:prstGeom>
          <a:noFill/>
        </p:spPr>
        <p:txBody>
          <a:bodyPr wrap="square" lIns="0" tIns="0" rIns="0" bIns="0" rtlCol="0" anchor="t"/>
          <a:lstStyle/>
          <a:p>
            <a:pPr marL="0" indent="0" algn="l">
              <a:lnSpc>
                <a:spcPct val="115000"/>
              </a:lnSpc>
              <a:buNone/>
            </a:pPr>
            <a:r>
              <a:rPr lang="ko-KR" sz="3000" b="1" dirty="0">
                <a:solidFill>
                  <a:srgbClr val="39405C"/>
                </a:solidFill>
                <a:latin typeface="Malgun Gothic" pitchFamily="34" charset="0"/>
                <a:ea typeface="Malgun Gothic" pitchFamily="34" charset="-122"/>
                <a:cs typeface="Malgun Gothic" pitchFamily="34" charset="-120"/>
              </a:rPr>
              <a:t>그림이 들어오면 AI가 처리해 돌려주는 흐름을 잡았습니다</a:t>
            </a:r>
          </a:p>
        </p:txBody>
      </p:sp>
      <p:sp>
        <p:nvSpPr>
          <p:cNvPr id="105" name="Card 105"/>
          <p:cNvSpPr/>
          <p:nvPr/>
        </p:nvSpPr>
        <p:spPr>
          <a:xfrm>
            <a:off x="6327059" y="1580000"/>
            <a:ext cx="5341812" cy="4190000"/>
          </a:xfrm>
          <a:prstGeom prst="roundRect">
            <a:avLst>
              <a:gd name="adj" fmla="val 4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pic>
        <p:nvPicPr>
          <p:cNvPr id="106" name="Picture 106"/>
          <p:cNvPicPr>
            <a:picLocks noChangeAspect="1"/>
          </p:cNvPicPr>
          <p:nvPr/>
        </p:nvPicPr>
        <p:blipFill>
          <a:blip r:embed="rId4"/>
          <a:srcRect/>
          <a:stretch>
            <a:fillRect/>
          </a:stretch>
        </p:blipFill>
        <p:spPr>
          <a:xfrm>
            <a:off x="6447059" y="1700000"/>
            <a:ext cx="5101812" cy="3950000"/>
          </a:xfrm>
          <a:prstGeom prst="rect">
            <a:avLst/>
          </a:prstGeom>
        </p:spPr>
      </p:pic>
      <p:sp>
        <p:nvSpPr>
          <p:cNvPr id="107" name="Pill 107"/>
          <p:cNvSpPr/>
          <p:nvPr/>
        </p:nvSpPr>
        <p:spPr>
          <a:xfrm>
            <a:off x="6447059" y="5850000"/>
            <a:ext cx="2900000" cy="300000"/>
          </a:xfrm>
          <a:prstGeom prst="roundRect">
            <a:avLst>
              <a:gd name="adj" fmla="val 50000"/>
            </a:avLst>
          </a:prstGeom>
          <a:solidFill>
            <a:srgbClr val="DCF2E4"/>
          </a:solidFill>
          <a:ln>
            <a:noFill/>
          </a:ln>
          <a:effectLst/>
        </p:spPr>
        <p:txBody>
          <a:bodyPr wrap="square" lIns="0" tIns="0" rIns="0" bIns="0" rtlCol="0" anchor="ctr"/>
          <a:lstStyle/>
          <a:p>
            <a:pPr marL="0" indent="0" algn="ctr">
              <a:lnSpc>
                <a:spcPct val="110000"/>
              </a:lnSpc>
              <a:buNone/>
            </a:pPr>
            <a:r>
              <a:rPr lang="ko-KR" sz="950" b="1" dirty="0">
                <a:solidFill>
                  <a:srgbClr val="2F9E78"/>
                </a:solidFill>
                <a:latin typeface="Malgun Gothic" pitchFamily="34" charset="0"/>
                <a:ea typeface="Malgun Gothic" pitchFamily="34" charset="-122"/>
                <a:cs typeface="Malgun Gothic" pitchFamily="34" charset="-120"/>
              </a:rPr>
              <a:t>서비스 Flow Chart · 구성 요소 사이의 주고받기</a:t>
            </a:r>
          </a:p>
        </p:txBody>
      </p:sp>
      <p:sp>
        <p:nvSpPr>
          <p:cNvPr id="108" name="Text 108"/>
          <p:cNvSpPr txBox="1"/>
          <p:nvPr/>
        </p:nvSpPr>
        <p:spPr>
          <a:xfrm>
            <a:off x="640080" y="1600000"/>
            <a:ext cx="900000" cy="640000"/>
          </a:xfrm>
          <a:prstGeom prst="rect">
            <a:avLst/>
          </a:prstGeom>
          <a:noFill/>
        </p:spPr>
        <p:txBody>
          <a:bodyPr wrap="square" lIns="0" tIns="0" rIns="0" bIns="0" rtlCol="0" anchor="ctr"/>
          <a:lstStyle/>
          <a:p>
            <a:pPr marL="0" indent="0" algn="l">
              <a:lnSpc>
                <a:spcPct val="115000"/>
              </a:lnSpc>
              <a:buNone/>
            </a:pPr>
            <a:r>
              <a:rPr lang="ko-KR" sz="3400" b="1" dirty="0">
                <a:solidFill>
                  <a:srgbClr val="2F9E78"/>
                </a:solidFill>
                <a:latin typeface="Malgun Gothic" pitchFamily="34" charset="0"/>
                <a:ea typeface="Malgun Gothic" pitchFamily="34" charset="-122"/>
                <a:cs typeface="Malgun Gothic" pitchFamily="34" charset="-120"/>
              </a:rPr>
              <a:t>10</a:t>
            </a:r>
          </a:p>
        </p:txBody>
      </p:sp>
      <p:sp>
        <p:nvSpPr>
          <p:cNvPr id="109" name="Text 109"/>
          <p:cNvSpPr txBox="1"/>
          <p:nvPr/>
        </p:nvSpPr>
        <p:spPr>
          <a:xfrm>
            <a:off x="1540080" y="1640000"/>
            <a:ext cx="4486979" cy="600000"/>
          </a:xfrm>
          <a:prstGeom prst="rect">
            <a:avLst/>
          </a:prstGeom>
          <a:noFill/>
        </p:spPr>
        <p:txBody>
          <a:bodyPr wrap="square" lIns="0" tIns="0" rIns="0" bIns="0" rtlCol="0" anchor="ctr"/>
          <a:lstStyle/>
          <a:p>
            <a:pPr marL="0" indent="0" algn="l">
              <a:lnSpc>
                <a:spcPct val="118000"/>
              </a:lnSpc>
              <a:buNone/>
            </a:pPr>
            <a:r>
              <a:rPr lang="ko-KR" sz="1200" b="1" dirty="0">
                <a:solidFill>
                  <a:srgbClr val="39405C"/>
                </a:solidFill>
                <a:latin typeface="Malgun Gothic" pitchFamily="34" charset="0"/>
                <a:ea typeface="Malgun Gothic" pitchFamily="34" charset="-122"/>
                <a:cs typeface="Malgun Gothic" pitchFamily="34" charset="-120"/>
              </a:rPr>
              <a:t>개 서비스 흐름</a:t>
            </a:r>
          </a:p>
          <a:p>
            <a:pPr marL="0" indent="0" algn="l">
              <a:lnSpc>
                <a:spcPct val="118000"/>
              </a:lnSpc>
              <a:buNone/>
            </a:pPr>
            <a:r>
              <a:rPr lang="ko-KR" sz="950" dirty="0">
                <a:solidFill>
                  <a:srgbClr val="8A91AA"/>
                </a:solidFill>
                <a:latin typeface="Malgun Gothic" pitchFamily="34" charset="0"/>
                <a:ea typeface="Malgun Gothic" pitchFamily="34" charset="-122"/>
                <a:cs typeface="Malgun Gothic" pitchFamily="34" charset="-120"/>
              </a:rPr>
              <a:t>캐릭터 만들기 · 이야기 만들기 등</a:t>
            </a:r>
          </a:p>
        </p:txBody>
      </p:sp>
      <p:sp>
        <p:nvSpPr>
          <p:cNvPr id="110" name="Dot 110"/>
          <p:cNvSpPr/>
          <p:nvPr/>
        </p:nvSpPr>
        <p:spPr>
          <a:xfrm>
            <a:off x="640080" y="2470000"/>
            <a:ext cx="300000" cy="300000"/>
          </a:xfrm>
          <a:prstGeom prst="ellipse">
            <a:avLst/>
          </a:prstGeom>
          <a:solidFill>
            <a:srgbClr val="DCF2E4"/>
          </a:solidFill>
          <a:ln>
            <a:noFill/>
          </a:ln>
          <a:effectLst/>
        </p:spPr>
        <p:txBody>
          <a:bodyPr wrap="square" lIns="0" tIns="0" rIns="0" bIns="0" rtlCol="0" anchor="ctr"/>
          <a:lstStyle/>
          <a:p>
            <a:pPr marL="0" indent="0" algn="ctr">
              <a:lnSpc>
                <a:spcPct val="110000"/>
              </a:lnSpc>
              <a:buNone/>
            </a:pPr>
            <a:r>
              <a:rPr lang="ko-KR" sz="1100" b="1" dirty="0">
                <a:solidFill>
                  <a:srgbClr val="2F9E78"/>
                </a:solidFill>
                <a:latin typeface="Malgun Gothic" pitchFamily="34" charset="0"/>
                <a:ea typeface="Malgun Gothic" pitchFamily="34" charset="-122"/>
                <a:cs typeface="Malgun Gothic" pitchFamily="34" charset="-120"/>
              </a:rPr>
              <a:t>1</a:t>
            </a:r>
          </a:p>
        </p:txBody>
      </p:sp>
      <p:sp>
        <p:nvSpPr>
          <p:cNvPr id="111" name="Text 111"/>
          <p:cNvSpPr txBox="1"/>
          <p:nvPr/>
        </p:nvSpPr>
        <p:spPr>
          <a:xfrm>
            <a:off x="1060080" y="2450000"/>
            <a:ext cx="4966979" cy="330000"/>
          </a:xfrm>
          <a:prstGeom prst="rect">
            <a:avLst/>
          </a:prstGeom>
          <a:noFill/>
        </p:spPr>
        <p:txBody>
          <a:bodyPr wrap="square" lIns="0" tIns="0" rIns="0" bIns="0" rtlCol="0" anchor="ctr"/>
          <a:lstStyle/>
          <a:p>
            <a:pPr marL="0" indent="0" algn="l">
              <a:lnSpc>
                <a:spcPct val="115000"/>
              </a:lnSpc>
              <a:buNone/>
            </a:pPr>
            <a:r>
              <a:rPr lang="ko-KR" sz="1300" b="1" dirty="0">
                <a:solidFill>
                  <a:srgbClr val="39405C"/>
                </a:solidFill>
                <a:latin typeface="Malgun Gothic" pitchFamily="34" charset="0"/>
                <a:ea typeface="Malgun Gothic" pitchFamily="34" charset="-122"/>
                <a:cs typeface="Malgun Gothic" pitchFamily="34" charset="-120"/>
              </a:rPr>
              <a:t>왜 필요했나</a:t>
            </a:r>
          </a:p>
        </p:txBody>
      </p:sp>
      <p:sp>
        <p:nvSpPr>
          <p:cNvPr id="112" name="Text 112"/>
          <p:cNvSpPr txBox="1"/>
          <p:nvPr/>
        </p:nvSpPr>
        <p:spPr>
          <a:xfrm>
            <a:off x="1060080" y="2800000"/>
            <a:ext cx="4966979" cy="700000"/>
          </a:xfrm>
          <a:prstGeom prst="rect">
            <a:avLst/>
          </a:prstGeom>
          <a:noFill/>
        </p:spPr>
        <p:txBody>
          <a:bodyPr wrap="square" lIns="0" tIns="0" rIns="0" bIns="0" rtlCol="0" anchor="t"/>
          <a:lstStyle/>
          <a:p>
            <a:pPr marL="0" indent="0" algn="l">
              <a:lnSpc>
                <a:spcPct val="125000"/>
              </a:lnSpc>
              <a:buNone/>
            </a:pPr>
            <a:r>
              <a:rPr lang="ko-KR" sz="1050" dirty="0">
                <a:solidFill>
                  <a:srgbClr val="4A5170"/>
                </a:solidFill>
                <a:latin typeface="Malgun Gothic" pitchFamily="34" charset="0"/>
                <a:ea typeface="Malgun Gothic" pitchFamily="34" charset="-122"/>
                <a:cs typeface="Malgun Gothic" pitchFamily="34" charset="-120"/>
              </a:rPr>
              <a:t>요청이 Frontend · Backend를 거쳐 AI까지 갔다가 돌아오는 순서를 먼저 맞춰야, 네 영역이 같은 흐름으로 개발할 수 있었습니다</a:t>
            </a:r>
          </a:p>
        </p:txBody>
      </p:sp>
      <p:sp>
        <p:nvSpPr>
          <p:cNvPr id="113" name="Dot 113"/>
          <p:cNvSpPr/>
          <p:nvPr/>
        </p:nvSpPr>
        <p:spPr>
          <a:xfrm>
            <a:off x="640080" y="3500000"/>
            <a:ext cx="300000" cy="300000"/>
          </a:xfrm>
          <a:prstGeom prst="ellipse">
            <a:avLst/>
          </a:prstGeom>
          <a:solidFill>
            <a:srgbClr val="DCF2E4"/>
          </a:solidFill>
          <a:ln>
            <a:noFill/>
          </a:ln>
          <a:effectLst/>
        </p:spPr>
        <p:txBody>
          <a:bodyPr wrap="square" lIns="0" tIns="0" rIns="0" bIns="0" rtlCol="0" anchor="ctr"/>
          <a:lstStyle/>
          <a:p>
            <a:pPr marL="0" indent="0" algn="ctr">
              <a:lnSpc>
                <a:spcPct val="110000"/>
              </a:lnSpc>
              <a:buNone/>
            </a:pPr>
            <a:r>
              <a:rPr lang="ko-KR" sz="1100" b="1" dirty="0">
                <a:solidFill>
                  <a:srgbClr val="2F9E78"/>
                </a:solidFill>
                <a:latin typeface="Malgun Gothic" pitchFamily="34" charset="0"/>
                <a:ea typeface="Malgun Gothic" pitchFamily="34" charset="-122"/>
                <a:cs typeface="Malgun Gothic" pitchFamily="34" charset="-120"/>
              </a:rPr>
              <a:t>2</a:t>
            </a:r>
          </a:p>
        </p:txBody>
      </p:sp>
      <p:sp>
        <p:nvSpPr>
          <p:cNvPr id="114" name="Text 114"/>
          <p:cNvSpPr txBox="1"/>
          <p:nvPr/>
        </p:nvSpPr>
        <p:spPr>
          <a:xfrm>
            <a:off x="1060080" y="3480000"/>
            <a:ext cx="4966979" cy="330000"/>
          </a:xfrm>
          <a:prstGeom prst="rect">
            <a:avLst/>
          </a:prstGeom>
          <a:noFill/>
        </p:spPr>
        <p:txBody>
          <a:bodyPr wrap="square" lIns="0" tIns="0" rIns="0" bIns="0" rtlCol="0" anchor="ctr"/>
          <a:lstStyle/>
          <a:p>
            <a:pPr marL="0" indent="0" algn="l">
              <a:lnSpc>
                <a:spcPct val="115000"/>
              </a:lnSpc>
              <a:buNone/>
            </a:pPr>
            <a:r>
              <a:rPr lang="ko-KR" sz="1300" b="1" dirty="0">
                <a:solidFill>
                  <a:srgbClr val="39405C"/>
                </a:solidFill>
                <a:latin typeface="Malgun Gothic" pitchFamily="34" charset="0"/>
                <a:ea typeface="Malgun Gothic" pitchFamily="34" charset="-122"/>
                <a:cs typeface="Malgun Gothic" pitchFamily="34" charset="-120"/>
              </a:rPr>
              <a:t>무엇을 했나</a:t>
            </a:r>
          </a:p>
        </p:txBody>
      </p:sp>
      <p:sp>
        <p:nvSpPr>
          <p:cNvPr id="115" name="Text 115"/>
          <p:cNvSpPr txBox="1"/>
          <p:nvPr/>
        </p:nvSpPr>
        <p:spPr>
          <a:xfrm>
            <a:off x="1060080" y="3830000"/>
            <a:ext cx="4966979" cy="700000"/>
          </a:xfrm>
          <a:prstGeom prst="rect">
            <a:avLst/>
          </a:prstGeom>
          <a:noFill/>
        </p:spPr>
        <p:txBody>
          <a:bodyPr wrap="square" lIns="0" tIns="0" rIns="0" bIns="0" rtlCol="0" anchor="t"/>
          <a:lstStyle/>
          <a:p>
            <a:pPr marL="0" indent="0" algn="l">
              <a:lnSpc>
                <a:spcPct val="125000"/>
              </a:lnSpc>
              <a:buNone/>
            </a:pPr>
            <a:r>
              <a:rPr lang="ko-KR" sz="1050" dirty="0">
                <a:solidFill>
                  <a:srgbClr val="4A5170"/>
                </a:solidFill>
                <a:latin typeface="Malgun Gothic" pitchFamily="34" charset="0"/>
                <a:ea typeface="Malgun Gothic" pitchFamily="34" charset="-122"/>
                <a:cs typeface="Malgun Gothic" pitchFamily="34" charset="-120"/>
              </a:rPr>
              <a:t>Meta Animated Drawings 구조 분석 · 활용 범위 협의 → Backend-AI · A1-A2 Pose 연동 방향 협의 → Flow Chart 작성</a:t>
            </a:r>
          </a:p>
        </p:txBody>
      </p:sp>
      <p:sp>
        <p:nvSpPr>
          <p:cNvPr id="116" name="Dot 116"/>
          <p:cNvSpPr/>
          <p:nvPr/>
        </p:nvSpPr>
        <p:spPr>
          <a:xfrm>
            <a:off x="640080" y="4530000"/>
            <a:ext cx="300000" cy="300000"/>
          </a:xfrm>
          <a:prstGeom prst="ellipse">
            <a:avLst/>
          </a:prstGeom>
          <a:solidFill>
            <a:srgbClr val="DCF2E4"/>
          </a:solidFill>
          <a:ln>
            <a:noFill/>
          </a:ln>
          <a:effectLst/>
        </p:spPr>
        <p:txBody>
          <a:bodyPr wrap="square" lIns="0" tIns="0" rIns="0" bIns="0" rtlCol="0" anchor="ctr"/>
          <a:lstStyle/>
          <a:p>
            <a:pPr marL="0" indent="0" algn="ctr">
              <a:lnSpc>
                <a:spcPct val="110000"/>
              </a:lnSpc>
              <a:buNone/>
            </a:pPr>
            <a:r>
              <a:rPr lang="ko-KR" sz="1100" b="1" dirty="0">
                <a:solidFill>
                  <a:srgbClr val="2F9E78"/>
                </a:solidFill>
                <a:latin typeface="Malgun Gothic" pitchFamily="34" charset="0"/>
                <a:ea typeface="Malgun Gothic" pitchFamily="34" charset="-122"/>
                <a:cs typeface="Malgun Gothic" pitchFamily="34" charset="-120"/>
              </a:rPr>
              <a:t>3</a:t>
            </a:r>
          </a:p>
        </p:txBody>
      </p:sp>
      <p:sp>
        <p:nvSpPr>
          <p:cNvPr id="117" name="Text 117"/>
          <p:cNvSpPr txBox="1"/>
          <p:nvPr/>
        </p:nvSpPr>
        <p:spPr>
          <a:xfrm>
            <a:off x="1060080" y="4510000"/>
            <a:ext cx="4966979" cy="330000"/>
          </a:xfrm>
          <a:prstGeom prst="rect">
            <a:avLst/>
          </a:prstGeom>
          <a:noFill/>
        </p:spPr>
        <p:txBody>
          <a:bodyPr wrap="square" lIns="0" tIns="0" rIns="0" bIns="0" rtlCol="0" anchor="ctr"/>
          <a:lstStyle/>
          <a:p>
            <a:pPr marL="0" indent="0" algn="l">
              <a:lnSpc>
                <a:spcPct val="115000"/>
              </a:lnSpc>
              <a:buNone/>
            </a:pPr>
            <a:r>
              <a:rPr lang="ko-KR" sz="1300" b="1" dirty="0">
                <a:solidFill>
                  <a:srgbClr val="39405C"/>
                </a:solidFill>
                <a:latin typeface="Malgun Gothic" pitchFamily="34" charset="0"/>
                <a:ea typeface="Malgun Gothic" pitchFamily="34" charset="-122"/>
                <a:cs typeface="Malgun Gothic" pitchFamily="34" charset="-120"/>
              </a:rPr>
              <a:t>다음 개발에 어떻게 쓰이나</a:t>
            </a:r>
          </a:p>
        </p:txBody>
      </p:sp>
      <p:sp>
        <p:nvSpPr>
          <p:cNvPr id="118" name="Text 118"/>
          <p:cNvSpPr txBox="1"/>
          <p:nvPr/>
        </p:nvSpPr>
        <p:spPr>
          <a:xfrm>
            <a:off x="1060080" y="4860000"/>
            <a:ext cx="4966979" cy="700000"/>
          </a:xfrm>
          <a:prstGeom prst="rect">
            <a:avLst/>
          </a:prstGeom>
          <a:noFill/>
        </p:spPr>
        <p:txBody>
          <a:bodyPr wrap="square" lIns="0" tIns="0" rIns="0" bIns="0" rtlCol="0" anchor="t"/>
          <a:lstStyle/>
          <a:p>
            <a:pPr marL="0" indent="0" algn="l">
              <a:lnSpc>
                <a:spcPct val="125000"/>
              </a:lnSpc>
              <a:buNone/>
            </a:pPr>
            <a:r>
              <a:rPr lang="ko-KR" sz="1050" dirty="0">
                <a:solidFill>
                  <a:srgbClr val="4A5170"/>
                </a:solidFill>
                <a:latin typeface="Malgun Gothic" pitchFamily="34" charset="0"/>
                <a:ea typeface="Malgun Gothic" pitchFamily="34" charset="-122"/>
                <a:cs typeface="Malgun Gothic" pitchFamily="34" charset="-120"/>
              </a:rPr>
              <a:t>Flow 단계 그대로 /analyze · /render를 구현하고, 오류 처리도 단계별로 나눠서 합니다</a:t>
            </a:r>
          </a:p>
        </p:txBody>
      </p:sp>
      <p:sp>
        <p:nvSpPr>
          <p:cNvPr id="119" name="Text 119"/>
          <p:cNvSpPr txBox="1"/>
          <p:nvPr/>
        </p:nvSpPr>
        <p:spPr>
          <a:xfrm>
            <a:off x="640080" y="5560000"/>
            <a:ext cx="5386979" cy="520000"/>
          </a:xfrm>
          <a:prstGeom prst="rect">
            <a:avLst/>
          </a:prstGeom>
          <a:noFill/>
        </p:spPr>
        <p:txBody>
          <a:bodyPr wrap="square" lIns="0" tIns="0" rIns="0" bIns="0" rtlCol="0" anchor="t"/>
          <a:lstStyle/>
          <a:p>
            <a:pPr marL="0" indent="0" algn="l">
              <a:lnSpc>
                <a:spcPct val="120000"/>
              </a:lnSpc>
              <a:buNone/>
            </a:pPr>
            <a:r>
              <a:rPr lang="ko-KR" sz="1150" b="1" dirty="0">
                <a:solidFill>
                  <a:srgbClr val="2F9E78"/>
                </a:solidFill>
                <a:latin typeface="Malgun Gothic" pitchFamily="34" charset="0"/>
                <a:ea typeface="Malgun Gothic" pitchFamily="34" charset="-122"/>
                <a:cs typeface="Malgun Gothic" pitchFamily="34" charset="-120"/>
              </a:rPr>
              <a:t>“그림 한 장이 AI Runtime을 거쳐 다시 화면으로 돌아오기까지, 전체 흐름을 Flow Chart로 그렸습니다.”</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Page 101"/>
          <p:cNvSpPr txBox="1"/>
          <p:nvPr/>
        </p:nvSpPr>
        <p:spPr>
          <a:xfrm>
            <a:off x="11185855" y="6355080"/>
            <a:ext cx="457200" cy="274320"/>
          </a:xfrm>
          <a:prstGeom prst="rect">
            <a:avLst/>
          </a:prstGeom>
          <a:noFill/>
        </p:spPr>
        <p:txBody>
          <a:bodyPr wrap="square" lIns="0" tIns="0" rIns="0" bIns="0" rtlCol="0" anchor="ctr"/>
          <a:lstStyle/>
          <a:p>
            <a:pPr marL="0" indent="0" algn="r">
              <a:lnSpc>
                <a:spcPct val="115000"/>
              </a:lnSpc>
              <a:buNone/>
            </a:pPr>
            <a:r>
              <a:rPr lang="ko-KR" sz="1000" dirty="0">
                <a:solidFill>
                  <a:srgbClr val="8A91AA"/>
                </a:solidFill>
                <a:latin typeface="Malgun Gothic" pitchFamily="34" charset="0"/>
                <a:ea typeface="Malgun Gothic" pitchFamily="34" charset="-122"/>
                <a:cs typeface="Malgun Gothic" pitchFamily="34" charset="-120"/>
              </a:rPr>
              <a:t>18</a:t>
            </a:r>
          </a:p>
        </p:txBody>
      </p:sp>
      <p:sp>
        <p:nvSpPr>
          <p:cNvPr id="102" name="Pill 102"/>
          <p:cNvSpPr/>
          <p:nvPr/>
        </p:nvSpPr>
        <p:spPr>
          <a:xfrm>
            <a:off x="640080" y="467200"/>
            <a:ext cx="2115000" cy="300000"/>
          </a:xfrm>
          <a:prstGeom prst="roundRect">
            <a:avLst>
              <a:gd name="adj" fmla="val 50000"/>
            </a:avLst>
          </a:prstGeom>
          <a:solidFill>
            <a:srgbClr val="DCF2E4"/>
          </a:solidFill>
          <a:ln>
            <a:solidFill>
              <a:srgbClr val="00B050"/>
            </a:solidFill>
          </a:ln>
          <a:effectLst/>
        </p:spPr>
        <p:txBody>
          <a:bodyPr wrap="square" lIns="0" tIns="0" rIns="0" bIns="0" rtlCol="0" anchor="ctr"/>
          <a:lstStyle/>
          <a:p>
            <a:pPr marL="0" indent="0" algn="ctr">
              <a:lnSpc>
                <a:spcPct val="110000"/>
              </a:lnSpc>
              <a:buNone/>
            </a:pPr>
            <a:r>
              <a:rPr lang="ko-KR" sz="1100" b="1" dirty="0">
                <a:solidFill>
                  <a:srgbClr val="2F9E78"/>
                </a:solidFill>
                <a:latin typeface="Malgun Gothic" pitchFamily="34" charset="0"/>
                <a:ea typeface="Malgun Gothic" pitchFamily="34" charset="-122"/>
                <a:cs typeface="Malgun Gothic" pitchFamily="34" charset="-120"/>
              </a:rPr>
              <a:t>A1 AI Runtime · 김수정</a:t>
            </a:r>
          </a:p>
        </p:txBody>
      </p:sp>
      <p:sp>
        <p:nvSpPr>
          <p:cNvPr id="103" name="Label 103"/>
          <p:cNvSpPr txBox="1"/>
          <p:nvPr/>
        </p:nvSpPr>
        <p:spPr>
          <a:xfrm>
            <a:off x="2895080" y="457200"/>
            <a:ext cx="8656535" cy="320040"/>
          </a:xfrm>
          <a:prstGeom prst="rect">
            <a:avLst/>
          </a:prstGeom>
          <a:noFill/>
        </p:spPr>
        <p:txBody>
          <a:bodyPr wrap="square" lIns="0" tIns="0" rIns="0" bIns="0" rtlCol="0" anchor="ctr"/>
          <a:lstStyle/>
          <a:p>
            <a:pPr marL="0" indent="0" algn="l">
              <a:lnSpc>
                <a:spcPct val="115000"/>
              </a:lnSpc>
              <a:buNone/>
            </a:pPr>
            <a:r>
              <a:rPr lang="ko-KR" sz="1300" b="1" dirty="0">
                <a:solidFill>
                  <a:srgbClr val="4C5CC4"/>
                </a:solidFill>
                <a:latin typeface="Malgun Gothic" pitchFamily="34" charset="0"/>
                <a:ea typeface="Malgun Gothic" pitchFamily="34" charset="-122"/>
                <a:cs typeface="Malgun Gothic" pitchFamily="34" charset="-120"/>
              </a:rPr>
              <a:t>PART C · ③ AI 실행 흐름  ②</a:t>
            </a:r>
          </a:p>
        </p:txBody>
      </p:sp>
      <p:sp>
        <p:nvSpPr>
          <p:cNvPr id="104" name="Title 104"/>
          <p:cNvSpPr txBox="1"/>
          <p:nvPr/>
        </p:nvSpPr>
        <p:spPr>
          <a:xfrm>
            <a:off x="640080" y="804672"/>
            <a:ext cx="10911535" cy="731520"/>
          </a:xfrm>
          <a:prstGeom prst="rect">
            <a:avLst/>
          </a:prstGeom>
          <a:noFill/>
        </p:spPr>
        <p:txBody>
          <a:bodyPr wrap="square" lIns="0" tIns="0" rIns="0" bIns="0" rtlCol="0" anchor="t"/>
          <a:lstStyle/>
          <a:p>
            <a:pPr marL="0" indent="0" algn="l">
              <a:lnSpc>
                <a:spcPct val="115000"/>
              </a:lnSpc>
              <a:buNone/>
            </a:pPr>
            <a:r>
              <a:rPr lang="ko-KR" sz="3000" b="1" dirty="0">
                <a:solidFill>
                  <a:srgbClr val="39405C"/>
                </a:solidFill>
                <a:latin typeface="Malgun Gothic" pitchFamily="34" charset="0"/>
                <a:ea typeface="Malgun Gothic" pitchFamily="34" charset="-122"/>
                <a:cs typeface="Malgun Gothic" pitchFamily="34" charset="-120"/>
              </a:rPr>
              <a:t>AI Runtime Pipeline: 검출 → 관절 → 마스크 → 뼈대 → 렌더</a:t>
            </a:r>
          </a:p>
        </p:txBody>
      </p:sp>
      <p:sp>
        <p:nvSpPr>
          <p:cNvPr id="105" name="Stage 105"/>
          <p:cNvSpPr/>
          <p:nvPr/>
        </p:nvSpPr>
        <p:spPr>
          <a:xfrm>
            <a:off x="640080" y="1600000"/>
            <a:ext cx="1700000" cy="2250000"/>
          </a:xfrm>
          <a:prstGeom prst="roundRect">
            <a:avLst>
              <a:gd name="adj" fmla="val 8000"/>
            </a:avLst>
          </a:prstGeom>
          <a:solidFill>
            <a:srgbClr val="F4F5F9"/>
          </a:solidFill>
          <a:ln w="9525">
            <a:solidFill>
              <a:srgbClr val="D9DDF0"/>
            </a:solidFill>
          </a:ln>
          <a:effectLst/>
        </p:spPr>
        <p:txBody>
          <a:bodyPr wrap="square" lIns="0" tIns="0" rIns="0" bIns="0" rtlCol="0" anchor="ctr"/>
          <a:lstStyle/>
          <a:p>
            <a:endParaRPr lang="ko-KR"/>
          </a:p>
        </p:txBody>
      </p:sp>
      <p:pic>
        <p:nvPicPr>
          <p:cNvPr id="106" name="Picture 106"/>
          <p:cNvPicPr>
            <a:picLocks noChangeAspect="1"/>
          </p:cNvPicPr>
          <p:nvPr/>
        </p:nvPicPr>
        <p:blipFill>
          <a:blip r:embed="rId4"/>
          <a:srcRect/>
          <a:stretch>
            <a:fillRect/>
          </a:stretch>
        </p:blipFill>
        <p:spPr>
          <a:xfrm>
            <a:off x="949414" y="1720000"/>
            <a:ext cx="1081330" cy="1250000"/>
          </a:xfrm>
          <a:prstGeom prst="rect">
            <a:avLst/>
          </a:prstGeom>
        </p:spPr>
      </p:pic>
      <p:sp>
        <p:nvSpPr>
          <p:cNvPr id="107" name="Text 107"/>
          <p:cNvSpPr txBox="1"/>
          <p:nvPr/>
        </p:nvSpPr>
        <p:spPr>
          <a:xfrm>
            <a:off x="640080" y="3030000"/>
            <a:ext cx="1700000" cy="300000"/>
          </a:xfrm>
          <a:prstGeom prst="rect">
            <a:avLst/>
          </a:prstGeom>
          <a:noFill/>
        </p:spPr>
        <p:txBody>
          <a:bodyPr wrap="square" lIns="0" tIns="0" rIns="0" bIns="0" rtlCol="0" anchor="ctr"/>
          <a:lstStyle/>
          <a:p>
            <a:pPr marL="0" indent="0" algn="ctr">
              <a:lnSpc>
                <a:spcPct val="115000"/>
              </a:lnSpc>
              <a:buNone/>
            </a:pPr>
            <a:r>
              <a:rPr lang="ko-KR" sz="1300" b="1" dirty="0">
                <a:solidFill>
                  <a:srgbClr val="39405C"/>
                </a:solidFill>
                <a:latin typeface="Malgun Gothic" pitchFamily="34" charset="0"/>
                <a:ea typeface="Malgun Gothic" pitchFamily="34" charset="-122"/>
                <a:cs typeface="Malgun Gothic" pitchFamily="34" charset="-120"/>
              </a:rPr>
              <a:t>입력</a:t>
            </a:r>
          </a:p>
        </p:txBody>
      </p:sp>
      <p:sp>
        <p:nvSpPr>
          <p:cNvPr id="108" name="Text 108"/>
          <p:cNvSpPr txBox="1"/>
          <p:nvPr/>
        </p:nvSpPr>
        <p:spPr>
          <a:xfrm>
            <a:off x="640080" y="3320000"/>
            <a:ext cx="1700000" cy="420000"/>
          </a:xfrm>
          <a:prstGeom prst="rect">
            <a:avLst/>
          </a:prstGeom>
          <a:noFill/>
        </p:spPr>
        <p:txBody>
          <a:bodyPr wrap="square" lIns="0" tIns="0" rIns="0" bIns="0" rtlCol="0" anchor="t"/>
          <a:lstStyle/>
          <a:p>
            <a:pPr marL="0" indent="0" algn="ctr">
              <a:lnSpc>
                <a:spcPct val="115000"/>
              </a:lnSpc>
              <a:buNone/>
            </a:pPr>
            <a:r>
              <a:rPr lang="ko-KR" sz="950" dirty="0">
                <a:solidFill>
                  <a:srgbClr val="4A5170"/>
                </a:solidFill>
                <a:latin typeface="Malgun Gothic" pitchFamily="34" charset="0"/>
                <a:ea typeface="Malgun Gothic" pitchFamily="34" charset="-122"/>
                <a:cs typeface="Malgun Gothic" pitchFamily="34" charset="-120"/>
              </a:rPr>
              <a:t>아이 그림 · 원본 그대로</a:t>
            </a:r>
          </a:p>
        </p:txBody>
      </p:sp>
      <p:sp>
        <p:nvSpPr>
          <p:cNvPr id="109" name="Stage 109"/>
          <p:cNvSpPr/>
          <p:nvPr/>
        </p:nvSpPr>
        <p:spPr>
          <a:xfrm>
            <a:off x="2481838" y="1600000"/>
            <a:ext cx="1700000" cy="2250000"/>
          </a:xfrm>
          <a:prstGeom prst="roundRect">
            <a:avLst>
              <a:gd name="adj" fmla="val 8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pic>
        <p:nvPicPr>
          <p:cNvPr id="110" name="Picture 110"/>
          <p:cNvPicPr>
            <a:picLocks noChangeAspect="1"/>
          </p:cNvPicPr>
          <p:nvPr/>
        </p:nvPicPr>
        <p:blipFill>
          <a:blip r:embed="rId5"/>
          <a:srcRect/>
          <a:stretch>
            <a:fillRect/>
          </a:stretch>
        </p:blipFill>
        <p:spPr>
          <a:xfrm>
            <a:off x="2789523" y="1720000"/>
            <a:ext cx="1084630" cy="1250000"/>
          </a:xfrm>
          <a:prstGeom prst="rect">
            <a:avLst/>
          </a:prstGeom>
        </p:spPr>
      </p:pic>
      <p:sp>
        <p:nvSpPr>
          <p:cNvPr id="111" name="Text 111"/>
          <p:cNvSpPr txBox="1"/>
          <p:nvPr/>
        </p:nvSpPr>
        <p:spPr>
          <a:xfrm>
            <a:off x="2481838" y="3030000"/>
            <a:ext cx="1700000" cy="300000"/>
          </a:xfrm>
          <a:prstGeom prst="rect">
            <a:avLst/>
          </a:prstGeom>
          <a:noFill/>
        </p:spPr>
        <p:txBody>
          <a:bodyPr wrap="square" lIns="0" tIns="0" rIns="0" bIns="0" rtlCol="0" anchor="ctr"/>
          <a:lstStyle/>
          <a:p>
            <a:pPr marL="0" indent="0" algn="ctr">
              <a:lnSpc>
                <a:spcPct val="115000"/>
              </a:lnSpc>
              <a:buNone/>
            </a:pPr>
            <a:r>
              <a:rPr lang="ko-KR" sz="1300" b="1" dirty="0">
                <a:solidFill>
                  <a:srgbClr val="2F9E78"/>
                </a:solidFill>
                <a:latin typeface="Malgun Gothic" pitchFamily="34" charset="0"/>
                <a:ea typeface="Malgun Gothic" pitchFamily="34" charset="-122"/>
                <a:cs typeface="Malgun Gothic" pitchFamily="34" charset="-120"/>
              </a:rPr>
              <a:t>Detection</a:t>
            </a:r>
          </a:p>
        </p:txBody>
      </p:sp>
      <p:sp>
        <p:nvSpPr>
          <p:cNvPr id="112" name="Text 112"/>
          <p:cNvSpPr txBox="1"/>
          <p:nvPr/>
        </p:nvSpPr>
        <p:spPr>
          <a:xfrm>
            <a:off x="2481838" y="3320000"/>
            <a:ext cx="1700000" cy="420000"/>
          </a:xfrm>
          <a:prstGeom prst="rect">
            <a:avLst/>
          </a:prstGeom>
          <a:noFill/>
        </p:spPr>
        <p:txBody>
          <a:bodyPr wrap="square" lIns="0" tIns="0" rIns="0" bIns="0" rtlCol="0" anchor="t"/>
          <a:lstStyle/>
          <a:p>
            <a:pPr marL="0" indent="0" algn="ctr">
              <a:lnSpc>
                <a:spcPct val="115000"/>
              </a:lnSpc>
              <a:buNone/>
            </a:pPr>
            <a:r>
              <a:rPr lang="ko-KR" sz="950" dirty="0">
                <a:solidFill>
                  <a:srgbClr val="4A5170"/>
                </a:solidFill>
                <a:latin typeface="Malgun Gothic" pitchFamily="34" charset="0"/>
                <a:ea typeface="Malgun Gothic" pitchFamily="34" charset="-122"/>
                <a:cs typeface="Malgun Gothic" pitchFamily="34" charset="-120"/>
              </a:rPr>
              <a:t>검출 · 캐릭터 상자(bbox)</a:t>
            </a:r>
          </a:p>
        </p:txBody>
      </p:sp>
      <p:sp>
        <p:nvSpPr>
          <p:cNvPr id="113" name="Text 113"/>
          <p:cNvSpPr txBox="1"/>
          <p:nvPr/>
        </p:nvSpPr>
        <p:spPr>
          <a:xfrm>
            <a:off x="2340080" y="2200000"/>
            <a:ext cx="141758" cy="400000"/>
          </a:xfrm>
          <a:prstGeom prst="rect">
            <a:avLst/>
          </a:prstGeom>
          <a:noFill/>
        </p:spPr>
        <p:txBody>
          <a:bodyPr wrap="square" lIns="0" tIns="0" rIns="0" bIns="0" rtlCol="0" anchor="ctr"/>
          <a:lstStyle/>
          <a:p>
            <a:pPr marL="0" indent="0" algn="ctr">
              <a:lnSpc>
                <a:spcPct val="115000"/>
              </a:lnSpc>
              <a:buNone/>
            </a:pPr>
            <a:r>
              <a:rPr lang="ko-KR" sz="1800" b="1" dirty="0">
                <a:solidFill>
                  <a:srgbClr val="2F9E78"/>
                </a:solidFill>
                <a:latin typeface="Malgun Gothic" pitchFamily="34" charset="0"/>
                <a:ea typeface="Malgun Gothic" pitchFamily="34" charset="-122"/>
                <a:cs typeface="Malgun Gothic" pitchFamily="34" charset="-120"/>
              </a:rPr>
              <a:t>›</a:t>
            </a:r>
          </a:p>
        </p:txBody>
      </p:sp>
      <p:sp>
        <p:nvSpPr>
          <p:cNvPr id="114" name="Stage 114"/>
          <p:cNvSpPr/>
          <p:nvPr/>
        </p:nvSpPr>
        <p:spPr>
          <a:xfrm>
            <a:off x="4323596" y="1600000"/>
            <a:ext cx="1700000" cy="2250000"/>
          </a:xfrm>
          <a:prstGeom prst="roundRect">
            <a:avLst>
              <a:gd name="adj" fmla="val 8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pic>
        <p:nvPicPr>
          <p:cNvPr id="115" name="Picture 115"/>
          <p:cNvPicPr>
            <a:picLocks noChangeAspect="1"/>
          </p:cNvPicPr>
          <p:nvPr/>
        </p:nvPicPr>
        <p:blipFill>
          <a:blip r:embed="rId6"/>
          <a:srcRect/>
          <a:stretch>
            <a:fillRect/>
          </a:stretch>
        </p:blipFill>
        <p:spPr>
          <a:xfrm>
            <a:off x="4641059" y="1720000"/>
            <a:ext cx="1065074" cy="1250000"/>
          </a:xfrm>
          <a:prstGeom prst="rect">
            <a:avLst/>
          </a:prstGeom>
        </p:spPr>
      </p:pic>
      <p:sp>
        <p:nvSpPr>
          <p:cNvPr id="116" name="Text 116"/>
          <p:cNvSpPr txBox="1"/>
          <p:nvPr/>
        </p:nvSpPr>
        <p:spPr>
          <a:xfrm>
            <a:off x="4323596" y="3030000"/>
            <a:ext cx="1700000" cy="300000"/>
          </a:xfrm>
          <a:prstGeom prst="rect">
            <a:avLst/>
          </a:prstGeom>
          <a:noFill/>
        </p:spPr>
        <p:txBody>
          <a:bodyPr wrap="square" lIns="0" tIns="0" rIns="0" bIns="0" rtlCol="0" anchor="ctr"/>
          <a:lstStyle/>
          <a:p>
            <a:pPr marL="0" indent="0" algn="ctr">
              <a:lnSpc>
                <a:spcPct val="115000"/>
              </a:lnSpc>
              <a:buNone/>
            </a:pPr>
            <a:r>
              <a:rPr lang="ko-KR" sz="1300" b="1" dirty="0">
                <a:solidFill>
                  <a:srgbClr val="2F9E78"/>
                </a:solidFill>
                <a:latin typeface="Malgun Gothic" pitchFamily="34" charset="0"/>
                <a:ea typeface="Malgun Gothic" pitchFamily="34" charset="-122"/>
                <a:cs typeface="Malgun Gothic" pitchFamily="34" charset="-120"/>
              </a:rPr>
              <a:t>Pose</a:t>
            </a:r>
          </a:p>
        </p:txBody>
      </p:sp>
      <p:sp>
        <p:nvSpPr>
          <p:cNvPr id="117" name="Text 117"/>
          <p:cNvSpPr txBox="1"/>
          <p:nvPr/>
        </p:nvSpPr>
        <p:spPr>
          <a:xfrm>
            <a:off x="4323596" y="3320000"/>
            <a:ext cx="1700000" cy="420000"/>
          </a:xfrm>
          <a:prstGeom prst="rect">
            <a:avLst/>
          </a:prstGeom>
          <a:noFill/>
        </p:spPr>
        <p:txBody>
          <a:bodyPr wrap="square" lIns="0" tIns="0" rIns="0" bIns="0" rtlCol="0" anchor="t"/>
          <a:lstStyle/>
          <a:p>
            <a:pPr marL="0" indent="0" algn="ctr">
              <a:lnSpc>
                <a:spcPct val="115000"/>
              </a:lnSpc>
              <a:buNone/>
            </a:pPr>
            <a:r>
              <a:rPr lang="ko-KR" sz="950" dirty="0">
                <a:solidFill>
                  <a:srgbClr val="4A5170"/>
                </a:solidFill>
                <a:latin typeface="Malgun Gothic" pitchFamily="34" charset="0"/>
                <a:ea typeface="Malgun Gothic" pitchFamily="34" charset="-122"/>
                <a:cs typeface="Malgun Gothic" pitchFamily="34" charset="-120"/>
              </a:rPr>
              <a:t>관절 · 관절 15개 추정</a:t>
            </a:r>
          </a:p>
        </p:txBody>
      </p:sp>
      <p:sp>
        <p:nvSpPr>
          <p:cNvPr id="118" name="Text 118"/>
          <p:cNvSpPr txBox="1"/>
          <p:nvPr/>
        </p:nvSpPr>
        <p:spPr>
          <a:xfrm>
            <a:off x="4181838" y="2200000"/>
            <a:ext cx="141758" cy="400000"/>
          </a:xfrm>
          <a:prstGeom prst="rect">
            <a:avLst/>
          </a:prstGeom>
          <a:noFill/>
        </p:spPr>
        <p:txBody>
          <a:bodyPr wrap="square" lIns="0" tIns="0" rIns="0" bIns="0" rtlCol="0" anchor="ctr"/>
          <a:lstStyle/>
          <a:p>
            <a:pPr marL="0" indent="0" algn="ctr">
              <a:lnSpc>
                <a:spcPct val="115000"/>
              </a:lnSpc>
              <a:buNone/>
            </a:pPr>
            <a:r>
              <a:rPr lang="ko-KR" sz="1800" b="1" dirty="0">
                <a:solidFill>
                  <a:srgbClr val="2F9E78"/>
                </a:solidFill>
                <a:latin typeface="Malgun Gothic" pitchFamily="34" charset="0"/>
                <a:ea typeface="Malgun Gothic" pitchFamily="34" charset="-122"/>
                <a:cs typeface="Malgun Gothic" pitchFamily="34" charset="-120"/>
              </a:rPr>
              <a:t>›</a:t>
            </a:r>
          </a:p>
        </p:txBody>
      </p:sp>
      <p:sp>
        <p:nvSpPr>
          <p:cNvPr id="119" name="Stage 119"/>
          <p:cNvSpPr/>
          <p:nvPr/>
        </p:nvSpPr>
        <p:spPr>
          <a:xfrm>
            <a:off x="6165355" y="1600000"/>
            <a:ext cx="1700000" cy="2250000"/>
          </a:xfrm>
          <a:prstGeom prst="roundRect">
            <a:avLst>
              <a:gd name="adj" fmla="val 8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pic>
        <p:nvPicPr>
          <p:cNvPr id="120" name="Picture 120"/>
          <p:cNvPicPr>
            <a:picLocks noChangeAspect="1"/>
          </p:cNvPicPr>
          <p:nvPr/>
        </p:nvPicPr>
        <p:blipFill>
          <a:blip r:embed="rId7"/>
          <a:srcRect/>
          <a:stretch>
            <a:fillRect/>
          </a:stretch>
        </p:blipFill>
        <p:spPr>
          <a:xfrm>
            <a:off x="6480659" y="1720000"/>
            <a:ext cx="1069391" cy="1250000"/>
          </a:xfrm>
          <a:prstGeom prst="rect">
            <a:avLst/>
          </a:prstGeom>
        </p:spPr>
      </p:pic>
      <p:sp>
        <p:nvSpPr>
          <p:cNvPr id="121" name="Text 121"/>
          <p:cNvSpPr txBox="1"/>
          <p:nvPr/>
        </p:nvSpPr>
        <p:spPr>
          <a:xfrm>
            <a:off x="6165355" y="3030000"/>
            <a:ext cx="1700000" cy="300000"/>
          </a:xfrm>
          <a:prstGeom prst="rect">
            <a:avLst/>
          </a:prstGeom>
          <a:noFill/>
        </p:spPr>
        <p:txBody>
          <a:bodyPr wrap="square" lIns="0" tIns="0" rIns="0" bIns="0" rtlCol="0" anchor="ctr"/>
          <a:lstStyle/>
          <a:p>
            <a:pPr marL="0" indent="0" algn="ctr">
              <a:lnSpc>
                <a:spcPct val="115000"/>
              </a:lnSpc>
              <a:buNone/>
            </a:pPr>
            <a:r>
              <a:rPr lang="ko-KR" sz="1300" b="1" dirty="0">
                <a:solidFill>
                  <a:srgbClr val="2F9E78"/>
                </a:solidFill>
                <a:latin typeface="Malgun Gothic" pitchFamily="34" charset="0"/>
                <a:ea typeface="Malgun Gothic" pitchFamily="34" charset="-122"/>
                <a:cs typeface="Malgun Gothic" pitchFamily="34" charset="-120"/>
              </a:rPr>
              <a:t>Mask</a:t>
            </a:r>
          </a:p>
        </p:txBody>
      </p:sp>
      <p:sp>
        <p:nvSpPr>
          <p:cNvPr id="122" name="Text 122"/>
          <p:cNvSpPr txBox="1"/>
          <p:nvPr/>
        </p:nvSpPr>
        <p:spPr>
          <a:xfrm>
            <a:off x="6165355" y="3320000"/>
            <a:ext cx="1700000" cy="420000"/>
          </a:xfrm>
          <a:prstGeom prst="rect">
            <a:avLst/>
          </a:prstGeom>
          <a:noFill/>
        </p:spPr>
        <p:txBody>
          <a:bodyPr wrap="square" lIns="0" tIns="0" rIns="0" bIns="0" rtlCol="0" anchor="t"/>
          <a:lstStyle/>
          <a:p>
            <a:pPr marL="0" indent="0" algn="ctr">
              <a:lnSpc>
                <a:spcPct val="115000"/>
              </a:lnSpc>
              <a:buNone/>
            </a:pPr>
            <a:r>
              <a:rPr lang="ko-KR" sz="950" dirty="0">
                <a:solidFill>
                  <a:srgbClr val="4A5170"/>
                </a:solidFill>
                <a:latin typeface="Malgun Gothic" pitchFamily="34" charset="0"/>
                <a:ea typeface="Malgun Gothic" pitchFamily="34" charset="-122"/>
                <a:cs typeface="Malgun Gothic" pitchFamily="34" charset="-120"/>
              </a:rPr>
              <a:t>마스크 · 캐릭터 영역 분리</a:t>
            </a:r>
          </a:p>
        </p:txBody>
      </p:sp>
      <p:sp>
        <p:nvSpPr>
          <p:cNvPr id="123" name="Text 123"/>
          <p:cNvSpPr txBox="1"/>
          <p:nvPr/>
        </p:nvSpPr>
        <p:spPr>
          <a:xfrm>
            <a:off x="6023596" y="2200000"/>
            <a:ext cx="141758" cy="400000"/>
          </a:xfrm>
          <a:prstGeom prst="rect">
            <a:avLst/>
          </a:prstGeom>
          <a:noFill/>
        </p:spPr>
        <p:txBody>
          <a:bodyPr wrap="square" lIns="0" tIns="0" rIns="0" bIns="0" rtlCol="0" anchor="ctr"/>
          <a:lstStyle/>
          <a:p>
            <a:pPr marL="0" indent="0" algn="ctr">
              <a:lnSpc>
                <a:spcPct val="115000"/>
              </a:lnSpc>
              <a:buNone/>
            </a:pPr>
            <a:r>
              <a:rPr lang="ko-KR" sz="1800" b="1" dirty="0">
                <a:solidFill>
                  <a:srgbClr val="2F9E78"/>
                </a:solidFill>
                <a:latin typeface="Malgun Gothic" pitchFamily="34" charset="0"/>
                <a:ea typeface="Malgun Gothic" pitchFamily="34" charset="-122"/>
                <a:cs typeface="Malgun Gothic" pitchFamily="34" charset="-120"/>
              </a:rPr>
              <a:t>›</a:t>
            </a:r>
          </a:p>
        </p:txBody>
      </p:sp>
      <p:sp>
        <p:nvSpPr>
          <p:cNvPr id="124" name="Stage 124"/>
          <p:cNvSpPr/>
          <p:nvPr/>
        </p:nvSpPr>
        <p:spPr>
          <a:xfrm>
            <a:off x="8007113" y="1600000"/>
            <a:ext cx="1700000" cy="2250000"/>
          </a:xfrm>
          <a:prstGeom prst="roundRect">
            <a:avLst>
              <a:gd name="adj" fmla="val 8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pic>
        <p:nvPicPr>
          <p:cNvPr id="125" name="Picture 125"/>
          <p:cNvPicPr>
            <a:picLocks noChangeAspect="1"/>
          </p:cNvPicPr>
          <p:nvPr/>
        </p:nvPicPr>
        <p:blipFill>
          <a:blip r:embed="rId8"/>
          <a:srcRect/>
          <a:stretch>
            <a:fillRect/>
          </a:stretch>
        </p:blipFill>
        <p:spPr>
          <a:xfrm>
            <a:off x="8324576" y="1720000"/>
            <a:ext cx="1065074" cy="1250000"/>
          </a:xfrm>
          <a:prstGeom prst="rect">
            <a:avLst/>
          </a:prstGeom>
        </p:spPr>
      </p:pic>
      <p:sp>
        <p:nvSpPr>
          <p:cNvPr id="126" name="Text 126"/>
          <p:cNvSpPr txBox="1"/>
          <p:nvPr/>
        </p:nvSpPr>
        <p:spPr>
          <a:xfrm>
            <a:off x="8007113" y="3030000"/>
            <a:ext cx="1700000" cy="300000"/>
          </a:xfrm>
          <a:prstGeom prst="rect">
            <a:avLst/>
          </a:prstGeom>
          <a:noFill/>
        </p:spPr>
        <p:txBody>
          <a:bodyPr wrap="square" lIns="0" tIns="0" rIns="0" bIns="0" rtlCol="0" anchor="ctr"/>
          <a:lstStyle/>
          <a:p>
            <a:pPr marL="0" indent="0" algn="ctr">
              <a:lnSpc>
                <a:spcPct val="115000"/>
              </a:lnSpc>
              <a:buNone/>
            </a:pPr>
            <a:r>
              <a:rPr lang="ko-KR" sz="1300" b="1" dirty="0">
                <a:solidFill>
                  <a:srgbClr val="2F9E78"/>
                </a:solidFill>
                <a:latin typeface="Malgun Gothic" pitchFamily="34" charset="0"/>
                <a:ea typeface="Malgun Gothic" pitchFamily="34" charset="-122"/>
                <a:cs typeface="Malgun Gothic" pitchFamily="34" charset="-120"/>
              </a:rPr>
              <a:t>Skeleton</a:t>
            </a:r>
          </a:p>
        </p:txBody>
      </p:sp>
      <p:sp>
        <p:nvSpPr>
          <p:cNvPr id="127" name="Text 127"/>
          <p:cNvSpPr txBox="1"/>
          <p:nvPr/>
        </p:nvSpPr>
        <p:spPr>
          <a:xfrm>
            <a:off x="8007113" y="3320000"/>
            <a:ext cx="1700000" cy="420000"/>
          </a:xfrm>
          <a:prstGeom prst="rect">
            <a:avLst/>
          </a:prstGeom>
          <a:noFill/>
        </p:spPr>
        <p:txBody>
          <a:bodyPr wrap="square" lIns="0" tIns="0" rIns="0" bIns="0" rtlCol="0" anchor="t"/>
          <a:lstStyle/>
          <a:p>
            <a:pPr marL="0" indent="0" algn="ctr">
              <a:lnSpc>
                <a:spcPct val="115000"/>
              </a:lnSpc>
              <a:buNone/>
            </a:pPr>
            <a:r>
              <a:rPr lang="ko-KR" sz="950" dirty="0">
                <a:solidFill>
                  <a:srgbClr val="4A5170"/>
                </a:solidFill>
                <a:latin typeface="Malgun Gothic" pitchFamily="34" charset="0"/>
                <a:ea typeface="Malgun Gothic" pitchFamily="34" charset="-122"/>
                <a:cs typeface="Malgun Gothic" pitchFamily="34" charset="-120"/>
              </a:rPr>
              <a:t>뼈대 · 관절 → 뼈대 연결</a:t>
            </a:r>
          </a:p>
        </p:txBody>
      </p:sp>
      <p:sp>
        <p:nvSpPr>
          <p:cNvPr id="128" name="Text 128"/>
          <p:cNvSpPr txBox="1"/>
          <p:nvPr/>
        </p:nvSpPr>
        <p:spPr>
          <a:xfrm>
            <a:off x="7865355" y="2200000"/>
            <a:ext cx="141758" cy="400000"/>
          </a:xfrm>
          <a:prstGeom prst="rect">
            <a:avLst/>
          </a:prstGeom>
          <a:noFill/>
        </p:spPr>
        <p:txBody>
          <a:bodyPr wrap="square" lIns="0" tIns="0" rIns="0" bIns="0" rtlCol="0" anchor="ctr"/>
          <a:lstStyle/>
          <a:p>
            <a:pPr marL="0" indent="0" algn="ctr">
              <a:lnSpc>
                <a:spcPct val="115000"/>
              </a:lnSpc>
              <a:buNone/>
            </a:pPr>
            <a:r>
              <a:rPr lang="ko-KR" sz="1800" b="1" dirty="0">
                <a:solidFill>
                  <a:srgbClr val="2F9E78"/>
                </a:solidFill>
                <a:latin typeface="Malgun Gothic" pitchFamily="34" charset="0"/>
                <a:ea typeface="Malgun Gothic" pitchFamily="34" charset="-122"/>
                <a:cs typeface="Malgun Gothic" pitchFamily="34" charset="-120"/>
              </a:rPr>
              <a:t>›</a:t>
            </a:r>
          </a:p>
        </p:txBody>
      </p:sp>
      <p:sp>
        <p:nvSpPr>
          <p:cNvPr id="129" name="Stage 129"/>
          <p:cNvSpPr/>
          <p:nvPr/>
        </p:nvSpPr>
        <p:spPr>
          <a:xfrm>
            <a:off x="9848872" y="1600000"/>
            <a:ext cx="1700000" cy="2250000"/>
          </a:xfrm>
          <a:prstGeom prst="roundRect">
            <a:avLst>
              <a:gd name="adj" fmla="val 8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pic>
        <p:nvPicPr>
          <p:cNvPr id="130" name="Picture 130"/>
          <p:cNvPicPr>
            <a:picLocks noChangeAspect="1"/>
          </p:cNvPicPr>
          <p:nvPr/>
        </p:nvPicPr>
        <p:blipFill>
          <a:blip r:embed="rId4"/>
          <a:srcRect/>
          <a:stretch>
            <a:fillRect/>
          </a:stretch>
        </p:blipFill>
        <p:spPr>
          <a:xfrm rot="-480000">
            <a:off x="10158206" y="1720000"/>
            <a:ext cx="1081330" cy="1250000"/>
          </a:xfrm>
          <a:prstGeom prst="rect">
            <a:avLst/>
          </a:prstGeom>
        </p:spPr>
      </p:pic>
      <p:sp>
        <p:nvSpPr>
          <p:cNvPr id="131" name="Play 131"/>
          <p:cNvSpPr/>
          <p:nvPr/>
        </p:nvSpPr>
        <p:spPr>
          <a:xfrm>
            <a:off x="10928872" y="2600000"/>
            <a:ext cx="420000" cy="420000"/>
          </a:xfrm>
          <a:prstGeom prst="ellipse">
            <a:avLst/>
          </a:prstGeom>
          <a:solidFill>
            <a:srgbClr val="2F9E78"/>
          </a:solidFill>
          <a:ln>
            <a:noFill/>
          </a:ln>
          <a:effectLst/>
        </p:spPr>
        <p:txBody>
          <a:bodyPr wrap="square" lIns="0" tIns="0" rIns="0" bIns="0" rtlCol="0" anchor="ctr"/>
          <a:lstStyle/>
          <a:p>
            <a:pPr marL="0" indent="0" algn="ctr">
              <a:lnSpc>
                <a:spcPct val="110000"/>
              </a:lnSpc>
              <a:buNone/>
            </a:pPr>
            <a:r>
              <a:rPr lang="ko-KR" sz="1100" b="1" dirty="0">
                <a:solidFill>
                  <a:srgbClr val="FFFFFF"/>
                </a:solidFill>
                <a:latin typeface="Malgun Gothic" pitchFamily="34" charset="0"/>
                <a:ea typeface="Malgun Gothic" pitchFamily="34" charset="-122"/>
                <a:cs typeface="Malgun Gothic" pitchFamily="34" charset="-120"/>
              </a:rPr>
              <a:t>▶</a:t>
            </a:r>
          </a:p>
        </p:txBody>
      </p:sp>
      <p:sp>
        <p:nvSpPr>
          <p:cNvPr id="132" name="Text 132"/>
          <p:cNvSpPr txBox="1"/>
          <p:nvPr/>
        </p:nvSpPr>
        <p:spPr>
          <a:xfrm>
            <a:off x="9848872" y="3030000"/>
            <a:ext cx="1700000" cy="300000"/>
          </a:xfrm>
          <a:prstGeom prst="rect">
            <a:avLst/>
          </a:prstGeom>
          <a:noFill/>
        </p:spPr>
        <p:txBody>
          <a:bodyPr wrap="square" lIns="0" tIns="0" rIns="0" bIns="0" rtlCol="0" anchor="ctr"/>
          <a:lstStyle/>
          <a:p>
            <a:pPr marL="0" indent="0" algn="ctr">
              <a:lnSpc>
                <a:spcPct val="115000"/>
              </a:lnSpc>
              <a:buNone/>
            </a:pPr>
            <a:r>
              <a:rPr lang="ko-KR" sz="1300" b="1" dirty="0">
                <a:solidFill>
                  <a:srgbClr val="2F9E78"/>
                </a:solidFill>
                <a:latin typeface="Malgun Gothic" pitchFamily="34" charset="0"/>
                <a:ea typeface="Malgun Gothic" pitchFamily="34" charset="-122"/>
                <a:cs typeface="Malgun Gothic" pitchFamily="34" charset="-120"/>
              </a:rPr>
              <a:t>Render</a:t>
            </a:r>
          </a:p>
        </p:txBody>
      </p:sp>
      <p:sp>
        <p:nvSpPr>
          <p:cNvPr id="133" name="Text 133"/>
          <p:cNvSpPr txBox="1"/>
          <p:nvPr/>
        </p:nvSpPr>
        <p:spPr>
          <a:xfrm>
            <a:off x="9848872" y="3320000"/>
            <a:ext cx="1700000" cy="420000"/>
          </a:xfrm>
          <a:prstGeom prst="rect">
            <a:avLst/>
          </a:prstGeom>
          <a:noFill/>
        </p:spPr>
        <p:txBody>
          <a:bodyPr wrap="square" lIns="0" tIns="0" rIns="0" bIns="0" rtlCol="0" anchor="t"/>
          <a:lstStyle/>
          <a:p>
            <a:pPr marL="0" indent="0" algn="ctr">
              <a:lnSpc>
                <a:spcPct val="115000"/>
              </a:lnSpc>
              <a:buNone/>
            </a:pPr>
            <a:r>
              <a:rPr lang="ko-KR" sz="950" dirty="0">
                <a:solidFill>
                  <a:srgbClr val="4A5170"/>
                </a:solidFill>
                <a:latin typeface="Malgun Gothic" pitchFamily="34" charset="0"/>
                <a:ea typeface="Malgun Gothic" pitchFamily="34" charset="-122"/>
                <a:cs typeface="Malgun Gothic" pitchFamily="34" charset="-120"/>
              </a:rPr>
              <a:t>렌더 · 동작 적용 → MP4</a:t>
            </a:r>
          </a:p>
        </p:txBody>
      </p:sp>
      <p:sp>
        <p:nvSpPr>
          <p:cNvPr id="134" name="Text 134"/>
          <p:cNvSpPr txBox="1"/>
          <p:nvPr/>
        </p:nvSpPr>
        <p:spPr>
          <a:xfrm>
            <a:off x="9707113" y="2200000"/>
            <a:ext cx="141758" cy="400000"/>
          </a:xfrm>
          <a:prstGeom prst="rect">
            <a:avLst/>
          </a:prstGeom>
          <a:noFill/>
        </p:spPr>
        <p:txBody>
          <a:bodyPr wrap="square" lIns="0" tIns="0" rIns="0" bIns="0" rtlCol="0" anchor="ctr"/>
          <a:lstStyle/>
          <a:p>
            <a:pPr marL="0" indent="0" algn="ctr">
              <a:lnSpc>
                <a:spcPct val="115000"/>
              </a:lnSpc>
              <a:buNone/>
            </a:pPr>
            <a:r>
              <a:rPr lang="ko-KR" sz="1800" b="1" dirty="0">
                <a:solidFill>
                  <a:srgbClr val="2F9E78"/>
                </a:solidFill>
                <a:latin typeface="Malgun Gothic" pitchFamily="34" charset="0"/>
                <a:ea typeface="Malgun Gothic" pitchFamily="34" charset="-122"/>
                <a:cs typeface="Malgun Gothic" pitchFamily="34" charset="-120"/>
              </a:rPr>
              <a:t>›</a:t>
            </a:r>
          </a:p>
        </p:txBody>
      </p:sp>
      <p:sp>
        <p:nvSpPr>
          <p:cNvPr id="135" name="Text 135"/>
          <p:cNvSpPr txBox="1"/>
          <p:nvPr/>
        </p:nvSpPr>
        <p:spPr>
          <a:xfrm>
            <a:off x="640080" y="3880000"/>
            <a:ext cx="10908792" cy="240000"/>
          </a:xfrm>
          <a:prstGeom prst="rect">
            <a:avLst/>
          </a:prstGeom>
          <a:noFill/>
        </p:spPr>
        <p:txBody>
          <a:bodyPr wrap="square" lIns="0" tIns="0" rIns="0" bIns="0" rtlCol="0" anchor="ctr"/>
          <a:lstStyle/>
          <a:p>
            <a:pPr marL="0" indent="0" algn="l">
              <a:lnSpc>
                <a:spcPct val="115000"/>
              </a:lnSpc>
              <a:buNone/>
            </a:pPr>
            <a:r>
              <a:rPr lang="ko-KR" sz="800" dirty="0">
                <a:solidFill>
                  <a:srgbClr val="8A91AA"/>
                </a:solidFill>
                <a:latin typeface="Malgun Gothic" pitchFamily="34" charset="0"/>
                <a:ea typeface="Malgun Gothic" pitchFamily="34" charset="-122"/>
                <a:cs typeface="Malgun Gothic" pitchFamily="34" charset="-120"/>
              </a:rPr>
              <a:t>예시 그림: Meta Animated Drawings 저장소 예제 char1 (MIT) — 단계 이해를 위한 예시</a:t>
            </a:r>
          </a:p>
        </p:txBody>
      </p:sp>
      <p:sp>
        <p:nvSpPr>
          <p:cNvPr id="136" name="Card 136"/>
          <p:cNvSpPr/>
          <p:nvPr/>
        </p:nvSpPr>
        <p:spPr>
          <a:xfrm>
            <a:off x="640080" y="4200000"/>
            <a:ext cx="7540000" cy="1434923"/>
          </a:xfrm>
          <a:prstGeom prst="roundRect">
            <a:avLst>
              <a:gd name="adj" fmla="val 8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37" name="Text 137"/>
          <p:cNvSpPr txBox="1"/>
          <p:nvPr/>
        </p:nvSpPr>
        <p:spPr>
          <a:xfrm>
            <a:off x="760080" y="4240000"/>
            <a:ext cx="4000000" cy="260000"/>
          </a:xfrm>
          <a:prstGeom prst="rect">
            <a:avLst/>
          </a:prstGeom>
          <a:noFill/>
        </p:spPr>
        <p:txBody>
          <a:bodyPr wrap="square" lIns="0" tIns="0" rIns="0" bIns="0" rtlCol="0" anchor="ctr"/>
          <a:lstStyle/>
          <a:p>
            <a:pPr marL="0" indent="0" algn="l">
              <a:lnSpc>
                <a:spcPct val="115000"/>
              </a:lnSpc>
              <a:buNone/>
            </a:pPr>
            <a:r>
              <a:rPr lang="ko-KR" sz="950" b="1" dirty="0">
                <a:solidFill>
                  <a:srgbClr val="8A91AA"/>
                </a:solidFill>
                <a:latin typeface="Malgun Gothic" pitchFamily="34" charset="0"/>
                <a:ea typeface="Malgun Gothic" pitchFamily="34" charset="-122"/>
                <a:cs typeface="Malgun Gothic" pitchFamily="34" charset="-120"/>
              </a:rPr>
              <a:t>실제 설계한 analyze Flow</a:t>
            </a:r>
          </a:p>
        </p:txBody>
      </p:sp>
      <p:pic>
        <p:nvPicPr>
          <p:cNvPr id="138" name="Picture 138"/>
          <p:cNvPicPr>
            <a:picLocks noChangeAspect="1"/>
          </p:cNvPicPr>
          <p:nvPr/>
        </p:nvPicPr>
        <p:blipFill>
          <a:blip r:embed="rId9"/>
          <a:srcRect/>
          <a:stretch>
            <a:fillRect/>
          </a:stretch>
        </p:blipFill>
        <p:spPr>
          <a:xfrm>
            <a:off x="760080" y="4520000"/>
            <a:ext cx="7300000" cy="1014923"/>
          </a:xfrm>
          <a:prstGeom prst="rect">
            <a:avLst/>
          </a:prstGeom>
        </p:spPr>
      </p:pic>
      <p:sp>
        <p:nvSpPr>
          <p:cNvPr id="139" name="Local 139"/>
          <p:cNvSpPr/>
          <p:nvPr/>
        </p:nvSpPr>
        <p:spPr>
          <a:xfrm>
            <a:off x="8380080" y="4200000"/>
            <a:ext cx="3168792" cy="1434923"/>
          </a:xfrm>
          <a:prstGeom prst="roundRect">
            <a:avLst>
              <a:gd name="adj" fmla="val 10000"/>
            </a:avLst>
          </a:prstGeom>
          <a:solidFill>
            <a:srgbClr val="DCF2E4"/>
          </a:solidFill>
          <a:ln>
            <a:noFill/>
          </a:ln>
          <a:effectLst/>
        </p:spPr>
        <p:txBody>
          <a:bodyPr wrap="square" lIns="0" tIns="0" rIns="0" bIns="0" rtlCol="0" anchor="ctr"/>
          <a:lstStyle/>
          <a:p>
            <a:endParaRPr lang="ko-KR"/>
          </a:p>
        </p:txBody>
      </p:sp>
      <p:sp>
        <p:nvSpPr>
          <p:cNvPr id="140" name="Text 140"/>
          <p:cNvSpPr txBox="1"/>
          <p:nvPr/>
        </p:nvSpPr>
        <p:spPr>
          <a:xfrm>
            <a:off x="8580080" y="4260000"/>
            <a:ext cx="2768792" cy="260000"/>
          </a:xfrm>
          <a:prstGeom prst="rect">
            <a:avLst/>
          </a:prstGeom>
          <a:noFill/>
        </p:spPr>
        <p:txBody>
          <a:bodyPr wrap="square" lIns="0" tIns="0" rIns="0" bIns="0" rtlCol="0" anchor="ctr"/>
          <a:lstStyle/>
          <a:p>
            <a:pPr marL="0" indent="0" algn="l">
              <a:lnSpc>
                <a:spcPct val="115000"/>
              </a:lnSpc>
              <a:buNone/>
            </a:pPr>
            <a:r>
              <a:rPr lang="ko-KR" sz="950" b="1" dirty="0">
                <a:solidFill>
                  <a:srgbClr val="2F9E78"/>
                </a:solidFill>
                <a:latin typeface="Malgun Gothic" pitchFamily="34" charset="0"/>
                <a:ea typeface="Malgun Gothic" pitchFamily="34" charset="-122"/>
                <a:cs typeface="Malgun Gothic" pitchFamily="34" charset="-120"/>
              </a:rPr>
              <a:t>로컬 확인 (9/29) · 실제 모델</a:t>
            </a:r>
          </a:p>
        </p:txBody>
      </p:sp>
      <p:sp>
        <p:nvSpPr>
          <p:cNvPr id="141" name="Text 141"/>
          <p:cNvSpPr txBox="1"/>
          <p:nvPr/>
        </p:nvSpPr>
        <p:spPr>
          <a:xfrm>
            <a:off x="8580080" y="4520000"/>
            <a:ext cx="2768792" cy="700000"/>
          </a:xfrm>
          <a:prstGeom prst="rect">
            <a:avLst/>
          </a:prstGeom>
          <a:noFill/>
        </p:spPr>
        <p:txBody>
          <a:bodyPr wrap="square" lIns="0" tIns="0" rIns="0" bIns="0" rtlCol="0" anchor="t"/>
          <a:lstStyle/>
          <a:p>
            <a:pPr marL="0" indent="0" algn="l">
              <a:lnSpc>
                <a:spcPct val="125000"/>
              </a:lnSpc>
              <a:buNone/>
            </a:pPr>
            <a:r>
              <a:rPr lang="ko-KR" sz="1000" dirty="0">
                <a:solidFill>
                  <a:srgbClr val="4A5170"/>
                </a:solidFill>
                <a:latin typeface="Malgun Gothic" pitchFamily="34" charset="0"/>
                <a:ea typeface="Malgun Gothic" pitchFamily="34" charset="-122"/>
                <a:cs typeface="Malgun Gothic" pitchFamily="34" charset="-120"/>
              </a:rPr>
              <a:t>분석 </a:t>
            </a:r>
            <a:r>
              <a:rPr lang="ko-KR" sz="1600" b="1" dirty="0">
                <a:solidFill>
                  <a:srgbClr val="39405C"/>
                </a:solidFill>
                <a:latin typeface="Malgun Gothic" pitchFamily="34" charset="0"/>
                <a:ea typeface="Malgun Gothic" pitchFamily="34" charset="-122"/>
                <a:cs typeface="Malgun Gothic" pitchFamily="34" charset="-120"/>
              </a:rPr>
              <a:t>3~5초</a:t>
            </a:r>
            <a:r>
              <a:rPr lang="ko-KR" sz="1000" dirty="0">
                <a:solidFill>
                  <a:srgbClr val="4A5170"/>
                </a:solidFill>
                <a:latin typeface="Malgun Gothic" pitchFamily="34" charset="0"/>
                <a:ea typeface="Malgun Gothic" pitchFamily="34" charset="-122"/>
                <a:cs typeface="Malgun Gothic" pitchFamily="34" charset="-120"/>
              </a:rPr>
              <a:t>   렌더 </a:t>
            </a:r>
            <a:r>
              <a:rPr lang="ko-KR" sz="1600" b="1" dirty="0">
                <a:solidFill>
                  <a:srgbClr val="39405C"/>
                </a:solidFill>
                <a:latin typeface="Malgun Gothic" pitchFamily="34" charset="0"/>
                <a:ea typeface="Malgun Gothic" pitchFamily="34" charset="-122"/>
                <a:cs typeface="Malgun Gothic" pitchFamily="34" charset="-120"/>
              </a:rPr>
              <a:t>35~40초</a:t>
            </a:r>
          </a:p>
          <a:p>
            <a:pPr marL="0" indent="0" algn="l">
              <a:lnSpc>
                <a:spcPct val="125000"/>
              </a:lnSpc>
              <a:buNone/>
            </a:pPr>
            <a:r>
              <a:rPr lang="ko-KR" sz="950" dirty="0">
                <a:solidFill>
                  <a:srgbClr val="4A5170"/>
                </a:solidFill>
                <a:latin typeface="Malgun Gothic" pitchFamily="34" charset="0"/>
                <a:ea typeface="Malgun Gothic" pitchFamily="34" charset="-122"/>
                <a:cs typeface="Malgun Gothic" pitchFamily="34" charset="-120"/>
              </a:rPr>
              <a:t>화면 S-01 ~ S-11 흐름이 끝까지 동작</a:t>
            </a:r>
          </a:p>
        </p:txBody>
      </p:sp>
      <p:sp>
        <p:nvSpPr>
          <p:cNvPr id="142" name="Text 142"/>
          <p:cNvSpPr txBox="1"/>
          <p:nvPr/>
        </p:nvSpPr>
        <p:spPr>
          <a:xfrm>
            <a:off x="640080" y="5700000"/>
            <a:ext cx="3502930" cy="260000"/>
          </a:xfrm>
          <a:prstGeom prst="rect">
            <a:avLst/>
          </a:prstGeom>
          <a:noFill/>
        </p:spPr>
        <p:txBody>
          <a:bodyPr wrap="square" lIns="0" tIns="0" rIns="0" bIns="0" rtlCol="0" anchor="ctr"/>
          <a:lstStyle/>
          <a:p>
            <a:pPr marL="0" indent="0" algn="l">
              <a:lnSpc>
                <a:spcPct val="115000"/>
              </a:lnSpc>
              <a:buNone/>
            </a:pPr>
            <a:r>
              <a:rPr lang="ko-KR" sz="1050" b="1" dirty="0">
                <a:solidFill>
                  <a:srgbClr val="2F9E78"/>
                </a:solidFill>
                <a:latin typeface="Malgun Gothic" pitchFamily="34" charset="0"/>
                <a:ea typeface="Malgun Gothic" pitchFamily="34" charset="-122"/>
                <a:cs typeface="Malgun Gothic" pitchFamily="34" charset="-120"/>
              </a:rPr>
              <a:t>Backend ↔ AI</a:t>
            </a:r>
          </a:p>
        </p:txBody>
      </p:sp>
      <p:sp>
        <p:nvSpPr>
          <p:cNvPr id="143" name="Text 143"/>
          <p:cNvSpPr txBox="1"/>
          <p:nvPr/>
        </p:nvSpPr>
        <p:spPr>
          <a:xfrm>
            <a:off x="640080" y="5970000"/>
            <a:ext cx="3502930" cy="480000"/>
          </a:xfrm>
          <a:prstGeom prst="rect">
            <a:avLst/>
          </a:prstGeom>
          <a:noFill/>
        </p:spPr>
        <p:txBody>
          <a:bodyPr wrap="square" lIns="0" tIns="0" rIns="0" bIns="0" rtlCol="0" anchor="t"/>
          <a:lstStyle/>
          <a:p>
            <a:pPr marL="0" indent="0" algn="l">
              <a:lnSpc>
                <a:spcPct val="118000"/>
              </a:lnSpc>
              <a:buNone/>
            </a:pPr>
            <a:r>
              <a:rPr lang="ko-KR" sz="900" dirty="0">
                <a:solidFill>
                  <a:srgbClr val="4A5170"/>
                </a:solidFill>
                <a:latin typeface="Malgun Gothic" pitchFamily="34" charset="0"/>
                <a:ea typeface="Malgun Gothic" pitchFamily="34" charset="-122"/>
                <a:cs typeface="Malgun Gothic" pitchFamily="34" charset="-120"/>
              </a:rPr>
              <a:t>/health · /analyze · /render (내부 전용) · analyze → bbox · 관절 15개 · request_id, render → MP4</a:t>
            </a:r>
          </a:p>
        </p:txBody>
      </p:sp>
      <p:sp>
        <p:nvSpPr>
          <p:cNvPr id="144" name="Text 144"/>
          <p:cNvSpPr txBox="1"/>
          <p:nvPr/>
        </p:nvSpPr>
        <p:spPr>
          <a:xfrm>
            <a:off x="4343010" y="5700000"/>
            <a:ext cx="3502930" cy="260000"/>
          </a:xfrm>
          <a:prstGeom prst="rect">
            <a:avLst/>
          </a:prstGeom>
          <a:noFill/>
        </p:spPr>
        <p:txBody>
          <a:bodyPr wrap="square" lIns="0" tIns="0" rIns="0" bIns="0" rtlCol="0" anchor="ctr"/>
          <a:lstStyle/>
          <a:p>
            <a:pPr marL="0" indent="0" algn="l">
              <a:lnSpc>
                <a:spcPct val="115000"/>
              </a:lnSpc>
              <a:buNone/>
            </a:pPr>
            <a:r>
              <a:rPr lang="ko-KR" sz="1050" b="1" dirty="0">
                <a:solidFill>
                  <a:srgbClr val="2F9E78"/>
                </a:solidFill>
                <a:latin typeface="Malgun Gothic" pitchFamily="34" charset="0"/>
                <a:ea typeface="Malgun Gothic" pitchFamily="34" charset="-122"/>
                <a:cs typeface="Malgun Gothic" pitchFamily="34" charset="-120"/>
              </a:rPr>
              <a:t>책임 범위</a:t>
            </a:r>
          </a:p>
        </p:txBody>
      </p:sp>
      <p:sp>
        <p:nvSpPr>
          <p:cNvPr id="145" name="Text 145"/>
          <p:cNvSpPr txBox="1"/>
          <p:nvPr/>
        </p:nvSpPr>
        <p:spPr>
          <a:xfrm>
            <a:off x="4343010" y="5970000"/>
            <a:ext cx="3502930" cy="480000"/>
          </a:xfrm>
          <a:prstGeom prst="rect">
            <a:avLst/>
          </a:prstGeom>
          <a:noFill/>
        </p:spPr>
        <p:txBody>
          <a:bodyPr wrap="square" lIns="0" tIns="0" rIns="0" bIns="0" rtlCol="0" anchor="t"/>
          <a:lstStyle/>
          <a:p>
            <a:pPr marL="0" indent="0" algn="l">
              <a:lnSpc>
                <a:spcPct val="118000"/>
              </a:lnSpc>
              <a:buNone/>
            </a:pPr>
            <a:r>
              <a:rPr lang="ko-KR" sz="900" dirty="0">
                <a:solidFill>
                  <a:srgbClr val="4A5170"/>
                </a:solidFill>
                <a:latin typeface="Malgun Gothic" pitchFamily="34" charset="0"/>
                <a:ea typeface="Malgun Gothic" pitchFamily="34" charset="-122"/>
                <a:cs typeface="Malgun Gothic" pitchFamily="34" charset="-120"/>
              </a:rPr>
              <a:t>Meta 사전학습 모델(TorchServe)로 검출 · 관절, 팔이 몸에 붙은 그림도 뭉개지지 않게 순화 동작</a:t>
            </a:r>
          </a:p>
        </p:txBody>
      </p:sp>
      <p:sp>
        <p:nvSpPr>
          <p:cNvPr id="146" name="Text 146"/>
          <p:cNvSpPr txBox="1"/>
          <p:nvPr/>
        </p:nvSpPr>
        <p:spPr>
          <a:xfrm>
            <a:off x="8045941" y="5700000"/>
            <a:ext cx="3502930" cy="260000"/>
          </a:xfrm>
          <a:prstGeom prst="rect">
            <a:avLst/>
          </a:prstGeom>
          <a:noFill/>
        </p:spPr>
        <p:txBody>
          <a:bodyPr wrap="square" lIns="0" tIns="0" rIns="0" bIns="0" rtlCol="0" anchor="ctr"/>
          <a:lstStyle/>
          <a:p>
            <a:pPr marL="0" indent="0" algn="l">
              <a:lnSpc>
                <a:spcPct val="115000"/>
              </a:lnSpc>
              <a:buNone/>
            </a:pPr>
            <a:r>
              <a:rPr lang="ko-KR" sz="1050" b="1" dirty="0">
                <a:solidFill>
                  <a:srgbClr val="2F9E78"/>
                </a:solidFill>
                <a:latin typeface="Malgun Gothic" pitchFamily="34" charset="0"/>
                <a:ea typeface="Malgun Gothic" pitchFamily="34" charset="-122"/>
                <a:cs typeface="Malgun Gothic" pitchFamily="34" charset="-120"/>
              </a:rPr>
              <a:t>A2 연결</a:t>
            </a:r>
          </a:p>
        </p:txBody>
      </p:sp>
      <p:sp>
        <p:nvSpPr>
          <p:cNvPr id="147" name="Text 147"/>
          <p:cNvSpPr txBox="1"/>
          <p:nvPr/>
        </p:nvSpPr>
        <p:spPr>
          <a:xfrm>
            <a:off x="8045941" y="5970000"/>
            <a:ext cx="3502930" cy="480000"/>
          </a:xfrm>
          <a:prstGeom prst="rect">
            <a:avLst/>
          </a:prstGeom>
          <a:noFill/>
        </p:spPr>
        <p:txBody>
          <a:bodyPr wrap="square" lIns="0" tIns="0" rIns="0" bIns="0" rtlCol="0" anchor="t"/>
          <a:lstStyle/>
          <a:p>
            <a:pPr marL="0" indent="0" algn="l">
              <a:lnSpc>
                <a:spcPct val="118000"/>
              </a:lnSpc>
              <a:buNone/>
            </a:pPr>
            <a:r>
              <a:rPr lang="ko-KR" sz="900" dirty="0">
                <a:solidFill>
                  <a:srgbClr val="4A5170"/>
                </a:solidFill>
                <a:latin typeface="Malgun Gothic" pitchFamily="34" charset="0"/>
                <a:ea typeface="Malgun Gothic" pitchFamily="34" charset="-122"/>
                <a:cs typeface="Malgun Gothic" pitchFamily="34" charset="-120"/>
              </a:rPr>
              <a:t>포즈 모델은 교체 가능한 Adapter로 연결 — A2 모델이 평가에서 나을 때만 교체, 계약은 그대로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Page 101"/>
          <p:cNvSpPr txBox="1"/>
          <p:nvPr/>
        </p:nvSpPr>
        <p:spPr>
          <a:xfrm>
            <a:off x="11185855" y="6355080"/>
            <a:ext cx="457200" cy="274320"/>
          </a:xfrm>
          <a:prstGeom prst="rect">
            <a:avLst/>
          </a:prstGeom>
          <a:noFill/>
        </p:spPr>
        <p:txBody>
          <a:bodyPr wrap="square" lIns="0" tIns="0" rIns="0" bIns="0" rtlCol="0" anchor="ctr"/>
          <a:lstStyle/>
          <a:p>
            <a:pPr marL="0" indent="0" algn="r">
              <a:lnSpc>
                <a:spcPct val="115000"/>
              </a:lnSpc>
              <a:buNone/>
            </a:pPr>
            <a:r>
              <a:rPr lang="ko-KR" sz="1000" dirty="0">
                <a:solidFill>
                  <a:srgbClr val="8A91AA"/>
                </a:solidFill>
                <a:latin typeface="Malgun Gothic" pitchFamily="34" charset="0"/>
                <a:ea typeface="Malgun Gothic" pitchFamily="34" charset="-122"/>
                <a:cs typeface="Malgun Gothic" pitchFamily="34" charset="-120"/>
              </a:rPr>
              <a:t>19</a:t>
            </a:r>
          </a:p>
        </p:txBody>
      </p:sp>
      <p:sp>
        <p:nvSpPr>
          <p:cNvPr id="102" name="Pill 102"/>
          <p:cNvSpPr/>
          <p:nvPr/>
        </p:nvSpPr>
        <p:spPr>
          <a:xfrm>
            <a:off x="640080" y="467200"/>
            <a:ext cx="2955000" cy="300000"/>
          </a:xfrm>
          <a:prstGeom prst="roundRect">
            <a:avLst>
              <a:gd name="adj" fmla="val 50000"/>
            </a:avLst>
          </a:prstGeom>
          <a:solidFill>
            <a:srgbClr val="FFF1C2"/>
          </a:solidFill>
          <a:ln>
            <a:solidFill>
              <a:schemeClr val="accent4">
                <a:lumMod val="75000"/>
              </a:schemeClr>
            </a:solidFill>
          </a:ln>
          <a:effectLst/>
        </p:spPr>
        <p:txBody>
          <a:bodyPr wrap="square" lIns="0" tIns="0" rIns="0" bIns="0" rtlCol="0" anchor="ctr"/>
          <a:lstStyle/>
          <a:p>
            <a:pPr marL="0" indent="0" algn="ctr">
              <a:lnSpc>
                <a:spcPct val="110000"/>
              </a:lnSpc>
              <a:buNone/>
            </a:pPr>
            <a:r>
              <a:rPr lang="ko-KR" sz="1100" b="1" dirty="0">
                <a:solidFill>
                  <a:srgbClr val="B9860C"/>
                </a:solidFill>
                <a:latin typeface="Malgun Gothic" pitchFamily="34" charset="0"/>
                <a:ea typeface="Malgun Gothic" pitchFamily="34" charset="-122"/>
                <a:cs typeface="Malgun Gothic" pitchFamily="34" charset="-120"/>
              </a:rPr>
              <a:t>A2 Drawing Pose Model · 김민준</a:t>
            </a:r>
          </a:p>
        </p:txBody>
      </p:sp>
      <p:sp>
        <p:nvSpPr>
          <p:cNvPr id="103" name="Label 103"/>
          <p:cNvSpPr txBox="1"/>
          <p:nvPr/>
        </p:nvSpPr>
        <p:spPr>
          <a:xfrm>
            <a:off x="3735080" y="457200"/>
            <a:ext cx="7816535" cy="320040"/>
          </a:xfrm>
          <a:prstGeom prst="rect">
            <a:avLst/>
          </a:prstGeom>
          <a:noFill/>
        </p:spPr>
        <p:txBody>
          <a:bodyPr wrap="square" lIns="0" tIns="0" rIns="0" bIns="0" rtlCol="0" anchor="ctr"/>
          <a:lstStyle/>
          <a:p>
            <a:pPr marL="0" indent="0" algn="l">
              <a:lnSpc>
                <a:spcPct val="115000"/>
              </a:lnSpc>
              <a:buNone/>
            </a:pPr>
            <a:r>
              <a:rPr lang="ko-KR" sz="1300" b="1" dirty="0">
                <a:solidFill>
                  <a:srgbClr val="4C5CC4"/>
                </a:solidFill>
                <a:latin typeface="Malgun Gothic" pitchFamily="34" charset="0"/>
                <a:ea typeface="Malgun Gothic" pitchFamily="34" charset="-122"/>
                <a:cs typeface="Malgun Gothic" pitchFamily="34" charset="-120"/>
              </a:rPr>
              <a:t>PART C · ④ AI 모델 학습 · 인프라</a:t>
            </a:r>
          </a:p>
        </p:txBody>
      </p:sp>
      <p:sp>
        <p:nvSpPr>
          <p:cNvPr id="104" name="Title 104"/>
          <p:cNvSpPr txBox="1"/>
          <p:nvPr/>
        </p:nvSpPr>
        <p:spPr>
          <a:xfrm>
            <a:off x="640080" y="804672"/>
            <a:ext cx="10911535" cy="731520"/>
          </a:xfrm>
          <a:prstGeom prst="rect">
            <a:avLst/>
          </a:prstGeom>
          <a:noFill/>
        </p:spPr>
        <p:txBody>
          <a:bodyPr wrap="square" lIns="0" tIns="0" rIns="0" bIns="0" rtlCol="0" anchor="t"/>
          <a:lstStyle/>
          <a:p>
            <a:pPr marL="0" indent="0" algn="l">
              <a:lnSpc>
                <a:spcPct val="115000"/>
              </a:lnSpc>
              <a:buNone/>
            </a:pPr>
            <a:r>
              <a:rPr lang="ko-KR" sz="3000" b="1" dirty="0">
                <a:solidFill>
                  <a:srgbClr val="39405C"/>
                </a:solidFill>
                <a:latin typeface="Malgun Gothic" pitchFamily="34" charset="0"/>
                <a:ea typeface="Malgun Gothic" pitchFamily="34" charset="-122"/>
                <a:cs typeface="Malgun Gothic" pitchFamily="34" charset="-120"/>
              </a:rPr>
              <a:t>Frontend부터 AI 모델까지 전체 시스템 구조를 설계했습니다</a:t>
            </a:r>
          </a:p>
        </p:txBody>
      </p:sp>
      <p:sp>
        <p:nvSpPr>
          <p:cNvPr id="105" name="Card 105"/>
          <p:cNvSpPr/>
          <p:nvPr/>
        </p:nvSpPr>
        <p:spPr>
          <a:xfrm>
            <a:off x="640080" y="1600000"/>
            <a:ext cx="7140000" cy="3846785"/>
          </a:xfrm>
          <a:prstGeom prst="roundRect">
            <a:avLst>
              <a:gd name="adj" fmla="val 5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06" name="Text 106"/>
          <p:cNvSpPr txBox="1"/>
          <p:nvPr/>
        </p:nvSpPr>
        <p:spPr>
          <a:xfrm>
            <a:off x="800080" y="1660000"/>
            <a:ext cx="4000000" cy="280000"/>
          </a:xfrm>
          <a:prstGeom prst="rect">
            <a:avLst/>
          </a:prstGeom>
          <a:noFill/>
        </p:spPr>
        <p:txBody>
          <a:bodyPr wrap="square" lIns="0" tIns="0" rIns="0" bIns="0" rtlCol="0" anchor="ctr"/>
          <a:lstStyle/>
          <a:p>
            <a:pPr marL="0" indent="0" algn="l">
              <a:lnSpc>
                <a:spcPct val="115000"/>
              </a:lnSpc>
              <a:buNone/>
            </a:pPr>
            <a:r>
              <a:rPr lang="ko-KR" sz="1100" b="1" dirty="0">
                <a:solidFill>
                  <a:srgbClr val="39405C"/>
                </a:solidFill>
                <a:latin typeface="Malgun Gothic" pitchFamily="34" charset="0"/>
                <a:ea typeface="Malgun Gothic" pitchFamily="34" charset="-122"/>
                <a:cs typeface="Malgun Gothic" pitchFamily="34" charset="-120"/>
              </a:rPr>
              <a:t>시스템 아키텍처 v0.1  </a:t>
            </a:r>
            <a:r>
              <a:rPr lang="ko-KR" sz="950" dirty="0">
                <a:solidFill>
                  <a:srgbClr val="8A91AA"/>
                </a:solidFill>
                <a:latin typeface="Malgun Gothic" pitchFamily="34" charset="0"/>
                <a:ea typeface="Malgun Gothic" pitchFamily="34" charset="-122"/>
                <a:cs typeface="Malgun Gothic" pitchFamily="34" charset="-120"/>
              </a:rPr>
              <a:t>지금 로컬 → 목표 Azure</a:t>
            </a:r>
          </a:p>
        </p:txBody>
      </p:sp>
      <p:pic>
        <p:nvPicPr>
          <p:cNvPr id="107" name="Picture 107"/>
          <p:cNvPicPr>
            <a:picLocks noChangeAspect="1"/>
          </p:cNvPicPr>
          <p:nvPr/>
        </p:nvPicPr>
        <p:blipFill>
          <a:blip r:embed="rId4"/>
          <a:srcRect/>
          <a:stretch>
            <a:fillRect/>
          </a:stretch>
        </p:blipFill>
        <p:spPr>
          <a:xfrm>
            <a:off x="760080" y="2000000"/>
            <a:ext cx="6900000" cy="3326785"/>
          </a:xfrm>
          <a:prstGeom prst="rect">
            <a:avLst/>
          </a:prstGeom>
        </p:spPr>
      </p:pic>
      <p:sp>
        <p:nvSpPr>
          <p:cNvPr id="108" name="Dot 108"/>
          <p:cNvSpPr/>
          <p:nvPr/>
        </p:nvSpPr>
        <p:spPr>
          <a:xfrm>
            <a:off x="8140080" y="1700000"/>
            <a:ext cx="300000" cy="300000"/>
          </a:xfrm>
          <a:prstGeom prst="ellipse">
            <a:avLst/>
          </a:prstGeom>
          <a:solidFill>
            <a:srgbClr val="FFF1C2"/>
          </a:solidFill>
          <a:ln>
            <a:noFill/>
          </a:ln>
          <a:effectLst/>
        </p:spPr>
        <p:txBody>
          <a:bodyPr wrap="square" lIns="0" tIns="0" rIns="0" bIns="0" rtlCol="0" anchor="ctr"/>
          <a:lstStyle/>
          <a:p>
            <a:pPr marL="0" indent="0" algn="ctr">
              <a:lnSpc>
                <a:spcPct val="110000"/>
              </a:lnSpc>
              <a:buNone/>
            </a:pPr>
            <a:r>
              <a:rPr lang="ko-KR" sz="1100" b="1" dirty="0">
                <a:solidFill>
                  <a:srgbClr val="B9860C"/>
                </a:solidFill>
                <a:latin typeface="Malgun Gothic" pitchFamily="34" charset="0"/>
                <a:ea typeface="Malgun Gothic" pitchFamily="34" charset="-122"/>
                <a:cs typeface="Malgun Gothic" pitchFamily="34" charset="-120"/>
              </a:rPr>
              <a:t>1</a:t>
            </a:r>
          </a:p>
        </p:txBody>
      </p:sp>
      <p:sp>
        <p:nvSpPr>
          <p:cNvPr id="109" name="Text 109"/>
          <p:cNvSpPr txBox="1"/>
          <p:nvPr/>
        </p:nvSpPr>
        <p:spPr>
          <a:xfrm>
            <a:off x="8560080" y="1680000"/>
            <a:ext cx="2988792" cy="330000"/>
          </a:xfrm>
          <a:prstGeom prst="rect">
            <a:avLst/>
          </a:prstGeom>
          <a:noFill/>
        </p:spPr>
        <p:txBody>
          <a:bodyPr wrap="square" lIns="0" tIns="0" rIns="0" bIns="0" rtlCol="0" anchor="ctr"/>
          <a:lstStyle/>
          <a:p>
            <a:pPr marL="0" indent="0" algn="l">
              <a:lnSpc>
                <a:spcPct val="115000"/>
              </a:lnSpc>
              <a:buNone/>
            </a:pPr>
            <a:r>
              <a:rPr lang="ko-KR" sz="1300" b="1" dirty="0">
                <a:solidFill>
                  <a:srgbClr val="39405C"/>
                </a:solidFill>
                <a:latin typeface="Malgun Gothic" pitchFamily="34" charset="0"/>
                <a:ea typeface="Malgun Gothic" pitchFamily="34" charset="-122"/>
                <a:cs typeface="Malgun Gothic" pitchFamily="34" charset="-120"/>
              </a:rPr>
              <a:t>왜 필요했나</a:t>
            </a:r>
          </a:p>
        </p:txBody>
      </p:sp>
      <p:sp>
        <p:nvSpPr>
          <p:cNvPr id="110" name="Text 110"/>
          <p:cNvSpPr txBox="1"/>
          <p:nvPr/>
        </p:nvSpPr>
        <p:spPr>
          <a:xfrm>
            <a:off x="8560080" y="2030000"/>
            <a:ext cx="2988792" cy="700000"/>
          </a:xfrm>
          <a:prstGeom prst="rect">
            <a:avLst/>
          </a:prstGeom>
          <a:noFill/>
        </p:spPr>
        <p:txBody>
          <a:bodyPr wrap="square" lIns="0" tIns="0" rIns="0" bIns="0" rtlCol="0" anchor="t"/>
          <a:lstStyle/>
          <a:p>
            <a:pPr marL="0" indent="0" algn="l">
              <a:lnSpc>
                <a:spcPct val="125000"/>
              </a:lnSpc>
              <a:buNone/>
            </a:pPr>
            <a:r>
              <a:rPr lang="ko-KR" sz="1000" dirty="0">
                <a:solidFill>
                  <a:srgbClr val="4A5170"/>
                </a:solidFill>
                <a:latin typeface="Malgun Gothic" pitchFamily="34" charset="0"/>
                <a:ea typeface="Malgun Gothic" pitchFamily="34" charset="-122"/>
                <a:cs typeface="Malgun Gothic" pitchFamily="34" charset="-120"/>
              </a:rPr>
              <a:t>Frontend · Backend · AI · 모델을 어디에 두고 어떻게 연결할지가 나와야, 개발 환경과 배포 비용도 정할 수 있었습니다</a:t>
            </a:r>
          </a:p>
        </p:txBody>
      </p:sp>
      <p:sp>
        <p:nvSpPr>
          <p:cNvPr id="111" name="Dot 111"/>
          <p:cNvSpPr/>
          <p:nvPr/>
        </p:nvSpPr>
        <p:spPr>
          <a:xfrm>
            <a:off x="8140080" y="2850000"/>
            <a:ext cx="300000" cy="300000"/>
          </a:xfrm>
          <a:prstGeom prst="ellipse">
            <a:avLst/>
          </a:prstGeom>
          <a:solidFill>
            <a:srgbClr val="FFF1C2"/>
          </a:solidFill>
          <a:ln>
            <a:noFill/>
          </a:ln>
          <a:effectLst/>
        </p:spPr>
        <p:txBody>
          <a:bodyPr wrap="square" lIns="0" tIns="0" rIns="0" bIns="0" rtlCol="0" anchor="ctr"/>
          <a:lstStyle/>
          <a:p>
            <a:pPr marL="0" indent="0" algn="ctr">
              <a:lnSpc>
                <a:spcPct val="110000"/>
              </a:lnSpc>
              <a:buNone/>
            </a:pPr>
            <a:r>
              <a:rPr lang="ko-KR" sz="1100" b="1" dirty="0">
                <a:solidFill>
                  <a:srgbClr val="B9860C"/>
                </a:solidFill>
                <a:latin typeface="Malgun Gothic" pitchFamily="34" charset="0"/>
                <a:ea typeface="Malgun Gothic" pitchFamily="34" charset="-122"/>
                <a:cs typeface="Malgun Gothic" pitchFamily="34" charset="-120"/>
              </a:rPr>
              <a:t>2</a:t>
            </a:r>
          </a:p>
        </p:txBody>
      </p:sp>
      <p:sp>
        <p:nvSpPr>
          <p:cNvPr id="112" name="Text 112"/>
          <p:cNvSpPr txBox="1"/>
          <p:nvPr/>
        </p:nvSpPr>
        <p:spPr>
          <a:xfrm>
            <a:off x="8560080" y="2830000"/>
            <a:ext cx="2988792" cy="330000"/>
          </a:xfrm>
          <a:prstGeom prst="rect">
            <a:avLst/>
          </a:prstGeom>
          <a:noFill/>
        </p:spPr>
        <p:txBody>
          <a:bodyPr wrap="square" lIns="0" tIns="0" rIns="0" bIns="0" rtlCol="0" anchor="ctr"/>
          <a:lstStyle/>
          <a:p>
            <a:pPr marL="0" indent="0" algn="l">
              <a:lnSpc>
                <a:spcPct val="115000"/>
              </a:lnSpc>
              <a:buNone/>
            </a:pPr>
            <a:r>
              <a:rPr lang="ko-KR" sz="1300" b="1" dirty="0">
                <a:solidFill>
                  <a:srgbClr val="39405C"/>
                </a:solidFill>
                <a:latin typeface="Malgun Gothic" pitchFamily="34" charset="0"/>
                <a:ea typeface="Malgun Gothic" pitchFamily="34" charset="-122"/>
                <a:cs typeface="Malgun Gothic" pitchFamily="34" charset="-120"/>
              </a:rPr>
              <a:t>무엇을 했나</a:t>
            </a:r>
          </a:p>
        </p:txBody>
      </p:sp>
      <p:sp>
        <p:nvSpPr>
          <p:cNvPr id="113" name="Text 113"/>
          <p:cNvSpPr txBox="1"/>
          <p:nvPr/>
        </p:nvSpPr>
        <p:spPr>
          <a:xfrm>
            <a:off x="8560080" y="3180000"/>
            <a:ext cx="2988792" cy="700000"/>
          </a:xfrm>
          <a:prstGeom prst="rect">
            <a:avLst/>
          </a:prstGeom>
          <a:noFill/>
        </p:spPr>
        <p:txBody>
          <a:bodyPr wrap="square" lIns="0" tIns="0" rIns="0" bIns="0" rtlCol="0" anchor="t"/>
          <a:lstStyle/>
          <a:p>
            <a:pPr marL="0" indent="0" algn="l">
              <a:lnSpc>
                <a:spcPct val="125000"/>
              </a:lnSpc>
              <a:buNone/>
            </a:pPr>
            <a:r>
              <a:rPr lang="ko-KR" sz="1000" dirty="0">
                <a:solidFill>
                  <a:srgbClr val="4A5170"/>
                </a:solidFill>
                <a:latin typeface="Malgun Gothic" pitchFamily="34" charset="0"/>
                <a:ea typeface="Malgun Gothic" pitchFamily="34" charset="-122"/>
                <a:cs typeface="Malgun Gothic" pitchFamily="34" charset="-120"/>
              </a:rPr>
              <a:t>A2 모델 방향 · Dataset · Joint 기준 협의 → 인프라 구성요소 분석 → 아키텍처 작성</a:t>
            </a:r>
          </a:p>
        </p:txBody>
      </p:sp>
      <p:sp>
        <p:nvSpPr>
          <p:cNvPr id="114" name="Dot 114"/>
          <p:cNvSpPr/>
          <p:nvPr/>
        </p:nvSpPr>
        <p:spPr>
          <a:xfrm>
            <a:off x="8140080" y="3850000"/>
            <a:ext cx="300000" cy="300000"/>
          </a:xfrm>
          <a:prstGeom prst="ellipse">
            <a:avLst/>
          </a:prstGeom>
          <a:solidFill>
            <a:srgbClr val="FFF1C2"/>
          </a:solidFill>
          <a:ln>
            <a:noFill/>
          </a:ln>
          <a:effectLst/>
        </p:spPr>
        <p:txBody>
          <a:bodyPr wrap="square" lIns="0" tIns="0" rIns="0" bIns="0" rtlCol="0" anchor="ctr"/>
          <a:lstStyle/>
          <a:p>
            <a:pPr marL="0" indent="0" algn="ctr">
              <a:lnSpc>
                <a:spcPct val="110000"/>
              </a:lnSpc>
              <a:buNone/>
            </a:pPr>
            <a:r>
              <a:rPr lang="ko-KR" sz="1100" b="1" dirty="0">
                <a:solidFill>
                  <a:srgbClr val="B9860C"/>
                </a:solidFill>
                <a:latin typeface="Malgun Gothic" pitchFamily="34" charset="0"/>
                <a:ea typeface="Malgun Gothic" pitchFamily="34" charset="-122"/>
                <a:cs typeface="Malgun Gothic" pitchFamily="34" charset="-120"/>
              </a:rPr>
              <a:t>3</a:t>
            </a:r>
          </a:p>
        </p:txBody>
      </p:sp>
      <p:sp>
        <p:nvSpPr>
          <p:cNvPr id="115" name="Text 115"/>
          <p:cNvSpPr txBox="1"/>
          <p:nvPr/>
        </p:nvSpPr>
        <p:spPr>
          <a:xfrm>
            <a:off x="8560080" y="3830000"/>
            <a:ext cx="2988792" cy="330000"/>
          </a:xfrm>
          <a:prstGeom prst="rect">
            <a:avLst/>
          </a:prstGeom>
          <a:noFill/>
        </p:spPr>
        <p:txBody>
          <a:bodyPr wrap="square" lIns="0" tIns="0" rIns="0" bIns="0" rtlCol="0" anchor="ctr"/>
          <a:lstStyle/>
          <a:p>
            <a:pPr marL="0" indent="0" algn="l">
              <a:lnSpc>
                <a:spcPct val="115000"/>
              </a:lnSpc>
              <a:buNone/>
            </a:pPr>
            <a:r>
              <a:rPr lang="ko-KR" sz="1300" b="1" dirty="0">
                <a:solidFill>
                  <a:srgbClr val="39405C"/>
                </a:solidFill>
                <a:latin typeface="Malgun Gothic" pitchFamily="34" charset="0"/>
                <a:ea typeface="Malgun Gothic" pitchFamily="34" charset="-122"/>
                <a:cs typeface="Malgun Gothic" pitchFamily="34" charset="-120"/>
              </a:rPr>
              <a:t>다음 개발</a:t>
            </a:r>
          </a:p>
        </p:txBody>
      </p:sp>
      <p:sp>
        <p:nvSpPr>
          <p:cNvPr id="116" name="Text 116"/>
          <p:cNvSpPr txBox="1"/>
          <p:nvPr/>
        </p:nvSpPr>
        <p:spPr>
          <a:xfrm>
            <a:off x="8560080" y="4180000"/>
            <a:ext cx="2988792" cy="700000"/>
          </a:xfrm>
          <a:prstGeom prst="rect">
            <a:avLst/>
          </a:prstGeom>
          <a:noFill/>
        </p:spPr>
        <p:txBody>
          <a:bodyPr wrap="square" lIns="0" tIns="0" rIns="0" bIns="0" rtlCol="0" anchor="t"/>
          <a:lstStyle/>
          <a:p>
            <a:pPr marL="0" indent="0" algn="l">
              <a:lnSpc>
                <a:spcPct val="125000"/>
              </a:lnSpc>
              <a:buNone/>
            </a:pPr>
            <a:r>
              <a:rPr lang="ko-KR" sz="1000" dirty="0">
                <a:solidFill>
                  <a:srgbClr val="4A5170"/>
                </a:solidFill>
                <a:latin typeface="Malgun Gothic" pitchFamily="34" charset="0"/>
                <a:ea typeface="Malgun Gothic" pitchFamily="34" charset="-122"/>
                <a:cs typeface="Malgun Gothic" pitchFamily="34" charset="-120"/>
              </a:rPr>
              <a:t>VM 한 대에서 Backend · AI 컨테이너를 나누고 파일은 Blob에 → 소프트웨어 아키텍처 문서로</a:t>
            </a:r>
          </a:p>
        </p:txBody>
      </p:sp>
      <p:sp>
        <p:nvSpPr>
          <p:cNvPr id="117" name="Quote 117"/>
          <p:cNvSpPr/>
          <p:nvPr/>
        </p:nvSpPr>
        <p:spPr>
          <a:xfrm>
            <a:off x="640080" y="5626785"/>
            <a:ext cx="10908792" cy="560000"/>
          </a:xfrm>
          <a:prstGeom prst="roundRect">
            <a:avLst>
              <a:gd name="adj" fmla="val 30000"/>
            </a:avLst>
          </a:prstGeom>
          <a:solidFill>
            <a:srgbClr val="FFF1C2"/>
          </a:solidFill>
          <a:ln>
            <a:noFill/>
          </a:ln>
          <a:effectLst/>
        </p:spPr>
        <p:txBody>
          <a:bodyPr wrap="square" lIns="0" tIns="0" rIns="0" bIns="0" rtlCol="0" anchor="ctr"/>
          <a:lstStyle/>
          <a:p>
            <a:pPr marL="0" indent="0" algn="ctr">
              <a:lnSpc>
                <a:spcPct val="110000"/>
              </a:lnSpc>
              <a:buNone/>
            </a:pPr>
            <a:r>
              <a:rPr lang="ko-KR" sz="1300" b="1" dirty="0">
                <a:solidFill>
                  <a:srgbClr val="39405C"/>
                </a:solidFill>
                <a:latin typeface="Malgun Gothic" pitchFamily="34" charset="0"/>
                <a:ea typeface="Malgun Gothic" pitchFamily="34" charset="-122"/>
                <a:cs typeface="Malgun Gothic" pitchFamily="34" charset="-120"/>
              </a:rPr>
              <a:t>“브라우저 → 공개 API → 내부 AI 서버, </a:t>
            </a:r>
            <a:r>
              <a:rPr lang="ko-KR" sz="1300" b="1" dirty="0">
                <a:solidFill>
                  <a:srgbClr val="B9860C"/>
                </a:solidFill>
                <a:latin typeface="Malgun Gothic" pitchFamily="34" charset="0"/>
                <a:ea typeface="Malgun Gothic" pitchFamily="34" charset="-122"/>
                <a:cs typeface="Malgun Gothic" pitchFamily="34" charset="-120"/>
              </a:rPr>
              <a:t>세 층으로 나눠</a:t>
            </a:r>
            <a:r>
              <a:rPr lang="ko-KR" sz="1300" b="1" dirty="0">
                <a:solidFill>
                  <a:srgbClr val="39405C"/>
                </a:solidFill>
                <a:latin typeface="Malgun Gothic" pitchFamily="34" charset="0"/>
                <a:ea typeface="Malgun Gothic" pitchFamily="34" charset="-122"/>
                <a:cs typeface="Malgun Gothic" pitchFamily="34" charset="-120"/>
              </a:rPr>
              <a:t> 비용을 줄이고 분리하기 쉽게 했습니다.”</a:t>
            </a:r>
          </a:p>
        </p:txBody>
      </p:sp>
      <p:sp>
        <p:nvSpPr>
          <p:cNvPr id="118" name="Text 118"/>
          <p:cNvSpPr txBox="1"/>
          <p:nvPr/>
        </p:nvSpPr>
        <p:spPr>
          <a:xfrm>
            <a:off x="640080" y="6246785"/>
            <a:ext cx="10908792" cy="260000"/>
          </a:xfrm>
          <a:prstGeom prst="rect">
            <a:avLst/>
          </a:prstGeom>
          <a:noFill/>
        </p:spPr>
        <p:txBody>
          <a:bodyPr wrap="square" lIns="0" tIns="0" rIns="0" bIns="0" rtlCol="0" anchor="ctr"/>
          <a:lstStyle/>
          <a:p>
            <a:pPr marL="0" indent="0" algn="ctr">
              <a:lnSpc>
                <a:spcPct val="115000"/>
              </a:lnSpc>
              <a:buNone/>
            </a:pPr>
            <a:r>
              <a:rPr lang="ko-KR" sz="900" dirty="0">
                <a:solidFill>
                  <a:srgbClr val="8A91AA"/>
                </a:solidFill>
                <a:latin typeface="Malgun Gothic" pitchFamily="34" charset="0"/>
                <a:ea typeface="Malgun Gothic" pitchFamily="34" charset="-122"/>
                <a:cs typeface="Malgun Gothic" pitchFamily="34" charset="-120"/>
              </a:rPr>
              <a:t>Frontend → Backend → AI Runtime → A2 Pose Model  ·  DB · Blob Storage · Azure · Container · Repository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Page 101"/>
          <p:cNvSpPr txBox="1"/>
          <p:nvPr/>
        </p:nvSpPr>
        <p:spPr>
          <a:xfrm>
            <a:off x="11185855" y="6355080"/>
            <a:ext cx="457200" cy="274320"/>
          </a:xfrm>
          <a:prstGeom prst="rect">
            <a:avLst/>
          </a:prstGeom>
          <a:noFill/>
        </p:spPr>
        <p:txBody>
          <a:bodyPr wrap="square" lIns="0" tIns="0" rIns="0" bIns="0" rtlCol="0" anchor="ctr"/>
          <a:lstStyle/>
          <a:p>
            <a:pPr marL="0" indent="0" algn="r">
              <a:lnSpc>
                <a:spcPct val="115000"/>
              </a:lnSpc>
              <a:buNone/>
            </a:pPr>
            <a:r>
              <a:rPr lang="ko-KR" sz="1000" dirty="0">
                <a:solidFill>
                  <a:srgbClr val="8A91AA"/>
                </a:solidFill>
                <a:latin typeface="Malgun Gothic" pitchFamily="34" charset="0"/>
                <a:ea typeface="Malgun Gothic" pitchFamily="34" charset="-122"/>
                <a:cs typeface="Malgun Gothic" pitchFamily="34" charset="-120"/>
              </a:rPr>
              <a:t>20</a:t>
            </a:r>
          </a:p>
        </p:txBody>
      </p:sp>
      <p:sp>
        <p:nvSpPr>
          <p:cNvPr id="102" name="Pill 102"/>
          <p:cNvSpPr/>
          <p:nvPr/>
        </p:nvSpPr>
        <p:spPr>
          <a:xfrm>
            <a:off x="640080" y="467200"/>
            <a:ext cx="2955000" cy="300000"/>
          </a:xfrm>
          <a:prstGeom prst="roundRect">
            <a:avLst>
              <a:gd name="adj" fmla="val 50000"/>
            </a:avLst>
          </a:prstGeom>
          <a:solidFill>
            <a:srgbClr val="FFF1C2"/>
          </a:solidFill>
          <a:ln>
            <a:solidFill>
              <a:schemeClr val="accent4">
                <a:lumMod val="75000"/>
              </a:schemeClr>
            </a:solidFill>
          </a:ln>
          <a:effectLst/>
        </p:spPr>
        <p:txBody>
          <a:bodyPr wrap="square" lIns="0" tIns="0" rIns="0" bIns="0" rtlCol="0" anchor="ctr"/>
          <a:lstStyle/>
          <a:p>
            <a:pPr marL="0" indent="0" algn="ctr">
              <a:lnSpc>
                <a:spcPct val="110000"/>
              </a:lnSpc>
              <a:buNone/>
            </a:pPr>
            <a:r>
              <a:rPr lang="ko-KR" sz="1100" b="1" dirty="0">
                <a:solidFill>
                  <a:srgbClr val="B9860C"/>
                </a:solidFill>
                <a:latin typeface="Malgun Gothic" pitchFamily="34" charset="0"/>
                <a:ea typeface="Malgun Gothic" pitchFamily="34" charset="-122"/>
                <a:cs typeface="Malgun Gothic" pitchFamily="34" charset="-120"/>
              </a:rPr>
              <a:t>A2 Drawing Pose Model · 김민준</a:t>
            </a:r>
          </a:p>
        </p:txBody>
      </p:sp>
      <p:sp>
        <p:nvSpPr>
          <p:cNvPr id="103" name="Label 103"/>
          <p:cNvSpPr txBox="1"/>
          <p:nvPr/>
        </p:nvSpPr>
        <p:spPr>
          <a:xfrm>
            <a:off x="3735080" y="457200"/>
            <a:ext cx="7816535" cy="320040"/>
          </a:xfrm>
          <a:prstGeom prst="rect">
            <a:avLst/>
          </a:prstGeom>
          <a:noFill/>
        </p:spPr>
        <p:txBody>
          <a:bodyPr wrap="square" lIns="0" tIns="0" rIns="0" bIns="0" rtlCol="0" anchor="ctr"/>
          <a:lstStyle/>
          <a:p>
            <a:pPr marL="0" indent="0" algn="l">
              <a:lnSpc>
                <a:spcPct val="115000"/>
              </a:lnSpc>
              <a:buNone/>
            </a:pPr>
            <a:r>
              <a:rPr lang="ko-KR" sz="1300" b="1" dirty="0">
                <a:solidFill>
                  <a:srgbClr val="4C5CC4"/>
                </a:solidFill>
                <a:latin typeface="Malgun Gothic" pitchFamily="34" charset="0"/>
                <a:ea typeface="Malgun Gothic" pitchFamily="34" charset="-122"/>
                <a:cs typeface="Malgun Gothic" pitchFamily="34" charset="-120"/>
              </a:rPr>
              <a:t>PART C · ④ AI 모델 학습 · 인프라  ②</a:t>
            </a:r>
          </a:p>
        </p:txBody>
      </p:sp>
      <p:sp>
        <p:nvSpPr>
          <p:cNvPr id="104" name="Title 104"/>
          <p:cNvSpPr txBox="1"/>
          <p:nvPr/>
        </p:nvSpPr>
        <p:spPr>
          <a:xfrm>
            <a:off x="640080" y="804672"/>
            <a:ext cx="10911535" cy="731520"/>
          </a:xfrm>
          <a:prstGeom prst="rect">
            <a:avLst/>
          </a:prstGeom>
          <a:noFill/>
        </p:spPr>
        <p:txBody>
          <a:bodyPr wrap="square" lIns="0" tIns="0" rIns="0" bIns="0" rtlCol="0" anchor="t"/>
          <a:lstStyle/>
          <a:p>
            <a:pPr marL="0" indent="0" algn="l">
              <a:lnSpc>
                <a:spcPct val="115000"/>
              </a:lnSpc>
              <a:buNone/>
            </a:pPr>
            <a:r>
              <a:rPr lang="ko-KR" sz="3000" b="1" dirty="0">
                <a:solidFill>
                  <a:srgbClr val="39405C"/>
                </a:solidFill>
                <a:latin typeface="Malgun Gothic" pitchFamily="34" charset="0"/>
                <a:ea typeface="Malgun Gothic" pitchFamily="34" charset="-122"/>
                <a:cs typeface="Malgun Gothic" pitchFamily="34" charset="-120"/>
              </a:rPr>
              <a:t>아이 그림에 맞는 Pose Model을 직접 학습합니다</a:t>
            </a:r>
          </a:p>
        </p:txBody>
      </p:sp>
      <p:sp>
        <p:nvSpPr>
          <p:cNvPr id="105" name="Text 105"/>
          <p:cNvSpPr txBox="1"/>
          <p:nvPr/>
        </p:nvSpPr>
        <p:spPr>
          <a:xfrm>
            <a:off x="640080" y="1560000"/>
            <a:ext cx="10908792" cy="300000"/>
          </a:xfrm>
          <a:prstGeom prst="rect">
            <a:avLst/>
          </a:prstGeom>
          <a:noFill/>
        </p:spPr>
        <p:txBody>
          <a:bodyPr wrap="square" lIns="0" tIns="0" rIns="0" bIns="0" rtlCol="0" anchor="ctr"/>
          <a:lstStyle/>
          <a:p>
            <a:pPr marL="0" indent="0" algn="l">
              <a:lnSpc>
                <a:spcPct val="115000"/>
              </a:lnSpc>
              <a:buNone/>
            </a:pPr>
            <a:r>
              <a:rPr lang="ko-KR" sz="1100" dirty="0">
                <a:solidFill>
                  <a:srgbClr val="4A5170"/>
                </a:solidFill>
                <a:latin typeface="Malgun Gothic" pitchFamily="34" charset="0"/>
                <a:ea typeface="Malgun Gothic" pitchFamily="34" charset="-122"/>
                <a:cs typeface="Malgun Gothic" pitchFamily="34" charset="-120"/>
              </a:rPr>
              <a:t>사전학습 모델은 팔이 몸에 붙었거나 비율이 독특한 아이 그림에서 관절을 잘못 짚을 때가 있어서, 그림 데이터로 모델을 따로 학습하고 있습니다</a:t>
            </a:r>
          </a:p>
        </p:txBody>
      </p:sp>
      <p:sp>
        <p:nvSpPr>
          <p:cNvPr id="106" name="Pipe 106"/>
          <p:cNvSpPr/>
          <p:nvPr/>
        </p:nvSpPr>
        <p:spPr>
          <a:xfrm>
            <a:off x="640080" y="1980000"/>
            <a:ext cx="1700000" cy="1060000"/>
          </a:xfrm>
          <a:prstGeom prst="roundRect">
            <a:avLst>
              <a:gd name="adj" fmla="val 1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07" name="Pill 107"/>
          <p:cNvSpPr/>
          <p:nvPr/>
        </p:nvSpPr>
        <p:spPr>
          <a:xfrm>
            <a:off x="770080" y="2070000"/>
            <a:ext cx="760000" cy="240000"/>
          </a:xfrm>
          <a:prstGeom prst="roundRect">
            <a:avLst>
              <a:gd name="adj" fmla="val 50000"/>
            </a:avLst>
          </a:prstGeom>
          <a:solidFill>
            <a:srgbClr val="DCF2E4"/>
          </a:solidFill>
          <a:ln>
            <a:noFill/>
          </a:ln>
          <a:effectLst/>
        </p:spPr>
        <p:txBody>
          <a:bodyPr wrap="square" lIns="0" tIns="0" rIns="0" bIns="0" rtlCol="0" anchor="ctr"/>
          <a:lstStyle/>
          <a:p>
            <a:pPr marL="0" indent="0" algn="ctr">
              <a:lnSpc>
                <a:spcPct val="110000"/>
              </a:lnSpc>
              <a:buNone/>
            </a:pPr>
            <a:r>
              <a:rPr lang="ko-KR" sz="850" b="1" dirty="0">
                <a:solidFill>
                  <a:srgbClr val="2F9E78"/>
                </a:solidFill>
                <a:latin typeface="Malgun Gothic" pitchFamily="34" charset="0"/>
                <a:ea typeface="Malgun Gothic" pitchFamily="34" charset="-122"/>
                <a:cs typeface="Malgun Gothic" pitchFamily="34" charset="-120"/>
              </a:rPr>
              <a:t>완료</a:t>
            </a:r>
          </a:p>
        </p:txBody>
      </p:sp>
      <p:sp>
        <p:nvSpPr>
          <p:cNvPr id="108" name="Text 108"/>
          <p:cNvSpPr txBox="1"/>
          <p:nvPr/>
        </p:nvSpPr>
        <p:spPr>
          <a:xfrm>
            <a:off x="770080" y="2340000"/>
            <a:ext cx="1440000" cy="280000"/>
          </a:xfrm>
          <a:prstGeom prst="rect">
            <a:avLst/>
          </a:prstGeom>
          <a:noFill/>
        </p:spPr>
        <p:txBody>
          <a:bodyPr wrap="square" lIns="0" tIns="0" rIns="0" bIns="0" rtlCol="0" anchor="ctr"/>
          <a:lstStyle/>
          <a:p>
            <a:pPr marL="0" indent="0" algn="l">
              <a:lnSpc>
                <a:spcPct val="115000"/>
              </a:lnSpc>
              <a:buNone/>
            </a:pPr>
            <a:r>
              <a:rPr lang="ko-KR" sz="1200" b="1" dirty="0">
                <a:solidFill>
                  <a:srgbClr val="39405C"/>
                </a:solidFill>
                <a:latin typeface="Malgun Gothic" pitchFamily="34" charset="0"/>
                <a:ea typeface="Malgun Gothic" pitchFamily="34" charset="-122"/>
                <a:cs typeface="Malgun Gothic" pitchFamily="34" charset="-120"/>
              </a:rPr>
              <a:t>Dataset</a:t>
            </a:r>
          </a:p>
        </p:txBody>
      </p:sp>
      <p:sp>
        <p:nvSpPr>
          <p:cNvPr id="109" name="Text 109"/>
          <p:cNvSpPr txBox="1"/>
          <p:nvPr/>
        </p:nvSpPr>
        <p:spPr>
          <a:xfrm>
            <a:off x="770080" y="2630000"/>
            <a:ext cx="1440000" cy="380000"/>
          </a:xfrm>
          <a:prstGeom prst="rect">
            <a:avLst/>
          </a:prstGeom>
          <a:noFill/>
        </p:spPr>
        <p:txBody>
          <a:bodyPr wrap="square" lIns="0" tIns="0" rIns="0" bIns="0" rtlCol="0" anchor="t"/>
          <a:lstStyle/>
          <a:p>
            <a:pPr marL="0" indent="0" algn="l">
              <a:lnSpc>
                <a:spcPct val="112000"/>
              </a:lnSpc>
              <a:buNone/>
            </a:pPr>
            <a:r>
              <a:rPr lang="ko-KR" sz="900" dirty="0">
                <a:solidFill>
                  <a:srgbClr val="4A5170"/>
                </a:solidFill>
                <a:latin typeface="Malgun Gothic" pitchFamily="34" charset="0"/>
                <a:ea typeface="Malgun Gothic" pitchFamily="34" charset="-122"/>
                <a:cs typeface="Malgun Gothic" pitchFamily="34" charset="-120"/>
              </a:rPr>
              <a:t>Amateur Drawings</a:t>
            </a:r>
          </a:p>
          <a:p>
            <a:pPr marL="0" indent="0" algn="l">
              <a:lnSpc>
                <a:spcPct val="112000"/>
              </a:lnSpc>
              <a:buNone/>
            </a:pPr>
            <a:r>
              <a:rPr lang="ko-KR" sz="900" dirty="0">
                <a:solidFill>
                  <a:srgbClr val="4A5170"/>
                </a:solidFill>
                <a:latin typeface="Malgun Gothic" pitchFamily="34" charset="0"/>
                <a:ea typeface="Malgun Gothic" pitchFamily="34" charset="-122"/>
                <a:cs typeface="Malgun Gothic" pitchFamily="34" charset="-120"/>
              </a:rPr>
              <a:t>확보 · 품질 검증</a:t>
            </a:r>
          </a:p>
        </p:txBody>
      </p:sp>
      <p:sp>
        <p:nvSpPr>
          <p:cNvPr id="110" name="Text 110"/>
          <p:cNvSpPr txBox="1"/>
          <p:nvPr/>
        </p:nvSpPr>
        <p:spPr>
          <a:xfrm>
            <a:off x="2340080" y="2300000"/>
            <a:ext cx="141758" cy="400000"/>
          </a:xfrm>
          <a:prstGeom prst="rect">
            <a:avLst/>
          </a:prstGeom>
          <a:noFill/>
        </p:spPr>
        <p:txBody>
          <a:bodyPr wrap="square" lIns="0" tIns="0" rIns="0" bIns="0" rtlCol="0" anchor="ctr"/>
          <a:lstStyle/>
          <a:p>
            <a:pPr marL="0" indent="0" algn="ctr">
              <a:lnSpc>
                <a:spcPct val="115000"/>
              </a:lnSpc>
              <a:buNone/>
            </a:pPr>
            <a:r>
              <a:rPr lang="ko-KR" sz="1600" b="1" dirty="0">
                <a:solidFill>
                  <a:srgbClr val="B9860C"/>
                </a:solidFill>
                <a:latin typeface="Malgun Gothic" pitchFamily="34" charset="0"/>
                <a:ea typeface="Malgun Gothic" pitchFamily="34" charset="-122"/>
                <a:cs typeface="Malgun Gothic" pitchFamily="34" charset="-120"/>
              </a:rPr>
              <a:t>›</a:t>
            </a:r>
          </a:p>
        </p:txBody>
      </p:sp>
      <p:sp>
        <p:nvSpPr>
          <p:cNvPr id="111" name="Pipe 111"/>
          <p:cNvSpPr/>
          <p:nvPr/>
        </p:nvSpPr>
        <p:spPr>
          <a:xfrm>
            <a:off x="2481838" y="1980000"/>
            <a:ext cx="1700000" cy="1060000"/>
          </a:xfrm>
          <a:prstGeom prst="roundRect">
            <a:avLst>
              <a:gd name="adj" fmla="val 1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12" name="Pill 112"/>
          <p:cNvSpPr/>
          <p:nvPr/>
        </p:nvSpPr>
        <p:spPr>
          <a:xfrm>
            <a:off x="2611838" y="2070000"/>
            <a:ext cx="760000" cy="240000"/>
          </a:xfrm>
          <a:prstGeom prst="roundRect">
            <a:avLst>
              <a:gd name="adj" fmla="val 50000"/>
            </a:avLst>
          </a:prstGeom>
          <a:solidFill>
            <a:srgbClr val="DCF2E4"/>
          </a:solidFill>
          <a:ln>
            <a:noFill/>
          </a:ln>
          <a:effectLst/>
        </p:spPr>
        <p:txBody>
          <a:bodyPr wrap="square" lIns="0" tIns="0" rIns="0" bIns="0" rtlCol="0" anchor="ctr"/>
          <a:lstStyle/>
          <a:p>
            <a:pPr marL="0" indent="0" algn="ctr">
              <a:lnSpc>
                <a:spcPct val="110000"/>
              </a:lnSpc>
              <a:buNone/>
            </a:pPr>
            <a:r>
              <a:rPr lang="ko-KR" sz="850" b="1" dirty="0">
                <a:solidFill>
                  <a:srgbClr val="2F9E78"/>
                </a:solidFill>
                <a:latin typeface="Malgun Gothic" pitchFamily="34" charset="0"/>
                <a:ea typeface="Malgun Gothic" pitchFamily="34" charset="-122"/>
                <a:cs typeface="Malgun Gothic" pitchFamily="34" charset="-120"/>
              </a:rPr>
              <a:t>완료</a:t>
            </a:r>
          </a:p>
        </p:txBody>
      </p:sp>
      <p:sp>
        <p:nvSpPr>
          <p:cNvPr id="113" name="Text 113"/>
          <p:cNvSpPr txBox="1"/>
          <p:nvPr/>
        </p:nvSpPr>
        <p:spPr>
          <a:xfrm>
            <a:off x="2611838" y="2340000"/>
            <a:ext cx="1440000" cy="280000"/>
          </a:xfrm>
          <a:prstGeom prst="rect">
            <a:avLst/>
          </a:prstGeom>
          <a:noFill/>
        </p:spPr>
        <p:txBody>
          <a:bodyPr wrap="square" lIns="0" tIns="0" rIns="0" bIns="0" rtlCol="0" anchor="ctr"/>
          <a:lstStyle/>
          <a:p>
            <a:pPr marL="0" indent="0" algn="l">
              <a:lnSpc>
                <a:spcPct val="115000"/>
              </a:lnSpc>
              <a:buNone/>
            </a:pPr>
            <a:r>
              <a:rPr lang="ko-KR" sz="1200" b="1" dirty="0">
                <a:solidFill>
                  <a:srgbClr val="39405C"/>
                </a:solidFill>
                <a:latin typeface="Malgun Gothic" pitchFamily="34" charset="0"/>
                <a:ea typeface="Malgun Gothic" pitchFamily="34" charset="-122"/>
                <a:cs typeface="Malgun Gothic" pitchFamily="34" charset="-120"/>
              </a:rPr>
              <a:t>Preprocessing</a:t>
            </a:r>
          </a:p>
        </p:txBody>
      </p:sp>
      <p:sp>
        <p:nvSpPr>
          <p:cNvPr id="114" name="Text 114"/>
          <p:cNvSpPr txBox="1"/>
          <p:nvPr/>
        </p:nvSpPr>
        <p:spPr>
          <a:xfrm>
            <a:off x="2611838" y="2630000"/>
            <a:ext cx="1440000" cy="380000"/>
          </a:xfrm>
          <a:prstGeom prst="rect">
            <a:avLst/>
          </a:prstGeom>
          <a:noFill/>
        </p:spPr>
        <p:txBody>
          <a:bodyPr wrap="square" lIns="0" tIns="0" rIns="0" bIns="0" rtlCol="0" anchor="t"/>
          <a:lstStyle/>
          <a:p>
            <a:pPr marL="0" indent="0" algn="l">
              <a:lnSpc>
                <a:spcPct val="112000"/>
              </a:lnSpc>
              <a:buNone/>
            </a:pPr>
            <a:r>
              <a:rPr lang="ko-KR" sz="900" dirty="0">
                <a:solidFill>
                  <a:srgbClr val="4A5170"/>
                </a:solidFill>
                <a:latin typeface="Malgun Gothic" pitchFamily="34" charset="0"/>
                <a:ea typeface="Malgun Gothic" pitchFamily="34" charset="-122"/>
                <a:cs typeface="Malgun Gothic" pitchFamily="34" charset="-120"/>
              </a:rPr>
              <a:t>Annotation</a:t>
            </a:r>
          </a:p>
          <a:p>
            <a:pPr marL="0" indent="0" algn="l">
              <a:lnSpc>
                <a:spcPct val="112000"/>
              </a:lnSpc>
              <a:buNone/>
            </a:pPr>
            <a:r>
              <a:rPr lang="ko-KR" sz="900" dirty="0">
                <a:solidFill>
                  <a:srgbClr val="4A5170"/>
                </a:solidFill>
                <a:latin typeface="Malgun Gothic" pitchFamily="34" charset="0"/>
                <a:ea typeface="Malgun Gothic" pitchFamily="34" charset="-122"/>
                <a:cs typeface="Malgun Gothic" pitchFamily="34" charset="-120"/>
              </a:rPr>
              <a:t>전처리 Pipeline</a:t>
            </a:r>
          </a:p>
        </p:txBody>
      </p:sp>
      <p:sp>
        <p:nvSpPr>
          <p:cNvPr id="115" name="Text 115"/>
          <p:cNvSpPr txBox="1"/>
          <p:nvPr/>
        </p:nvSpPr>
        <p:spPr>
          <a:xfrm>
            <a:off x="4181838" y="2300000"/>
            <a:ext cx="141758" cy="400000"/>
          </a:xfrm>
          <a:prstGeom prst="rect">
            <a:avLst/>
          </a:prstGeom>
          <a:noFill/>
        </p:spPr>
        <p:txBody>
          <a:bodyPr wrap="square" lIns="0" tIns="0" rIns="0" bIns="0" rtlCol="0" anchor="ctr"/>
          <a:lstStyle/>
          <a:p>
            <a:pPr marL="0" indent="0" algn="ctr">
              <a:lnSpc>
                <a:spcPct val="115000"/>
              </a:lnSpc>
              <a:buNone/>
            </a:pPr>
            <a:r>
              <a:rPr lang="ko-KR" sz="1600" b="1" dirty="0">
                <a:solidFill>
                  <a:srgbClr val="B9860C"/>
                </a:solidFill>
                <a:latin typeface="Malgun Gothic" pitchFamily="34" charset="0"/>
                <a:ea typeface="Malgun Gothic" pitchFamily="34" charset="-122"/>
                <a:cs typeface="Malgun Gothic" pitchFamily="34" charset="-120"/>
              </a:rPr>
              <a:t>›</a:t>
            </a:r>
          </a:p>
        </p:txBody>
      </p:sp>
      <p:sp>
        <p:nvSpPr>
          <p:cNvPr id="116" name="Pipe 116"/>
          <p:cNvSpPr/>
          <p:nvPr/>
        </p:nvSpPr>
        <p:spPr>
          <a:xfrm>
            <a:off x="4323596" y="1980000"/>
            <a:ext cx="1700000" cy="1060000"/>
          </a:xfrm>
          <a:prstGeom prst="roundRect">
            <a:avLst>
              <a:gd name="adj" fmla="val 1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17" name="Pill 117"/>
          <p:cNvSpPr/>
          <p:nvPr/>
        </p:nvSpPr>
        <p:spPr>
          <a:xfrm>
            <a:off x="4453596" y="2070000"/>
            <a:ext cx="760000" cy="240000"/>
          </a:xfrm>
          <a:prstGeom prst="roundRect">
            <a:avLst>
              <a:gd name="adj" fmla="val 50000"/>
            </a:avLst>
          </a:prstGeom>
          <a:solidFill>
            <a:srgbClr val="DCF2E4"/>
          </a:solidFill>
          <a:ln>
            <a:noFill/>
          </a:ln>
          <a:effectLst/>
        </p:spPr>
        <p:txBody>
          <a:bodyPr wrap="square" lIns="0" tIns="0" rIns="0" bIns="0" rtlCol="0" anchor="ctr"/>
          <a:lstStyle/>
          <a:p>
            <a:pPr marL="0" indent="0" algn="ctr">
              <a:lnSpc>
                <a:spcPct val="110000"/>
              </a:lnSpc>
              <a:buNone/>
            </a:pPr>
            <a:r>
              <a:rPr lang="ko-KR" sz="850" b="1" dirty="0">
                <a:solidFill>
                  <a:srgbClr val="2F9E78"/>
                </a:solidFill>
                <a:latin typeface="Malgun Gothic" pitchFamily="34" charset="0"/>
                <a:ea typeface="Malgun Gothic" pitchFamily="34" charset="-122"/>
                <a:cs typeface="Malgun Gothic" pitchFamily="34" charset="-120"/>
              </a:rPr>
              <a:t>완료</a:t>
            </a:r>
          </a:p>
        </p:txBody>
      </p:sp>
      <p:sp>
        <p:nvSpPr>
          <p:cNvPr id="118" name="Text 118"/>
          <p:cNvSpPr txBox="1"/>
          <p:nvPr/>
        </p:nvSpPr>
        <p:spPr>
          <a:xfrm>
            <a:off x="4453596" y="2340000"/>
            <a:ext cx="1440000" cy="280000"/>
          </a:xfrm>
          <a:prstGeom prst="rect">
            <a:avLst/>
          </a:prstGeom>
          <a:noFill/>
        </p:spPr>
        <p:txBody>
          <a:bodyPr wrap="square" lIns="0" tIns="0" rIns="0" bIns="0" rtlCol="0" anchor="ctr"/>
          <a:lstStyle/>
          <a:p>
            <a:pPr marL="0" indent="0" algn="l">
              <a:lnSpc>
                <a:spcPct val="115000"/>
              </a:lnSpc>
              <a:buNone/>
            </a:pPr>
            <a:r>
              <a:rPr lang="ko-KR" sz="1200" b="1" dirty="0">
                <a:solidFill>
                  <a:srgbClr val="39405C"/>
                </a:solidFill>
                <a:latin typeface="Malgun Gothic" pitchFamily="34" charset="0"/>
                <a:ea typeface="Malgun Gothic" pitchFamily="34" charset="-122"/>
                <a:cs typeface="Malgun Gothic" pitchFamily="34" charset="-120"/>
              </a:rPr>
              <a:t>15-Joint Mapping</a:t>
            </a:r>
          </a:p>
        </p:txBody>
      </p:sp>
      <p:sp>
        <p:nvSpPr>
          <p:cNvPr id="119" name="Text 119"/>
          <p:cNvSpPr txBox="1"/>
          <p:nvPr/>
        </p:nvSpPr>
        <p:spPr>
          <a:xfrm>
            <a:off x="4453596" y="2630000"/>
            <a:ext cx="1440000" cy="380000"/>
          </a:xfrm>
          <a:prstGeom prst="rect">
            <a:avLst/>
          </a:prstGeom>
          <a:noFill/>
        </p:spPr>
        <p:txBody>
          <a:bodyPr wrap="square" lIns="0" tIns="0" rIns="0" bIns="0" rtlCol="0" anchor="t"/>
          <a:lstStyle/>
          <a:p>
            <a:pPr marL="0" indent="0" algn="l">
              <a:lnSpc>
                <a:spcPct val="112000"/>
              </a:lnSpc>
              <a:buNone/>
            </a:pPr>
            <a:r>
              <a:rPr lang="ko-KR" sz="900" dirty="0">
                <a:solidFill>
                  <a:srgbClr val="4A5170"/>
                </a:solidFill>
                <a:latin typeface="Malgun Gothic" pitchFamily="34" charset="0"/>
                <a:ea typeface="Malgun Gothic" pitchFamily="34" charset="-122"/>
                <a:cs typeface="Malgun Gothic" pitchFamily="34" charset="-120"/>
              </a:rPr>
              <a:t>원본 Annotation →</a:t>
            </a:r>
          </a:p>
          <a:p>
            <a:pPr marL="0" indent="0" algn="l">
              <a:lnSpc>
                <a:spcPct val="112000"/>
              </a:lnSpc>
              <a:buNone/>
            </a:pPr>
            <a:r>
              <a:rPr lang="ko-KR" sz="900" dirty="0">
                <a:solidFill>
                  <a:srgbClr val="4A5170"/>
                </a:solidFill>
                <a:latin typeface="Malgun Gothic" pitchFamily="34" charset="0"/>
                <a:ea typeface="Malgun Gothic" pitchFamily="34" charset="-122"/>
                <a:cs typeface="Malgun Gothic" pitchFamily="34" charset="-120"/>
              </a:rPr>
              <a:t>DrawTale 15-Joint</a:t>
            </a:r>
          </a:p>
        </p:txBody>
      </p:sp>
      <p:sp>
        <p:nvSpPr>
          <p:cNvPr id="120" name="Text 120"/>
          <p:cNvSpPr txBox="1"/>
          <p:nvPr/>
        </p:nvSpPr>
        <p:spPr>
          <a:xfrm>
            <a:off x="6023596" y="2300000"/>
            <a:ext cx="141758" cy="400000"/>
          </a:xfrm>
          <a:prstGeom prst="rect">
            <a:avLst/>
          </a:prstGeom>
          <a:noFill/>
        </p:spPr>
        <p:txBody>
          <a:bodyPr wrap="square" lIns="0" tIns="0" rIns="0" bIns="0" rtlCol="0" anchor="ctr"/>
          <a:lstStyle/>
          <a:p>
            <a:pPr marL="0" indent="0" algn="ctr">
              <a:lnSpc>
                <a:spcPct val="115000"/>
              </a:lnSpc>
              <a:buNone/>
            </a:pPr>
            <a:r>
              <a:rPr lang="ko-KR" sz="1600" b="1" dirty="0">
                <a:solidFill>
                  <a:srgbClr val="B9860C"/>
                </a:solidFill>
                <a:latin typeface="Malgun Gothic" pitchFamily="34" charset="0"/>
                <a:ea typeface="Malgun Gothic" pitchFamily="34" charset="-122"/>
                <a:cs typeface="Malgun Gothic" pitchFamily="34" charset="-120"/>
              </a:rPr>
              <a:t>›</a:t>
            </a:r>
          </a:p>
        </p:txBody>
      </p:sp>
      <p:sp>
        <p:nvSpPr>
          <p:cNvPr id="121" name="Pipe 121"/>
          <p:cNvSpPr/>
          <p:nvPr/>
        </p:nvSpPr>
        <p:spPr>
          <a:xfrm>
            <a:off x="6165355" y="1980000"/>
            <a:ext cx="1700000" cy="1060000"/>
          </a:xfrm>
          <a:prstGeom prst="roundRect">
            <a:avLst>
              <a:gd name="adj" fmla="val 1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22" name="Pill 122"/>
          <p:cNvSpPr/>
          <p:nvPr/>
        </p:nvSpPr>
        <p:spPr>
          <a:xfrm>
            <a:off x="6295355" y="2070000"/>
            <a:ext cx="760000" cy="240000"/>
          </a:xfrm>
          <a:prstGeom prst="roundRect">
            <a:avLst>
              <a:gd name="adj" fmla="val 50000"/>
            </a:avLst>
          </a:prstGeom>
          <a:solidFill>
            <a:srgbClr val="FFF1C2"/>
          </a:solidFill>
          <a:ln>
            <a:noFill/>
          </a:ln>
          <a:effectLst/>
        </p:spPr>
        <p:txBody>
          <a:bodyPr wrap="square" lIns="0" tIns="0" rIns="0" bIns="0" rtlCol="0" anchor="ctr"/>
          <a:lstStyle/>
          <a:p>
            <a:pPr marL="0" indent="0" algn="ctr">
              <a:lnSpc>
                <a:spcPct val="110000"/>
              </a:lnSpc>
              <a:buNone/>
            </a:pPr>
            <a:r>
              <a:rPr lang="ko-KR" sz="850" b="1" dirty="0">
                <a:solidFill>
                  <a:srgbClr val="B9860C"/>
                </a:solidFill>
                <a:latin typeface="Malgun Gothic" pitchFamily="34" charset="0"/>
                <a:ea typeface="Malgun Gothic" pitchFamily="34" charset="-122"/>
                <a:cs typeface="Malgun Gothic" pitchFamily="34" charset="-120"/>
              </a:rPr>
              <a:t>진행 중</a:t>
            </a:r>
          </a:p>
        </p:txBody>
      </p:sp>
      <p:sp>
        <p:nvSpPr>
          <p:cNvPr id="123" name="Text 123"/>
          <p:cNvSpPr txBox="1"/>
          <p:nvPr/>
        </p:nvSpPr>
        <p:spPr>
          <a:xfrm>
            <a:off x="6295355" y="2340000"/>
            <a:ext cx="1440000" cy="280000"/>
          </a:xfrm>
          <a:prstGeom prst="rect">
            <a:avLst/>
          </a:prstGeom>
          <a:noFill/>
        </p:spPr>
        <p:txBody>
          <a:bodyPr wrap="square" lIns="0" tIns="0" rIns="0" bIns="0" rtlCol="0" anchor="ctr"/>
          <a:lstStyle/>
          <a:p>
            <a:pPr marL="0" indent="0" algn="l">
              <a:lnSpc>
                <a:spcPct val="115000"/>
              </a:lnSpc>
              <a:buNone/>
            </a:pPr>
            <a:r>
              <a:rPr lang="ko-KR" sz="1200" b="1" dirty="0">
                <a:solidFill>
                  <a:srgbClr val="39405C"/>
                </a:solidFill>
                <a:latin typeface="Malgun Gothic" pitchFamily="34" charset="0"/>
                <a:ea typeface="Malgun Gothic" pitchFamily="34" charset="-122"/>
                <a:cs typeface="Malgun Gothic" pitchFamily="34" charset="-120"/>
              </a:rPr>
              <a:t>Training</a:t>
            </a:r>
          </a:p>
        </p:txBody>
      </p:sp>
      <p:sp>
        <p:nvSpPr>
          <p:cNvPr id="124" name="Text 124"/>
          <p:cNvSpPr txBox="1"/>
          <p:nvPr/>
        </p:nvSpPr>
        <p:spPr>
          <a:xfrm>
            <a:off x="6295355" y="2630000"/>
            <a:ext cx="1440000" cy="380000"/>
          </a:xfrm>
          <a:prstGeom prst="rect">
            <a:avLst/>
          </a:prstGeom>
          <a:noFill/>
        </p:spPr>
        <p:txBody>
          <a:bodyPr wrap="square" lIns="0" tIns="0" rIns="0" bIns="0" rtlCol="0" anchor="t"/>
          <a:lstStyle/>
          <a:p>
            <a:pPr marL="0" indent="0" algn="l">
              <a:lnSpc>
                <a:spcPct val="112000"/>
              </a:lnSpc>
              <a:buNone/>
            </a:pPr>
            <a:r>
              <a:rPr lang="ko-KR" sz="900" dirty="0">
                <a:solidFill>
                  <a:srgbClr val="4A5170"/>
                </a:solidFill>
                <a:latin typeface="Malgun Gothic" pitchFamily="34" charset="0"/>
                <a:ea typeface="Malgun Gothic" pitchFamily="34" charset="-122"/>
                <a:cs typeface="Malgun Gothic" pitchFamily="34" charset="-120"/>
              </a:rPr>
              <a:t>RTMPose 학습환경 ✓</a:t>
            </a:r>
          </a:p>
          <a:p>
            <a:pPr marL="0" indent="0" algn="l">
              <a:lnSpc>
                <a:spcPct val="112000"/>
              </a:lnSpc>
              <a:buNone/>
            </a:pPr>
            <a:r>
              <a:rPr lang="ko-KR" sz="900" dirty="0">
                <a:solidFill>
                  <a:srgbClr val="4A5170"/>
                </a:solidFill>
                <a:latin typeface="Malgun Gothic" pitchFamily="34" charset="0"/>
                <a:ea typeface="Malgun Gothic" pitchFamily="34" charset="-122"/>
                <a:cs typeface="Malgun Gothic" pitchFamily="34" charset="-120"/>
              </a:rPr>
              <a:t>Subset 학습 PoC</a:t>
            </a:r>
          </a:p>
        </p:txBody>
      </p:sp>
      <p:sp>
        <p:nvSpPr>
          <p:cNvPr id="125" name="Text 125"/>
          <p:cNvSpPr txBox="1"/>
          <p:nvPr/>
        </p:nvSpPr>
        <p:spPr>
          <a:xfrm>
            <a:off x="7865355" y="2300000"/>
            <a:ext cx="141758" cy="400000"/>
          </a:xfrm>
          <a:prstGeom prst="rect">
            <a:avLst/>
          </a:prstGeom>
          <a:noFill/>
        </p:spPr>
        <p:txBody>
          <a:bodyPr wrap="square" lIns="0" tIns="0" rIns="0" bIns="0" rtlCol="0" anchor="ctr"/>
          <a:lstStyle/>
          <a:p>
            <a:pPr marL="0" indent="0" algn="ctr">
              <a:lnSpc>
                <a:spcPct val="115000"/>
              </a:lnSpc>
              <a:buNone/>
            </a:pPr>
            <a:r>
              <a:rPr lang="ko-KR" sz="1600" b="1" dirty="0">
                <a:solidFill>
                  <a:srgbClr val="B9860C"/>
                </a:solidFill>
                <a:latin typeface="Malgun Gothic" pitchFamily="34" charset="0"/>
                <a:ea typeface="Malgun Gothic" pitchFamily="34" charset="-122"/>
                <a:cs typeface="Malgun Gothic" pitchFamily="34" charset="-120"/>
              </a:rPr>
              <a:t>›</a:t>
            </a:r>
          </a:p>
        </p:txBody>
      </p:sp>
      <p:sp>
        <p:nvSpPr>
          <p:cNvPr id="126" name="Pipe 126"/>
          <p:cNvSpPr/>
          <p:nvPr/>
        </p:nvSpPr>
        <p:spPr>
          <a:xfrm>
            <a:off x="8007113" y="1980000"/>
            <a:ext cx="1700000" cy="1060000"/>
          </a:xfrm>
          <a:prstGeom prst="roundRect">
            <a:avLst>
              <a:gd name="adj" fmla="val 1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27" name="Pill 127"/>
          <p:cNvSpPr/>
          <p:nvPr/>
        </p:nvSpPr>
        <p:spPr>
          <a:xfrm>
            <a:off x="8137113" y="2070000"/>
            <a:ext cx="760000" cy="240000"/>
          </a:xfrm>
          <a:prstGeom prst="roundRect">
            <a:avLst>
              <a:gd name="adj" fmla="val 50000"/>
            </a:avLst>
          </a:prstGeom>
          <a:solidFill>
            <a:srgbClr val="DCF2E4"/>
          </a:solidFill>
          <a:ln>
            <a:noFill/>
          </a:ln>
          <a:effectLst/>
        </p:spPr>
        <p:txBody>
          <a:bodyPr wrap="square" lIns="0" tIns="0" rIns="0" bIns="0" rtlCol="0" anchor="ctr"/>
          <a:lstStyle/>
          <a:p>
            <a:pPr marL="0" indent="0" algn="ctr">
              <a:lnSpc>
                <a:spcPct val="110000"/>
              </a:lnSpc>
              <a:buNone/>
            </a:pPr>
            <a:r>
              <a:rPr lang="ko-KR" sz="850" b="1" dirty="0">
                <a:solidFill>
                  <a:srgbClr val="2F9E78"/>
                </a:solidFill>
                <a:latin typeface="Malgun Gothic" pitchFamily="34" charset="0"/>
                <a:ea typeface="Malgun Gothic" pitchFamily="34" charset="-122"/>
                <a:cs typeface="Malgun Gothic" pitchFamily="34" charset="-120"/>
              </a:rPr>
              <a:t>완료</a:t>
            </a:r>
          </a:p>
        </p:txBody>
      </p:sp>
      <p:sp>
        <p:nvSpPr>
          <p:cNvPr id="128" name="Text 128"/>
          <p:cNvSpPr txBox="1"/>
          <p:nvPr/>
        </p:nvSpPr>
        <p:spPr>
          <a:xfrm>
            <a:off x="8137113" y="2340000"/>
            <a:ext cx="1440000" cy="280000"/>
          </a:xfrm>
          <a:prstGeom prst="rect">
            <a:avLst/>
          </a:prstGeom>
          <a:noFill/>
        </p:spPr>
        <p:txBody>
          <a:bodyPr wrap="square" lIns="0" tIns="0" rIns="0" bIns="0" rtlCol="0" anchor="ctr"/>
          <a:lstStyle/>
          <a:p>
            <a:pPr marL="0" indent="0" algn="l">
              <a:lnSpc>
                <a:spcPct val="115000"/>
              </a:lnSpc>
              <a:buNone/>
            </a:pPr>
            <a:r>
              <a:rPr lang="ko-KR" sz="1200" b="1" dirty="0">
                <a:solidFill>
                  <a:srgbClr val="39405C"/>
                </a:solidFill>
                <a:latin typeface="Malgun Gothic" pitchFamily="34" charset="0"/>
                <a:ea typeface="Malgun Gothic" pitchFamily="34" charset="-122"/>
                <a:cs typeface="Malgun Gothic" pitchFamily="34" charset="-120"/>
              </a:rPr>
              <a:t>Validation</a:t>
            </a:r>
          </a:p>
        </p:txBody>
      </p:sp>
      <p:sp>
        <p:nvSpPr>
          <p:cNvPr id="129" name="Text 129"/>
          <p:cNvSpPr txBox="1"/>
          <p:nvPr/>
        </p:nvSpPr>
        <p:spPr>
          <a:xfrm>
            <a:off x="8137113" y="2630000"/>
            <a:ext cx="1440000" cy="380000"/>
          </a:xfrm>
          <a:prstGeom prst="rect">
            <a:avLst/>
          </a:prstGeom>
          <a:noFill/>
        </p:spPr>
        <p:txBody>
          <a:bodyPr wrap="square" lIns="0" tIns="0" rIns="0" bIns="0" rtlCol="0" anchor="t"/>
          <a:lstStyle/>
          <a:p>
            <a:pPr marL="0" indent="0" algn="l">
              <a:lnSpc>
                <a:spcPct val="112000"/>
              </a:lnSpc>
              <a:buNone/>
            </a:pPr>
            <a:r>
              <a:rPr lang="ko-KR" sz="900" dirty="0">
                <a:solidFill>
                  <a:srgbClr val="4A5170"/>
                </a:solidFill>
                <a:latin typeface="Malgun Gothic" pitchFamily="34" charset="0"/>
                <a:ea typeface="Malgun Gothic" pitchFamily="34" charset="-122"/>
                <a:cs typeface="Malgun Gothic" pitchFamily="34" charset="-120"/>
              </a:rPr>
              <a:t>Train / Validation</a:t>
            </a:r>
          </a:p>
          <a:p>
            <a:pPr marL="0" indent="0" algn="l">
              <a:lnSpc>
                <a:spcPct val="112000"/>
              </a:lnSpc>
              <a:buNone/>
            </a:pPr>
            <a:r>
              <a:rPr lang="ko-KR" sz="900" dirty="0">
                <a:solidFill>
                  <a:srgbClr val="4A5170"/>
                </a:solidFill>
                <a:latin typeface="Malgun Gothic" pitchFamily="34" charset="0"/>
                <a:ea typeface="Malgun Gothic" pitchFamily="34" charset="-122"/>
                <a:cs typeface="Malgun Gothic" pitchFamily="34" charset="-120"/>
              </a:rPr>
              <a:t>분할 구축 ✓</a:t>
            </a:r>
          </a:p>
        </p:txBody>
      </p:sp>
      <p:sp>
        <p:nvSpPr>
          <p:cNvPr id="130" name="Text 130"/>
          <p:cNvSpPr txBox="1"/>
          <p:nvPr/>
        </p:nvSpPr>
        <p:spPr>
          <a:xfrm>
            <a:off x="9707113" y="2300000"/>
            <a:ext cx="141758" cy="400000"/>
          </a:xfrm>
          <a:prstGeom prst="rect">
            <a:avLst/>
          </a:prstGeom>
          <a:noFill/>
        </p:spPr>
        <p:txBody>
          <a:bodyPr wrap="square" lIns="0" tIns="0" rIns="0" bIns="0" rtlCol="0" anchor="ctr"/>
          <a:lstStyle/>
          <a:p>
            <a:pPr marL="0" indent="0" algn="ctr">
              <a:lnSpc>
                <a:spcPct val="115000"/>
              </a:lnSpc>
              <a:buNone/>
            </a:pPr>
            <a:r>
              <a:rPr lang="ko-KR" sz="1600" b="1" dirty="0">
                <a:solidFill>
                  <a:srgbClr val="B9860C"/>
                </a:solidFill>
                <a:latin typeface="Malgun Gothic" pitchFamily="34" charset="0"/>
                <a:ea typeface="Malgun Gothic" pitchFamily="34" charset="-122"/>
                <a:cs typeface="Malgun Gothic" pitchFamily="34" charset="-120"/>
              </a:rPr>
              <a:t>›</a:t>
            </a:r>
          </a:p>
        </p:txBody>
      </p:sp>
      <p:sp>
        <p:nvSpPr>
          <p:cNvPr id="131" name="Pipe 131"/>
          <p:cNvSpPr/>
          <p:nvPr/>
        </p:nvSpPr>
        <p:spPr>
          <a:xfrm>
            <a:off x="9848872" y="1980000"/>
            <a:ext cx="1700000" cy="1060000"/>
          </a:xfrm>
          <a:prstGeom prst="roundRect">
            <a:avLst>
              <a:gd name="adj" fmla="val 10000"/>
            </a:avLst>
          </a:prstGeom>
          <a:solidFill>
            <a:srgbClr val="F4F5F9"/>
          </a:solidFill>
          <a:ln w="9525">
            <a:solidFill>
              <a:srgbClr val="E3E6F0"/>
            </a:solidFill>
            <a:prstDash val="dash"/>
          </a:ln>
          <a:effectLst/>
        </p:spPr>
        <p:txBody>
          <a:bodyPr wrap="square" lIns="0" tIns="0" rIns="0" bIns="0" rtlCol="0" anchor="ctr"/>
          <a:lstStyle/>
          <a:p>
            <a:endParaRPr lang="ko-KR"/>
          </a:p>
        </p:txBody>
      </p:sp>
      <p:sp>
        <p:nvSpPr>
          <p:cNvPr id="132" name="Pill 132"/>
          <p:cNvSpPr/>
          <p:nvPr/>
        </p:nvSpPr>
        <p:spPr>
          <a:xfrm>
            <a:off x="9978872" y="2070000"/>
            <a:ext cx="760000" cy="240000"/>
          </a:xfrm>
          <a:prstGeom prst="roundRect">
            <a:avLst>
              <a:gd name="adj" fmla="val 50000"/>
            </a:avLst>
          </a:prstGeom>
          <a:solidFill>
            <a:srgbClr val="EEF0F5"/>
          </a:solidFill>
          <a:ln>
            <a:noFill/>
          </a:ln>
          <a:effectLst/>
        </p:spPr>
        <p:txBody>
          <a:bodyPr wrap="square" lIns="0" tIns="0" rIns="0" bIns="0" rtlCol="0" anchor="ctr"/>
          <a:lstStyle/>
          <a:p>
            <a:pPr marL="0" indent="0" algn="ctr">
              <a:lnSpc>
                <a:spcPct val="110000"/>
              </a:lnSpc>
              <a:buNone/>
            </a:pPr>
            <a:r>
              <a:rPr lang="ko-KR" sz="850" b="1" dirty="0">
                <a:solidFill>
                  <a:srgbClr val="8A91AA"/>
                </a:solidFill>
                <a:latin typeface="Malgun Gothic" pitchFamily="34" charset="0"/>
                <a:ea typeface="Malgun Gothic" pitchFamily="34" charset="-122"/>
                <a:cs typeface="Malgun Gothic" pitchFamily="34" charset="-120"/>
              </a:rPr>
              <a:t>다음 단계</a:t>
            </a:r>
          </a:p>
        </p:txBody>
      </p:sp>
      <p:sp>
        <p:nvSpPr>
          <p:cNvPr id="133" name="Text 133"/>
          <p:cNvSpPr txBox="1"/>
          <p:nvPr/>
        </p:nvSpPr>
        <p:spPr>
          <a:xfrm>
            <a:off x="9978872" y="2340000"/>
            <a:ext cx="1440000" cy="280000"/>
          </a:xfrm>
          <a:prstGeom prst="rect">
            <a:avLst/>
          </a:prstGeom>
          <a:noFill/>
        </p:spPr>
        <p:txBody>
          <a:bodyPr wrap="square" lIns="0" tIns="0" rIns="0" bIns="0" rtlCol="0" anchor="ctr"/>
          <a:lstStyle/>
          <a:p>
            <a:pPr marL="0" indent="0" algn="l">
              <a:lnSpc>
                <a:spcPct val="115000"/>
              </a:lnSpc>
              <a:buNone/>
            </a:pPr>
            <a:r>
              <a:rPr lang="ko-KR" sz="1200" b="1" dirty="0">
                <a:solidFill>
                  <a:srgbClr val="8A91AA"/>
                </a:solidFill>
                <a:latin typeface="Malgun Gothic" pitchFamily="34" charset="0"/>
                <a:ea typeface="Malgun Gothic" pitchFamily="34" charset="-122"/>
                <a:cs typeface="Malgun Gothic" pitchFamily="34" charset="-120"/>
              </a:rPr>
              <a:t>Evaluation</a:t>
            </a:r>
          </a:p>
        </p:txBody>
      </p:sp>
      <p:sp>
        <p:nvSpPr>
          <p:cNvPr id="134" name="Text 134"/>
          <p:cNvSpPr txBox="1"/>
          <p:nvPr/>
        </p:nvSpPr>
        <p:spPr>
          <a:xfrm>
            <a:off x="9978872" y="2630000"/>
            <a:ext cx="1440000" cy="380000"/>
          </a:xfrm>
          <a:prstGeom prst="rect">
            <a:avLst/>
          </a:prstGeom>
          <a:noFill/>
        </p:spPr>
        <p:txBody>
          <a:bodyPr wrap="square" lIns="0" tIns="0" rIns="0" bIns="0" rtlCol="0" anchor="t"/>
          <a:lstStyle/>
          <a:p>
            <a:pPr marL="0" indent="0" algn="l">
              <a:lnSpc>
                <a:spcPct val="112000"/>
              </a:lnSpc>
              <a:buNone/>
            </a:pPr>
            <a:r>
              <a:rPr lang="ko-KR" sz="900" dirty="0">
                <a:solidFill>
                  <a:srgbClr val="4A5170"/>
                </a:solidFill>
                <a:latin typeface="Malgun Gothic" pitchFamily="34" charset="0"/>
                <a:ea typeface="Malgun Gothic" pitchFamily="34" charset="-122"/>
                <a:cs typeface="Malgun Gothic" pitchFamily="34" charset="-120"/>
              </a:rPr>
              <a:t>전체 학습 · 평가</a:t>
            </a:r>
          </a:p>
        </p:txBody>
      </p:sp>
      <p:sp>
        <p:nvSpPr>
          <p:cNvPr id="135" name="Card 135"/>
          <p:cNvSpPr/>
          <p:nvPr/>
        </p:nvSpPr>
        <p:spPr>
          <a:xfrm>
            <a:off x="640080" y="3240000"/>
            <a:ext cx="6900000" cy="2380000"/>
          </a:xfrm>
          <a:prstGeom prst="roundRect">
            <a:avLst>
              <a:gd name="adj" fmla="val 1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pic>
        <p:nvPicPr>
          <p:cNvPr id="136" name="Picture 136"/>
          <p:cNvPicPr>
            <a:picLocks noChangeAspect="1"/>
          </p:cNvPicPr>
          <p:nvPr/>
        </p:nvPicPr>
        <p:blipFill>
          <a:blip r:embed="rId4"/>
          <a:srcRect/>
          <a:stretch>
            <a:fillRect/>
          </a:stretch>
        </p:blipFill>
        <p:spPr>
          <a:xfrm>
            <a:off x="954775" y="3420000"/>
            <a:ext cx="1470609" cy="1700000"/>
          </a:xfrm>
          <a:prstGeom prst="rect">
            <a:avLst/>
          </a:prstGeom>
        </p:spPr>
      </p:pic>
      <p:sp>
        <p:nvSpPr>
          <p:cNvPr id="137" name="Text 137"/>
          <p:cNvSpPr txBox="1"/>
          <p:nvPr/>
        </p:nvSpPr>
        <p:spPr>
          <a:xfrm>
            <a:off x="2540080" y="3890000"/>
            <a:ext cx="1500000" cy="800000"/>
          </a:xfrm>
          <a:prstGeom prst="rect">
            <a:avLst/>
          </a:prstGeom>
          <a:noFill/>
        </p:spPr>
        <p:txBody>
          <a:bodyPr wrap="square" lIns="0" tIns="0" rIns="0" bIns="0" rtlCol="0" anchor="ctr"/>
          <a:lstStyle/>
          <a:p>
            <a:pPr marL="0" indent="0" algn="l">
              <a:lnSpc>
                <a:spcPct val="120000"/>
              </a:lnSpc>
              <a:buNone/>
            </a:pPr>
            <a:r>
              <a:rPr lang="ko-KR" sz="1250" b="1" dirty="0">
                <a:solidFill>
                  <a:srgbClr val="39405C"/>
                </a:solidFill>
                <a:latin typeface="Malgun Gothic" pitchFamily="34" charset="0"/>
                <a:ea typeface="Malgun Gothic" pitchFamily="34" charset="-122"/>
                <a:cs typeface="Malgun Gothic" pitchFamily="34" charset="-120"/>
              </a:rPr>
              <a:t>원본 그림 + Annotation</a:t>
            </a:r>
          </a:p>
          <a:p>
            <a:pPr marL="0" indent="0" algn="l">
              <a:lnSpc>
                <a:spcPct val="120000"/>
              </a:lnSpc>
              <a:buNone/>
            </a:pPr>
            <a:r>
              <a:rPr lang="ko-KR" sz="950" dirty="0">
                <a:solidFill>
                  <a:srgbClr val="8A91AA"/>
                </a:solidFill>
                <a:latin typeface="Malgun Gothic" pitchFamily="34" charset="0"/>
                <a:ea typeface="Malgun Gothic" pitchFamily="34" charset="-122"/>
                <a:cs typeface="Malgun Gothic" pitchFamily="34" charset="-120"/>
              </a:rPr>
              <a:t>Amateur Drawings 형식</a:t>
            </a:r>
          </a:p>
        </p:txBody>
      </p:sp>
      <p:pic>
        <p:nvPicPr>
          <p:cNvPr id="138" name="Picture 138"/>
          <p:cNvPicPr>
            <a:picLocks noChangeAspect="1"/>
          </p:cNvPicPr>
          <p:nvPr/>
        </p:nvPicPr>
        <p:blipFill>
          <a:blip r:embed="rId5"/>
          <a:srcRect/>
          <a:stretch>
            <a:fillRect/>
          </a:stretch>
        </p:blipFill>
        <p:spPr>
          <a:xfrm>
            <a:off x="4465829" y="3420000"/>
            <a:ext cx="1448501" cy="1700000"/>
          </a:xfrm>
          <a:prstGeom prst="rect">
            <a:avLst/>
          </a:prstGeom>
        </p:spPr>
      </p:pic>
      <p:sp>
        <p:nvSpPr>
          <p:cNvPr id="139" name="Text 139"/>
          <p:cNvSpPr txBox="1"/>
          <p:nvPr/>
        </p:nvSpPr>
        <p:spPr>
          <a:xfrm>
            <a:off x="6040080" y="3890000"/>
            <a:ext cx="1500000" cy="800000"/>
          </a:xfrm>
          <a:prstGeom prst="rect">
            <a:avLst/>
          </a:prstGeom>
          <a:noFill/>
        </p:spPr>
        <p:txBody>
          <a:bodyPr wrap="square" lIns="0" tIns="0" rIns="0" bIns="0" rtlCol="0" anchor="ctr"/>
          <a:lstStyle/>
          <a:p>
            <a:pPr marL="0" indent="0" algn="l">
              <a:lnSpc>
                <a:spcPct val="120000"/>
              </a:lnSpc>
              <a:buNone/>
            </a:pPr>
            <a:r>
              <a:rPr lang="ko-KR" sz="1250" b="1" dirty="0">
                <a:solidFill>
                  <a:srgbClr val="39405C"/>
                </a:solidFill>
                <a:latin typeface="Malgun Gothic" pitchFamily="34" charset="0"/>
                <a:ea typeface="Malgun Gothic" pitchFamily="34" charset="-122"/>
                <a:cs typeface="Malgun Gothic" pitchFamily="34" charset="-120"/>
              </a:rPr>
              <a:t>DrawTale 15-Joint</a:t>
            </a:r>
          </a:p>
          <a:p>
            <a:pPr marL="0" indent="0" algn="l">
              <a:lnSpc>
                <a:spcPct val="120000"/>
              </a:lnSpc>
              <a:buNone/>
            </a:pPr>
            <a:r>
              <a:rPr lang="ko-KR" sz="950" dirty="0">
                <a:solidFill>
                  <a:srgbClr val="8A91AA"/>
                </a:solidFill>
                <a:latin typeface="Malgun Gothic" pitchFamily="34" charset="0"/>
                <a:ea typeface="Malgun Gothic" pitchFamily="34" charset="-122"/>
                <a:cs typeface="Malgun Gothic" pitchFamily="34" charset="-120"/>
              </a:rPr>
              <a:t>관절 이름 · 좌표 기준을 A1과 맞춤</a:t>
            </a:r>
          </a:p>
        </p:txBody>
      </p:sp>
      <p:sp>
        <p:nvSpPr>
          <p:cNvPr id="140" name="Text 140"/>
          <p:cNvSpPr txBox="1"/>
          <p:nvPr/>
        </p:nvSpPr>
        <p:spPr>
          <a:xfrm>
            <a:off x="3840080" y="3940000"/>
            <a:ext cx="500000" cy="600000"/>
          </a:xfrm>
          <a:prstGeom prst="rect">
            <a:avLst/>
          </a:prstGeom>
          <a:noFill/>
        </p:spPr>
        <p:txBody>
          <a:bodyPr wrap="square" lIns="0" tIns="0" rIns="0" bIns="0" rtlCol="0" anchor="ctr"/>
          <a:lstStyle/>
          <a:p>
            <a:pPr marL="0" indent="0" algn="ctr">
              <a:lnSpc>
                <a:spcPct val="115000"/>
              </a:lnSpc>
              <a:buNone/>
            </a:pPr>
            <a:r>
              <a:rPr lang="ko-KR" sz="2200" b="1" dirty="0">
                <a:solidFill>
                  <a:srgbClr val="B9860C"/>
                </a:solidFill>
                <a:latin typeface="Malgun Gothic" pitchFamily="34" charset="0"/>
                <a:ea typeface="Malgun Gothic" pitchFamily="34" charset="-122"/>
                <a:cs typeface="Malgun Gothic" pitchFamily="34" charset="-120"/>
              </a:rPr>
              <a:t>→</a:t>
            </a:r>
          </a:p>
        </p:txBody>
      </p:sp>
      <p:sp>
        <p:nvSpPr>
          <p:cNvPr id="141" name="Text 141"/>
          <p:cNvSpPr txBox="1"/>
          <p:nvPr/>
        </p:nvSpPr>
        <p:spPr>
          <a:xfrm>
            <a:off x="890080" y="5230000"/>
            <a:ext cx="6400000" cy="300000"/>
          </a:xfrm>
          <a:prstGeom prst="rect">
            <a:avLst/>
          </a:prstGeom>
          <a:noFill/>
        </p:spPr>
        <p:txBody>
          <a:bodyPr wrap="square" lIns="0" tIns="0" rIns="0" bIns="0" rtlCol="0" anchor="ctr"/>
          <a:lstStyle/>
          <a:p>
            <a:pPr marL="0" indent="0" algn="l">
              <a:lnSpc>
                <a:spcPct val="115000"/>
              </a:lnSpc>
              <a:buNone/>
            </a:pPr>
            <a:r>
              <a:rPr lang="ko-KR" sz="850" dirty="0">
                <a:solidFill>
                  <a:srgbClr val="8A91AA"/>
                </a:solidFill>
                <a:latin typeface="Malgun Gothic" pitchFamily="34" charset="0"/>
                <a:ea typeface="Malgun Gothic" pitchFamily="34" charset="-122"/>
                <a:cs typeface="Malgun Gothic" pitchFamily="34" charset="-120"/>
              </a:rPr>
              <a:t>Joint Mapping 개념 예시 · 예시 그림: Meta 예제 char1 (MIT)</a:t>
            </a:r>
          </a:p>
        </p:txBody>
      </p:sp>
      <p:sp>
        <p:nvSpPr>
          <p:cNvPr id="142" name="Text 142"/>
          <p:cNvSpPr txBox="1"/>
          <p:nvPr/>
        </p:nvSpPr>
        <p:spPr>
          <a:xfrm>
            <a:off x="7790080" y="3240000"/>
            <a:ext cx="3758792" cy="300000"/>
          </a:xfrm>
          <a:prstGeom prst="rect">
            <a:avLst/>
          </a:prstGeom>
          <a:noFill/>
        </p:spPr>
        <p:txBody>
          <a:bodyPr wrap="square" lIns="0" tIns="0" rIns="0" bIns="0" rtlCol="0" anchor="ctr"/>
          <a:lstStyle/>
          <a:p>
            <a:pPr marL="0" indent="0" algn="l">
              <a:lnSpc>
                <a:spcPct val="115000"/>
              </a:lnSpc>
              <a:buNone/>
            </a:pPr>
            <a:r>
              <a:rPr lang="ko-KR" sz="1100" b="1" dirty="0">
                <a:solidFill>
                  <a:srgbClr val="8A91AA"/>
                </a:solidFill>
                <a:latin typeface="Malgun Gothic" pitchFamily="34" charset="0"/>
                <a:ea typeface="Malgun Gothic" pitchFamily="34" charset="-122"/>
                <a:cs typeface="Malgun Gothic" pitchFamily="34" charset="-120"/>
              </a:rPr>
              <a:t>모델 후보 조사</a:t>
            </a:r>
          </a:p>
        </p:txBody>
      </p:sp>
      <p:sp>
        <p:nvSpPr>
          <p:cNvPr id="143" name="Pill 143"/>
          <p:cNvSpPr/>
          <p:nvPr/>
        </p:nvSpPr>
        <p:spPr>
          <a:xfrm>
            <a:off x="7790080" y="3600000"/>
            <a:ext cx="1400000" cy="360000"/>
          </a:xfrm>
          <a:prstGeom prst="roundRect">
            <a:avLst>
              <a:gd name="adj" fmla="val 50000"/>
            </a:avLst>
          </a:prstGeom>
          <a:solidFill>
            <a:srgbClr val="FFFFFF"/>
          </a:solidFill>
          <a:ln w="9525">
            <a:solidFill>
              <a:srgbClr val="D9DDF0"/>
            </a:solidFill>
          </a:ln>
          <a:effectLst/>
        </p:spPr>
        <p:txBody>
          <a:bodyPr wrap="square" lIns="0" tIns="0" rIns="0" bIns="0" rtlCol="0" anchor="ctr"/>
          <a:lstStyle/>
          <a:p>
            <a:pPr marL="0" indent="0" algn="ctr">
              <a:lnSpc>
                <a:spcPct val="110000"/>
              </a:lnSpc>
              <a:buNone/>
            </a:pPr>
            <a:r>
              <a:rPr lang="ko-KR" sz="1200" b="1" dirty="0">
                <a:solidFill>
                  <a:srgbClr val="39405C"/>
                </a:solidFill>
                <a:latin typeface="Malgun Gothic" pitchFamily="34" charset="0"/>
                <a:ea typeface="Malgun Gothic" pitchFamily="34" charset="-122"/>
                <a:cs typeface="Malgun Gothic" pitchFamily="34" charset="-120"/>
              </a:rPr>
              <a:t>MMPose</a:t>
            </a:r>
          </a:p>
        </p:txBody>
      </p:sp>
      <p:sp>
        <p:nvSpPr>
          <p:cNvPr id="144" name="Pill 144"/>
          <p:cNvSpPr/>
          <p:nvPr/>
        </p:nvSpPr>
        <p:spPr>
          <a:xfrm>
            <a:off x="9340080" y="3600000"/>
            <a:ext cx="1400000" cy="360000"/>
          </a:xfrm>
          <a:prstGeom prst="roundRect">
            <a:avLst>
              <a:gd name="adj" fmla="val 50000"/>
            </a:avLst>
          </a:prstGeom>
          <a:solidFill>
            <a:srgbClr val="FFF1C2"/>
          </a:solidFill>
          <a:ln>
            <a:noFill/>
          </a:ln>
          <a:effectLst/>
        </p:spPr>
        <p:txBody>
          <a:bodyPr wrap="square" lIns="0" tIns="0" rIns="0" bIns="0" rtlCol="0" anchor="ctr"/>
          <a:lstStyle/>
          <a:p>
            <a:pPr marL="0" indent="0" algn="ctr">
              <a:lnSpc>
                <a:spcPct val="110000"/>
              </a:lnSpc>
              <a:buNone/>
            </a:pPr>
            <a:r>
              <a:rPr lang="ko-KR" sz="1200" b="1" dirty="0">
                <a:solidFill>
                  <a:srgbClr val="B9860C"/>
                </a:solidFill>
                <a:latin typeface="Malgun Gothic" pitchFamily="34" charset="0"/>
                <a:ea typeface="Malgun Gothic" pitchFamily="34" charset="-122"/>
                <a:cs typeface="Malgun Gothic" pitchFamily="34" charset="-120"/>
              </a:rPr>
              <a:t>RTMPose</a:t>
            </a:r>
          </a:p>
        </p:txBody>
      </p:sp>
      <p:sp>
        <p:nvSpPr>
          <p:cNvPr id="145" name="Text 145"/>
          <p:cNvSpPr txBox="1"/>
          <p:nvPr/>
        </p:nvSpPr>
        <p:spPr>
          <a:xfrm>
            <a:off x="7790080" y="4140000"/>
            <a:ext cx="3758792" cy="300000"/>
          </a:xfrm>
          <a:prstGeom prst="rect">
            <a:avLst/>
          </a:prstGeom>
          <a:noFill/>
        </p:spPr>
        <p:txBody>
          <a:bodyPr wrap="square" lIns="0" tIns="0" rIns="0" bIns="0" rtlCol="0" anchor="ctr"/>
          <a:lstStyle/>
          <a:p>
            <a:pPr marL="0" indent="0" algn="l">
              <a:lnSpc>
                <a:spcPct val="115000"/>
              </a:lnSpc>
              <a:buNone/>
            </a:pPr>
            <a:r>
              <a:rPr lang="ko-KR" sz="1100" b="1" dirty="0">
                <a:solidFill>
                  <a:srgbClr val="8A91AA"/>
                </a:solidFill>
                <a:latin typeface="Malgun Gothic" pitchFamily="34" charset="0"/>
                <a:ea typeface="Malgun Gothic" pitchFamily="34" charset="-122"/>
                <a:cs typeface="Malgun Gothic" pitchFamily="34" charset="-120"/>
              </a:rPr>
              <a:t>교체 원칙</a:t>
            </a:r>
          </a:p>
        </p:txBody>
      </p:sp>
      <p:sp>
        <p:nvSpPr>
          <p:cNvPr id="146" name="Text 146"/>
          <p:cNvSpPr txBox="1"/>
          <p:nvPr/>
        </p:nvSpPr>
        <p:spPr>
          <a:xfrm>
            <a:off x="7790080" y="4460000"/>
            <a:ext cx="3758792" cy="1100000"/>
          </a:xfrm>
          <a:prstGeom prst="rect">
            <a:avLst/>
          </a:prstGeom>
          <a:noFill/>
        </p:spPr>
        <p:txBody>
          <a:bodyPr wrap="square" lIns="0" tIns="0" rIns="0" bIns="0" rtlCol="0" anchor="t"/>
          <a:lstStyle/>
          <a:p>
            <a:pPr marL="0" indent="0" algn="l">
              <a:lnSpc>
                <a:spcPct val="130000"/>
              </a:lnSpc>
              <a:buNone/>
            </a:pPr>
            <a:r>
              <a:rPr lang="ko-KR" sz="1100" dirty="0">
                <a:solidFill>
                  <a:srgbClr val="39405C"/>
                </a:solidFill>
                <a:latin typeface="Malgun Gothic" pitchFamily="34" charset="0"/>
                <a:ea typeface="Malgun Gothic" pitchFamily="34" charset="-122"/>
                <a:cs typeface="Malgun Gothic" pitchFamily="34" charset="-120"/>
              </a:rPr>
              <a:t>기존 모델보다 평가에서 나을 때만 A1 Runtime의 포즈 부분을 교체합니다. 그 전까지는 Meta 사전학습 모델을 사용합니다.</a:t>
            </a:r>
          </a:p>
        </p:txBody>
      </p:sp>
      <p:sp>
        <p:nvSpPr>
          <p:cNvPr id="147" name="Text 147"/>
          <p:cNvSpPr txBox="1"/>
          <p:nvPr/>
        </p:nvSpPr>
        <p:spPr>
          <a:xfrm>
            <a:off x="640080" y="5800000"/>
            <a:ext cx="10908792" cy="360000"/>
          </a:xfrm>
          <a:prstGeom prst="rect">
            <a:avLst/>
          </a:prstGeom>
          <a:noFill/>
        </p:spPr>
        <p:txBody>
          <a:bodyPr wrap="square" lIns="0" tIns="0" rIns="0" bIns="0" rtlCol="0" anchor="ctr"/>
          <a:lstStyle/>
          <a:p>
            <a:pPr marL="0" indent="0" algn="ctr">
              <a:lnSpc>
                <a:spcPct val="115000"/>
              </a:lnSpc>
              <a:buNone/>
            </a:pPr>
            <a:r>
              <a:rPr lang="ko-KR" sz="1150" b="1" dirty="0">
                <a:solidFill>
                  <a:srgbClr val="B9860C"/>
                </a:solidFill>
                <a:latin typeface="Malgun Gothic" pitchFamily="34" charset="0"/>
                <a:ea typeface="Malgun Gothic" pitchFamily="34" charset="-122"/>
                <a:cs typeface="Malgun Gothic" pitchFamily="34" charset="-120"/>
              </a:rPr>
              <a:t>“사전학습 모델을 그대로 쓰는 데서 끝내지 않고, 그림 데이터로 직접 학습할 Dataset과 Training Pipeline을 만들고 있습니다.”</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Page 101"/>
          <p:cNvSpPr txBox="1"/>
          <p:nvPr/>
        </p:nvSpPr>
        <p:spPr>
          <a:xfrm>
            <a:off x="11185855" y="6355080"/>
            <a:ext cx="457200" cy="274320"/>
          </a:xfrm>
          <a:prstGeom prst="rect">
            <a:avLst/>
          </a:prstGeom>
          <a:noFill/>
        </p:spPr>
        <p:txBody>
          <a:bodyPr wrap="square" lIns="0" tIns="0" rIns="0" bIns="0" rtlCol="0" anchor="ctr"/>
          <a:lstStyle/>
          <a:p>
            <a:pPr marL="0" indent="0" algn="r">
              <a:lnSpc>
                <a:spcPct val="115000"/>
              </a:lnSpc>
              <a:buNone/>
            </a:pPr>
            <a:r>
              <a:rPr lang="ko-KR" sz="1000" dirty="0">
                <a:solidFill>
                  <a:srgbClr val="8A91AA"/>
                </a:solidFill>
                <a:latin typeface="Malgun Gothic" pitchFamily="34" charset="0"/>
                <a:ea typeface="Malgun Gothic" pitchFamily="34" charset="-122"/>
                <a:cs typeface="Malgun Gothic" pitchFamily="34" charset="-120"/>
              </a:rPr>
              <a:t>21</a:t>
            </a:r>
          </a:p>
        </p:txBody>
      </p:sp>
      <p:sp>
        <p:nvSpPr>
          <p:cNvPr id="102" name="Label 102"/>
          <p:cNvSpPr txBox="1"/>
          <p:nvPr/>
        </p:nvSpPr>
        <p:spPr>
          <a:xfrm>
            <a:off x="640080" y="457200"/>
            <a:ext cx="10911535" cy="320040"/>
          </a:xfrm>
          <a:prstGeom prst="rect">
            <a:avLst/>
          </a:prstGeom>
          <a:noFill/>
        </p:spPr>
        <p:txBody>
          <a:bodyPr wrap="square" lIns="0" tIns="0" rIns="0" bIns="0" rtlCol="0" anchor="ctr"/>
          <a:lstStyle/>
          <a:p>
            <a:pPr marL="0" indent="0" algn="l">
              <a:lnSpc>
                <a:spcPct val="115000"/>
              </a:lnSpc>
              <a:buNone/>
            </a:pPr>
            <a:r>
              <a:rPr lang="ko-KR" sz="1300" b="1" dirty="0">
                <a:solidFill>
                  <a:srgbClr val="4C5CC4"/>
                </a:solidFill>
                <a:latin typeface="Malgun Gothic" pitchFamily="34" charset="0"/>
                <a:ea typeface="Malgun Gothic" pitchFamily="34" charset="-122"/>
                <a:cs typeface="Malgun Gothic" pitchFamily="34" charset="-120"/>
              </a:rPr>
              <a:t>PART D · 지금까지의 결과</a:t>
            </a:r>
          </a:p>
        </p:txBody>
      </p:sp>
      <p:sp>
        <p:nvSpPr>
          <p:cNvPr id="103" name="Title 103"/>
          <p:cNvSpPr txBox="1"/>
          <p:nvPr/>
        </p:nvSpPr>
        <p:spPr>
          <a:xfrm>
            <a:off x="640080" y="804672"/>
            <a:ext cx="10911535" cy="731520"/>
          </a:xfrm>
          <a:prstGeom prst="rect">
            <a:avLst/>
          </a:prstGeom>
          <a:noFill/>
        </p:spPr>
        <p:txBody>
          <a:bodyPr wrap="square" lIns="0" tIns="0" rIns="0" bIns="0" rtlCol="0" anchor="t"/>
          <a:lstStyle/>
          <a:p>
            <a:pPr marL="0" indent="0" algn="l">
              <a:lnSpc>
                <a:spcPct val="115000"/>
              </a:lnSpc>
              <a:buNone/>
            </a:pPr>
            <a:r>
              <a:rPr lang="ko-KR" sz="3000" b="1" dirty="0">
                <a:solidFill>
                  <a:srgbClr val="39405C"/>
                </a:solidFill>
                <a:latin typeface="Malgun Gothic" pitchFamily="34" charset="0"/>
                <a:ea typeface="Malgun Gothic" pitchFamily="34" charset="-122"/>
                <a:cs typeface="Malgun Gothic" pitchFamily="34" charset="-120"/>
              </a:rPr>
              <a:t>10월 2일 기준, 여기까지 만들었습니다</a:t>
            </a:r>
          </a:p>
        </p:txBody>
      </p:sp>
      <p:cxnSp>
        <p:nvCxnSpPr>
          <p:cNvPr id="104" name="Line 104"/>
          <p:cNvCxnSpPr/>
          <p:nvPr/>
        </p:nvCxnSpPr>
        <p:spPr>
          <a:xfrm flipH="1" flipV="1">
            <a:off x="2350000" y="2250000"/>
            <a:ext cx="3746000" cy="1450000"/>
          </a:xfrm>
          <a:prstGeom prst="line">
            <a:avLst/>
          </a:prstGeom>
          <a:ln w="19050" cap="rnd">
            <a:solidFill>
              <a:srgbClr val="C9D0FF"/>
            </a:solidFill>
            <a:prstDash val="dash"/>
          </a:ln>
        </p:spPr>
      </p:cxnSp>
      <p:cxnSp>
        <p:nvCxnSpPr>
          <p:cNvPr id="105" name="Line 105"/>
          <p:cNvCxnSpPr/>
          <p:nvPr/>
        </p:nvCxnSpPr>
        <p:spPr>
          <a:xfrm flipH="1">
            <a:off x="2050000" y="3700000"/>
            <a:ext cx="4046000" cy="0"/>
          </a:xfrm>
          <a:prstGeom prst="line">
            <a:avLst/>
          </a:prstGeom>
          <a:ln w="19050" cap="rnd">
            <a:solidFill>
              <a:srgbClr val="C9D0FF"/>
            </a:solidFill>
            <a:prstDash val="dash"/>
          </a:ln>
        </p:spPr>
      </p:cxnSp>
      <p:cxnSp>
        <p:nvCxnSpPr>
          <p:cNvPr id="106" name="Line 106"/>
          <p:cNvCxnSpPr/>
          <p:nvPr/>
        </p:nvCxnSpPr>
        <p:spPr>
          <a:xfrm flipH="1">
            <a:off x="2350000" y="3700000"/>
            <a:ext cx="3746000" cy="1550000"/>
          </a:xfrm>
          <a:prstGeom prst="line">
            <a:avLst/>
          </a:prstGeom>
          <a:ln w="19050" cap="rnd">
            <a:solidFill>
              <a:srgbClr val="C9D0FF"/>
            </a:solidFill>
            <a:prstDash val="dash"/>
          </a:ln>
        </p:spPr>
      </p:cxnSp>
      <p:cxnSp>
        <p:nvCxnSpPr>
          <p:cNvPr id="107" name="Line 107"/>
          <p:cNvCxnSpPr/>
          <p:nvPr/>
        </p:nvCxnSpPr>
        <p:spPr>
          <a:xfrm flipV="1">
            <a:off x="6096000" y="2250000"/>
            <a:ext cx="3754000" cy="1450000"/>
          </a:xfrm>
          <a:prstGeom prst="line">
            <a:avLst/>
          </a:prstGeom>
          <a:ln w="19050" cap="rnd">
            <a:solidFill>
              <a:srgbClr val="C9D0FF"/>
            </a:solidFill>
            <a:prstDash val="dash"/>
          </a:ln>
        </p:spPr>
      </p:cxnSp>
      <p:cxnSp>
        <p:nvCxnSpPr>
          <p:cNvPr id="108" name="Line 108"/>
          <p:cNvCxnSpPr/>
          <p:nvPr/>
        </p:nvCxnSpPr>
        <p:spPr>
          <a:xfrm>
            <a:off x="6096000" y="3700000"/>
            <a:ext cx="4054000" cy="0"/>
          </a:xfrm>
          <a:prstGeom prst="line">
            <a:avLst/>
          </a:prstGeom>
          <a:ln w="19050" cap="rnd">
            <a:solidFill>
              <a:srgbClr val="C9D0FF"/>
            </a:solidFill>
            <a:prstDash val="dash"/>
          </a:ln>
        </p:spPr>
      </p:cxnSp>
      <p:cxnSp>
        <p:nvCxnSpPr>
          <p:cNvPr id="109" name="Line 109"/>
          <p:cNvCxnSpPr/>
          <p:nvPr/>
        </p:nvCxnSpPr>
        <p:spPr>
          <a:xfrm>
            <a:off x="6096000" y="3700000"/>
            <a:ext cx="3754000" cy="1550000"/>
          </a:xfrm>
          <a:prstGeom prst="line">
            <a:avLst/>
          </a:prstGeom>
          <a:ln w="19050" cap="rnd">
            <a:solidFill>
              <a:srgbClr val="C9D0FF"/>
            </a:solidFill>
            <a:prstDash val="dash"/>
          </a:ln>
        </p:spPr>
      </p:cxnSp>
      <p:cxnSp>
        <p:nvCxnSpPr>
          <p:cNvPr id="110" name="Line 110"/>
          <p:cNvCxnSpPr/>
          <p:nvPr/>
        </p:nvCxnSpPr>
        <p:spPr>
          <a:xfrm>
            <a:off x="6096000" y="3700000"/>
            <a:ext cx="0" cy="1950000"/>
          </a:xfrm>
          <a:prstGeom prst="line">
            <a:avLst/>
          </a:prstGeom>
          <a:ln w="19050" cap="rnd">
            <a:solidFill>
              <a:srgbClr val="C9D0FF"/>
            </a:solidFill>
            <a:prstDash val="dash"/>
          </a:ln>
        </p:spPr>
      </p:cxnSp>
      <p:sp>
        <p:nvSpPr>
          <p:cNvPr id="111" name="Core 111"/>
          <p:cNvSpPr/>
          <p:nvPr/>
        </p:nvSpPr>
        <p:spPr>
          <a:xfrm>
            <a:off x="5071000" y="2675000"/>
            <a:ext cx="2050000" cy="2050000"/>
          </a:xfrm>
          <a:prstGeom prst="ellipse">
            <a:avLst/>
          </a:prstGeom>
          <a:solidFill>
            <a:srgbClr val="4C5CC4"/>
          </a:solidFill>
          <a:ln>
            <a:no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8000"/>
              </a:lnSpc>
              <a:buNone/>
            </a:pPr>
            <a:r>
              <a:rPr lang="ko-KR" sz="950" b="1" dirty="0">
                <a:solidFill>
                  <a:srgbClr val="C9D0FF"/>
                </a:solidFill>
                <a:latin typeface="Malgun Gothic" pitchFamily="34" charset="0"/>
                <a:ea typeface="Malgun Gothic" pitchFamily="34" charset="-122"/>
                <a:cs typeface="Malgun Gothic" pitchFamily="34" charset="-120"/>
              </a:rPr>
              <a:t>처음의 한 문장</a:t>
            </a:r>
          </a:p>
          <a:p>
            <a:pPr marL="0" indent="0" algn="ctr">
              <a:lnSpc>
                <a:spcPct val="118000"/>
              </a:lnSpc>
              <a:buNone/>
            </a:pPr>
            <a:r>
              <a:rPr lang="ko-KR" sz="1300" b="1" dirty="0">
                <a:solidFill>
                  <a:srgbClr val="FFFFFF"/>
                </a:solidFill>
                <a:latin typeface="Malgun Gothic" pitchFamily="34" charset="0"/>
                <a:ea typeface="Malgun Gothic" pitchFamily="34" charset="-122"/>
                <a:cs typeface="Malgun Gothic" pitchFamily="34" charset="-120"/>
              </a:rPr>
              <a:t>“아이의 그림을</a:t>
            </a:r>
          </a:p>
          <a:p>
            <a:pPr marL="0" indent="0" algn="ctr">
              <a:lnSpc>
                <a:spcPct val="118000"/>
              </a:lnSpc>
              <a:buNone/>
            </a:pPr>
            <a:r>
              <a:rPr lang="ko-KR" sz="1300" b="1" dirty="0">
                <a:solidFill>
                  <a:srgbClr val="FFFFFF"/>
                </a:solidFill>
                <a:latin typeface="Malgun Gothic" pitchFamily="34" charset="0"/>
                <a:ea typeface="Malgun Gothic" pitchFamily="34" charset="-122"/>
                <a:cs typeface="Malgun Gothic" pitchFamily="34" charset="-120"/>
              </a:rPr>
              <a:t>움직이고 이야기로</a:t>
            </a:r>
          </a:p>
          <a:p>
            <a:pPr marL="0" indent="0" algn="ctr">
              <a:lnSpc>
                <a:spcPct val="118000"/>
              </a:lnSpc>
              <a:buNone/>
            </a:pPr>
            <a:r>
              <a:rPr lang="ko-KR" sz="1300" b="1" dirty="0">
                <a:solidFill>
                  <a:srgbClr val="FFFFFF"/>
                </a:solidFill>
                <a:latin typeface="Malgun Gothic" pitchFamily="34" charset="0"/>
                <a:ea typeface="Malgun Gothic" pitchFamily="34" charset="-122"/>
                <a:cs typeface="Malgun Gothic" pitchFamily="34" charset="-120"/>
              </a:rPr>
              <a:t>만들어 보자.”</a:t>
            </a:r>
          </a:p>
        </p:txBody>
      </p:sp>
      <p:pic>
        <p:nvPicPr>
          <p:cNvPr id="112" name="Picture 112"/>
          <p:cNvPicPr>
            <a:picLocks noChangeAspect="1"/>
          </p:cNvPicPr>
          <p:nvPr/>
        </p:nvPicPr>
        <p:blipFill>
          <a:blip r:embed="rId4"/>
          <a:srcRect/>
          <a:stretch>
            <a:fillRect/>
          </a:stretch>
        </p:blipFill>
        <p:spPr>
          <a:xfrm rot="720000">
            <a:off x="6581417" y="1953068"/>
            <a:ext cx="922326" cy="966247"/>
          </a:xfrm>
          <a:prstGeom prst="rect">
            <a:avLst/>
          </a:prstGeom>
        </p:spPr>
      </p:pic>
      <p:sp>
        <p:nvSpPr>
          <p:cNvPr id="113" name="Card 113"/>
          <p:cNvSpPr/>
          <p:nvPr/>
        </p:nvSpPr>
        <p:spPr>
          <a:xfrm>
            <a:off x="875000" y="1860000"/>
            <a:ext cx="2950000" cy="780000"/>
          </a:xfrm>
          <a:prstGeom prst="roundRect">
            <a:avLst>
              <a:gd name="adj" fmla="val 16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14" name="Dot 114"/>
          <p:cNvSpPr/>
          <p:nvPr/>
        </p:nvSpPr>
        <p:spPr>
          <a:xfrm>
            <a:off x="1055000" y="2180000"/>
            <a:ext cx="140000" cy="140000"/>
          </a:xfrm>
          <a:prstGeom prst="ellipse">
            <a:avLst/>
          </a:prstGeom>
          <a:solidFill>
            <a:srgbClr val="6274E8"/>
          </a:solidFill>
          <a:ln>
            <a:noFill/>
          </a:ln>
          <a:effectLst/>
        </p:spPr>
        <p:txBody>
          <a:bodyPr wrap="square" lIns="0" tIns="0" rIns="0" bIns="0" rtlCol="0" anchor="ctr"/>
          <a:lstStyle/>
          <a:p>
            <a:endParaRPr lang="ko-KR"/>
          </a:p>
        </p:txBody>
      </p:sp>
      <p:sp>
        <p:nvSpPr>
          <p:cNvPr id="115" name="Text 115"/>
          <p:cNvSpPr txBox="1"/>
          <p:nvPr/>
        </p:nvSpPr>
        <p:spPr>
          <a:xfrm>
            <a:off x="1295000" y="1940000"/>
            <a:ext cx="2430000" cy="300000"/>
          </a:xfrm>
          <a:prstGeom prst="rect">
            <a:avLst/>
          </a:prstGeom>
          <a:noFill/>
        </p:spPr>
        <p:txBody>
          <a:bodyPr wrap="square" lIns="0" tIns="0" rIns="0" bIns="0" rtlCol="0" anchor="ctr"/>
          <a:lstStyle/>
          <a:p>
            <a:pPr marL="0" indent="0" algn="l">
              <a:lnSpc>
                <a:spcPct val="115000"/>
              </a:lnSpc>
              <a:buNone/>
            </a:pPr>
            <a:r>
              <a:rPr lang="ko-KR" sz="1300" b="1" dirty="0">
                <a:solidFill>
                  <a:srgbClr val="39405C"/>
                </a:solidFill>
                <a:latin typeface="Malgun Gothic" pitchFamily="34" charset="0"/>
                <a:ea typeface="Malgun Gothic" pitchFamily="34" charset="-122"/>
                <a:cs typeface="Malgun Gothic" pitchFamily="34" charset="-120"/>
              </a:rPr>
              <a:t>사용자 경험</a:t>
            </a:r>
          </a:p>
        </p:txBody>
      </p:sp>
      <p:sp>
        <p:nvSpPr>
          <p:cNvPr id="116" name="Text 116"/>
          <p:cNvSpPr txBox="1"/>
          <p:nvPr/>
        </p:nvSpPr>
        <p:spPr>
          <a:xfrm>
            <a:off x="1295000" y="2240000"/>
            <a:ext cx="2430000" cy="330000"/>
          </a:xfrm>
          <a:prstGeom prst="rect">
            <a:avLst/>
          </a:prstGeom>
          <a:noFill/>
        </p:spPr>
        <p:txBody>
          <a:bodyPr wrap="square" lIns="0" tIns="0" rIns="0" bIns="0" rtlCol="0" anchor="ctr"/>
          <a:lstStyle/>
          <a:p>
            <a:pPr marL="0" indent="0" algn="l">
              <a:lnSpc>
                <a:spcPct val="115000"/>
              </a:lnSpc>
              <a:buNone/>
            </a:pPr>
            <a:r>
              <a:rPr lang="ko-KR" sz="950" dirty="0">
                <a:solidFill>
                  <a:srgbClr val="4A5170"/>
                </a:solidFill>
                <a:latin typeface="Malgun Gothic" pitchFamily="34" charset="0"/>
                <a:ea typeface="Malgun Gothic" pitchFamily="34" charset="-122"/>
                <a:cs typeface="Malgun Gothic" pitchFamily="34" charset="-120"/>
              </a:rPr>
              <a:t>화면설계서 · 사용자 Flow</a:t>
            </a:r>
          </a:p>
        </p:txBody>
      </p:sp>
      <p:sp>
        <p:nvSpPr>
          <p:cNvPr id="117" name="Card 117"/>
          <p:cNvSpPr/>
          <p:nvPr/>
        </p:nvSpPr>
        <p:spPr>
          <a:xfrm>
            <a:off x="575000" y="3310000"/>
            <a:ext cx="2950000" cy="780000"/>
          </a:xfrm>
          <a:prstGeom prst="roundRect">
            <a:avLst>
              <a:gd name="adj" fmla="val 16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18" name="Dot 118"/>
          <p:cNvSpPr/>
          <p:nvPr/>
        </p:nvSpPr>
        <p:spPr>
          <a:xfrm>
            <a:off x="755000" y="3630000"/>
            <a:ext cx="140000" cy="140000"/>
          </a:xfrm>
          <a:prstGeom prst="ellipse">
            <a:avLst/>
          </a:prstGeom>
          <a:solidFill>
            <a:srgbClr val="E0607A"/>
          </a:solidFill>
          <a:ln>
            <a:noFill/>
          </a:ln>
          <a:effectLst/>
        </p:spPr>
        <p:txBody>
          <a:bodyPr wrap="square" lIns="0" tIns="0" rIns="0" bIns="0" rtlCol="0" anchor="ctr"/>
          <a:lstStyle/>
          <a:p>
            <a:endParaRPr lang="ko-KR"/>
          </a:p>
        </p:txBody>
      </p:sp>
      <p:sp>
        <p:nvSpPr>
          <p:cNvPr id="119" name="Text 119"/>
          <p:cNvSpPr txBox="1"/>
          <p:nvPr/>
        </p:nvSpPr>
        <p:spPr>
          <a:xfrm>
            <a:off x="995000" y="3390000"/>
            <a:ext cx="2430000" cy="300000"/>
          </a:xfrm>
          <a:prstGeom prst="rect">
            <a:avLst/>
          </a:prstGeom>
          <a:noFill/>
        </p:spPr>
        <p:txBody>
          <a:bodyPr wrap="square" lIns="0" tIns="0" rIns="0" bIns="0" rtlCol="0" anchor="ctr"/>
          <a:lstStyle/>
          <a:p>
            <a:pPr marL="0" indent="0" algn="l">
              <a:lnSpc>
                <a:spcPct val="115000"/>
              </a:lnSpc>
              <a:buNone/>
            </a:pPr>
            <a:r>
              <a:rPr lang="ko-KR" sz="1300" b="1" dirty="0">
                <a:solidFill>
                  <a:srgbClr val="39405C"/>
                </a:solidFill>
                <a:latin typeface="Malgun Gothic" pitchFamily="34" charset="0"/>
                <a:ea typeface="Malgun Gothic" pitchFamily="34" charset="-122"/>
                <a:cs typeface="Malgun Gothic" pitchFamily="34" charset="-120"/>
              </a:rPr>
              <a:t>서비스 기능</a:t>
            </a:r>
          </a:p>
        </p:txBody>
      </p:sp>
      <p:sp>
        <p:nvSpPr>
          <p:cNvPr id="120" name="Text 120"/>
          <p:cNvSpPr txBox="1"/>
          <p:nvPr/>
        </p:nvSpPr>
        <p:spPr>
          <a:xfrm>
            <a:off x="995000" y="3690000"/>
            <a:ext cx="2430000" cy="330000"/>
          </a:xfrm>
          <a:prstGeom prst="rect">
            <a:avLst/>
          </a:prstGeom>
          <a:noFill/>
        </p:spPr>
        <p:txBody>
          <a:bodyPr wrap="square" lIns="0" tIns="0" rIns="0" bIns="0" rtlCol="0" anchor="ctr"/>
          <a:lstStyle/>
          <a:p>
            <a:pPr marL="0" indent="0" algn="l">
              <a:lnSpc>
                <a:spcPct val="115000"/>
              </a:lnSpc>
              <a:buNone/>
            </a:pPr>
            <a:r>
              <a:rPr lang="ko-KR" sz="950" dirty="0">
                <a:solidFill>
                  <a:srgbClr val="4A5170"/>
                </a:solidFill>
                <a:latin typeface="Malgun Gothic" pitchFamily="34" charset="0"/>
                <a:ea typeface="Malgun Gothic" pitchFamily="34" charset="-122"/>
                <a:cs typeface="Malgun Gothic" pitchFamily="34" charset="-120"/>
              </a:rPr>
              <a:t>기능정의서 v0.1</a:t>
            </a:r>
          </a:p>
        </p:txBody>
      </p:sp>
      <p:sp>
        <p:nvSpPr>
          <p:cNvPr id="121" name="Card 121"/>
          <p:cNvSpPr/>
          <p:nvPr/>
        </p:nvSpPr>
        <p:spPr>
          <a:xfrm>
            <a:off x="875000" y="4860000"/>
            <a:ext cx="2950000" cy="780000"/>
          </a:xfrm>
          <a:prstGeom prst="roundRect">
            <a:avLst>
              <a:gd name="adj" fmla="val 16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22" name="Dot 122"/>
          <p:cNvSpPr/>
          <p:nvPr/>
        </p:nvSpPr>
        <p:spPr>
          <a:xfrm>
            <a:off x="1055000" y="5180000"/>
            <a:ext cx="140000" cy="140000"/>
          </a:xfrm>
          <a:prstGeom prst="ellipse">
            <a:avLst/>
          </a:prstGeom>
          <a:solidFill>
            <a:srgbClr val="E0607A"/>
          </a:solidFill>
          <a:ln>
            <a:noFill/>
          </a:ln>
          <a:effectLst/>
        </p:spPr>
        <p:txBody>
          <a:bodyPr wrap="square" lIns="0" tIns="0" rIns="0" bIns="0" rtlCol="0" anchor="ctr"/>
          <a:lstStyle/>
          <a:p>
            <a:endParaRPr lang="ko-KR"/>
          </a:p>
        </p:txBody>
      </p:sp>
      <p:sp>
        <p:nvSpPr>
          <p:cNvPr id="123" name="Text 123"/>
          <p:cNvSpPr txBox="1"/>
          <p:nvPr/>
        </p:nvSpPr>
        <p:spPr>
          <a:xfrm>
            <a:off x="1295000" y="4940000"/>
            <a:ext cx="2430000" cy="300000"/>
          </a:xfrm>
          <a:prstGeom prst="rect">
            <a:avLst/>
          </a:prstGeom>
          <a:noFill/>
        </p:spPr>
        <p:txBody>
          <a:bodyPr wrap="square" lIns="0" tIns="0" rIns="0" bIns="0" rtlCol="0" anchor="ctr"/>
          <a:lstStyle/>
          <a:p>
            <a:pPr marL="0" indent="0" algn="l">
              <a:lnSpc>
                <a:spcPct val="115000"/>
              </a:lnSpc>
              <a:buNone/>
            </a:pPr>
            <a:r>
              <a:rPr lang="ko-KR" sz="1300" b="1" dirty="0">
                <a:solidFill>
                  <a:srgbClr val="39405C"/>
                </a:solidFill>
                <a:latin typeface="Malgun Gothic" pitchFamily="34" charset="0"/>
                <a:ea typeface="Malgun Gothic" pitchFamily="34" charset="-122"/>
                <a:cs typeface="Malgun Gothic" pitchFamily="34" charset="-120"/>
              </a:rPr>
              <a:t>Backend</a:t>
            </a:r>
          </a:p>
        </p:txBody>
      </p:sp>
      <p:sp>
        <p:nvSpPr>
          <p:cNvPr id="124" name="Text 124"/>
          <p:cNvSpPr txBox="1"/>
          <p:nvPr/>
        </p:nvSpPr>
        <p:spPr>
          <a:xfrm>
            <a:off x="1295000" y="5240000"/>
            <a:ext cx="2430000" cy="330000"/>
          </a:xfrm>
          <a:prstGeom prst="rect">
            <a:avLst/>
          </a:prstGeom>
          <a:noFill/>
        </p:spPr>
        <p:txBody>
          <a:bodyPr wrap="square" lIns="0" tIns="0" rIns="0" bIns="0" rtlCol="0" anchor="ctr"/>
          <a:lstStyle/>
          <a:p>
            <a:pPr marL="0" indent="0" algn="l">
              <a:lnSpc>
                <a:spcPct val="115000"/>
              </a:lnSpc>
              <a:buNone/>
            </a:pPr>
            <a:r>
              <a:rPr lang="ko-KR" sz="950" dirty="0">
                <a:solidFill>
                  <a:srgbClr val="4A5170"/>
                </a:solidFill>
                <a:latin typeface="Malgun Gothic" pitchFamily="34" charset="0"/>
                <a:ea typeface="Malgun Gothic" pitchFamily="34" charset="-122"/>
                <a:cs typeface="Malgun Gothic" pitchFamily="34" charset="-120"/>
              </a:rPr>
              <a:t>Service · Public API · DB 구조</a:t>
            </a:r>
          </a:p>
        </p:txBody>
      </p:sp>
      <p:sp>
        <p:nvSpPr>
          <p:cNvPr id="125" name="Card 125"/>
          <p:cNvSpPr/>
          <p:nvPr/>
        </p:nvSpPr>
        <p:spPr>
          <a:xfrm>
            <a:off x="8375000" y="1860000"/>
            <a:ext cx="2950000" cy="780000"/>
          </a:xfrm>
          <a:prstGeom prst="roundRect">
            <a:avLst>
              <a:gd name="adj" fmla="val 16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26" name="Dot 126"/>
          <p:cNvSpPr/>
          <p:nvPr/>
        </p:nvSpPr>
        <p:spPr>
          <a:xfrm>
            <a:off x="8555000" y="2180000"/>
            <a:ext cx="140000" cy="140000"/>
          </a:xfrm>
          <a:prstGeom prst="ellipse">
            <a:avLst/>
          </a:prstGeom>
          <a:solidFill>
            <a:srgbClr val="2F9E78"/>
          </a:solidFill>
          <a:ln>
            <a:noFill/>
          </a:ln>
          <a:effectLst/>
        </p:spPr>
        <p:txBody>
          <a:bodyPr wrap="square" lIns="0" tIns="0" rIns="0" bIns="0" rtlCol="0" anchor="ctr"/>
          <a:lstStyle/>
          <a:p>
            <a:endParaRPr lang="ko-KR"/>
          </a:p>
        </p:txBody>
      </p:sp>
      <p:sp>
        <p:nvSpPr>
          <p:cNvPr id="127" name="Text 127"/>
          <p:cNvSpPr txBox="1"/>
          <p:nvPr/>
        </p:nvSpPr>
        <p:spPr>
          <a:xfrm>
            <a:off x="8795000" y="1940000"/>
            <a:ext cx="2430000" cy="300000"/>
          </a:xfrm>
          <a:prstGeom prst="rect">
            <a:avLst/>
          </a:prstGeom>
          <a:noFill/>
        </p:spPr>
        <p:txBody>
          <a:bodyPr wrap="square" lIns="0" tIns="0" rIns="0" bIns="0" rtlCol="0" anchor="ctr"/>
          <a:lstStyle/>
          <a:p>
            <a:pPr marL="0" indent="0" algn="l">
              <a:lnSpc>
                <a:spcPct val="115000"/>
              </a:lnSpc>
              <a:buNone/>
            </a:pPr>
            <a:r>
              <a:rPr lang="ko-KR" sz="1300" b="1" dirty="0">
                <a:solidFill>
                  <a:srgbClr val="39405C"/>
                </a:solidFill>
                <a:latin typeface="Malgun Gothic" pitchFamily="34" charset="0"/>
                <a:ea typeface="Malgun Gothic" pitchFamily="34" charset="-122"/>
                <a:cs typeface="Malgun Gothic" pitchFamily="34" charset="-120"/>
              </a:rPr>
              <a:t>시스템 처리</a:t>
            </a:r>
          </a:p>
        </p:txBody>
      </p:sp>
      <p:sp>
        <p:nvSpPr>
          <p:cNvPr id="128" name="Text 128"/>
          <p:cNvSpPr txBox="1"/>
          <p:nvPr/>
        </p:nvSpPr>
        <p:spPr>
          <a:xfrm>
            <a:off x="8795000" y="2240000"/>
            <a:ext cx="2430000" cy="330000"/>
          </a:xfrm>
          <a:prstGeom prst="rect">
            <a:avLst/>
          </a:prstGeom>
          <a:noFill/>
        </p:spPr>
        <p:txBody>
          <a:bodyPr wrap="square" lIns="0" tIns="0" rIns="0" bIns="0" rtlCol="0" anchor="ctr"/>
          <a:lstStyle/>
          <a:p>
            <a:pPr marL="0" indent="0" algn="l">
              <a:lnSpc>
                <a:spcPct val="115000"/>
              </a:lnSpc>
              <a:buNone/>
            </a:pPr>
            <a:r>
              <a:rPr lang="ko-KR" sz="950" dirty="0">
                <a:solidFill>
                  <a:srgbClr val="4A5170"/>
                </a:solidFill>
                <a:latin typeface="Malgun Gothic" pitchFamily="34" charset="0"/>
                <a:ea typeface="Malgun Gothic" pitchFamily="34" charset="-122"/>
                <a:cs typeface="Malgun Gothic" pitchFamily="34" charset="-120"/>
              </a:rPr>
              <a:t>Flow Chart</a:t>
            </a:r>
          </a:p>
        </p:txBody>
      </p:sp>
      <p:sp>
        <p:nvSpPr>
          <p:cNvPr id="129" name="Card 129"/>
          <p:cNvSpPr/>
          <p:nvPr/>
        </p:nvSpPr>
        <p:spPr>
          <a:xfrm>
            <a:off x="8675000" y="3310000"/>
            <a:ext cx="2950000" cy="780000"/>
          </a:xfrm>
          <a:prstGeom prst="roundRect">
            <a:avLst>
              <a:gd name="adj" fmla="val 16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30" name="Dot 130"/>
          <p:cNvSpPr/>
          <p:nvPr/>
        </p:nvSpPr>
        <p:spPr>
          <a:xfrm>
            <a:off x="8855000" y="3630000"/>
            <a:ext cx="140000" cy="140000"/>
          </a:xfrm>
          <a:prstGeom prst="ellipse">
            <a:avLst/>
          </a:prstGeom>
          <a:solidFill>
            <a:srgbClr val="2F9E78"/>
          </a:solidFill>
          <a:ln>
            <a:noFill/>
          </a:ln>
          <a:effectLst/>
        </p:spPr>
        <p:txBody>
          <a:bodyPr wrap="square" lIns="0" tIns="0" rIns="0" bIns="0" rtlCol="0" anchor="ctr"/>
          <a:lstStyle/>
          <a:p>
            <a:endParaRPr lang="ko-KR"/>
          </a:p>
        </p:txBody>
      </p:sp>
      <p:sp>
        <p:nvSpPr>
          <p:cNvPr id="131" name="Text 131"/>
          <p:cNvSpPr txBox="1"/>
          <p:nvPr/>
        </p:nvSpPr>
        <p:spPr>
          <a:xfrm>
            <a:off x="9095000" y="3390000"/>
            <a:ext cx="2430000" cy="300000"/>
          </a:xfrm>
          <a:prstGeom prst="rect">
            <a:avLst/>
          </a:prstGeom>
          <a:noFill/>
        </p:spPr>
        <p:txBody>
          <a:bodyPr wrap="square" lIns="0" tIns="0" rIns="0" bIns="0" rtlCol="0" anchor="ctr"/>
          <a:lstStyle/>
          <a:p>
            <a:pPr marL="0" indent="0" algn="l">
              <a:lnSpc>
                <a:spcPct val="115000"/>
              </a:lnSpc>
              <a:buNone/>
            </a:pPr>
            <a:r>
              <a:rPr lang="ko-KR" sz="1300" b="1" dirty="0">
                <a:solidFill>
                  <a:srgbClr val="39405C"/>
                </a:solidFill>
                <a:latin typeface="Malgun Gothic" pitchFamily="34" charset="0"/>
                <a:ea typeface="Malgun Gothic" pitchFamily="34" charset="-122"/>
                <a:cs typeface="Malgun Gothic" pitchFamily="34" charset="-120"/>
              </a:rPr>
              <a:t>AI Runtime</a:t>
            </a:r>
          </a:p>
        </p:txBody>
      </p:sp>
      <p:sp>
        <p:nvSpPr>
          <p:cNvPr id="132" name="Text 132"/>
          <p:cNvSpPr txBox="1"/>
          <p:nvPr/>
        </p:nvSpPr>
        <p:spPr>
          <a:xfrm>
            <a:off x="9095000" y="3690000"/>
            <a:ext cx="2430000" cy="330000"/>
          </a:xfrm>
          <a:prstGeom prst="rect">
            <a:avLst/>
          </a:prstGeom>
          <a:noFill/>
        </p:spPr>
        <p:txBody>
          <a:bodyPr wrap="square" lIns="0" tIns="0" rIns="0" bIns="0" rtlCol="0" anchor="ctr"/>
          <a:lstStyle/>
          <a:p>
            <a:pPr marL="0" indent="0" algn="l">
              <a:lnSpc>
                <a:spcPct val="115000"/>
              </a:lnSpc>
              <a:buNone/>
            </a:pPr>
            <a:r>
              <a:rPr lang="ko-KR" sz="950" dirty="0">
                <a:solidFill>
                  <a:srgbClr val="4A5170"/>
                </a:solidFill>
                <a:latin typeface="Malgun Gothic" pitchFamily="34" charset="0"/>
                <a:ea typeface="Malgun Gothic" pitchFamily="34" charset="-122"/>
                <a:cs typeface="Malgun Gothic" pitchFamily="34" charset="-120"/>
              </a:rPr>
              <a:t>Detection → Pose → Mask → Skeleton → Render</a:t>
            </a:r>
          </a:p>
        </p:txBody>
      </p:sp>
      <p:sp>
        <p:nvSpPr>
          <p:cNvPr id="133" name="Card 133"/>
          <p:cNvSpPr/>
          <p:nvPr/>
        </p:nvSpPr>
        <p:spPr>
          <a:xfrm>
            <a:off x="8375000" y="4860000"/>
            <a:ext cx="2950000" cy="780000"/>
          </a:xfrm>
          <a:prstGeom prst="roundRect">
            <a:avLst>
              <a:gd name="adj" fmla="val 16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34" name="Dot 134"/>
          <p:cNvSpPr/>
          <p:nvPr/>
        </p:nvSpPr>
        <p:spPr>
          <a:xfrm>
            <a:off x="8555000" y="5180000"/>
            <a:ext cx="140000" cy="140000"/>
          </a:xfrm>
          <a:prstGeom prst="ellipse">
            <a:avLst/>
          </a:prstGeom>
          <a:solidFill>
            <a:srgbClr val="B9860C"/>
          </a:solidFill>
          <a:ln>
            <a:noFill/>
          </a:ln>
          <a:effectLst/>
        </p:spPr>
        <p:txBody>
          <a:bodyPr wrap="square" lIns="0" tIns="0" rIns="0" bIns="0" rtlCol="0" anchor="ctr"/>
          <a:lstStyle/>
          <a:p>
            <a:endParaRPr lang="ko-KR"/>
          </a:p>
        </p:txBody>
      </p:sp>
      <p:sp>
        <p:nvSpPr>
          <p:cNvPr id="135" name="Text 135"/>
          <p:cNvSpPr txBox="1"/>
          <p:nvPr/>
        </p:nvSpPr>
        <p:spPr>
          <a:xfrm>
            <a:off x="8795000" y="4940000"/>
            <a:ext cx="2430000" cy="300000"/>
          </a:xfrm>
          <a:prstGeom prst="rect">
            <a:avLst/>
          </a:prstGeom>
          <a:noFill/>
        </p:spPr>
        <p:txBody>
          <a:bodyPr wrap="square" lIns="0" tIns="0" rIns="0" bIns="0" rtlCol="0" anchor="ctr"/>
          <a:lstStyle/>
          <a:p>
            <a:pPr marL="0" indent="0" algn="l">
              <a:lnSpc>
                <a:spcPct val="115000"/>
              </a:lnSpc>
              <a:buNone/>
            </a:pPr>
            <a:r>
              <a:rPr lang="ko-KR" sz="1300" b="1" dirty="0">
                <a:solidFill>
                  <a:srgbClr val="39405C"/>
                </a:solidFill>
                <a:latin typeface="Malgun Gothic" pitchFamily="34" charset="0"/>
                <a:ea typeface="Malgun Gothic" pitchFamily="34" charset="-122"/>
                <a:cs typeface="Malgun Gothic" pitchFamily="34" charset="-120"/>
              </a:rPr>
              <a:t>AI Model</a:t>
            </a:r>
          </a:p>
        </p:txBody>
      </p:sp>
      <p:sp>
        <p:nvSpPr>
          <p:cNvPr id="136" name="Text 136"/>
          <p:cNvSpPr txBox="1"/>
          <p:nvPr/>
        </p:nvSpPr>
        <p:spPr>
          <a:xfrm>
            <a:off x="8795000" y="5240000"/>
            <a:ext cx="2430000" cy="330000"/>
          </a:xfrm>
          <a:prstGeom prst="rect">
            <a:avLst/>
          </a:prstGeom>
          <a:noFill/>
        </p:spPr>
        <p:txBody>
          <a:bodyPr wrap="square" lIns="0" tIns="0" rIns="0" bIns="0" rtlCol="0" anchor="ctr"/>
          <a:lstStyle/>
          <a:p>
            <a:pPr marL="0" indent="0" algn="l">
              <a:lnSpc>
                <a:spcPct val="115000"/>
              </a:lnSpc>
              <a:buNone/>
            </a:pPr>
            <a:r>
              <a:rPr lang="ko-KR" sz="950" dirty="0">
                <a:solidFill>
                  <a:srgbClr val="4A5170"/>
                </a:solidFill>
                <a:latin typeface="Malgun Gothic" pitchFamily="34" charset="0"/>
                <a:ea typeface="Malgun Gothic" pitchFamily="34" charset="-122"/>
                <a:cs typeface="Malgun Gothic" pitchFamily="34" charset="-120"/>
              </a:rPr>
              <a:t>Dataset → Preprocessing → Training → Evaluation</a:t>
            </a:r>
          </a:p>
        </p:txBody>
      </p:sp>
      <p:sp>
        <p:nvSpPr>
          <p:cNvPr id="137" name="Card 137"/>
          <p:cNvSpPr/>
          <p:nvPr/>
        </p:nvSpPr>
        <p:spPr>
          <a:xfrm>
            <a:off x="4621000" y="5260000"/>
            <a:ext cx="2950000" cy="780000"/>
          </a:xfrm>
          <a:prstGeom prst="roundRect">
            <a:avLst>
              <a:gd name="adj" fmla="val 16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sp>
        <p:nvSpPr>
          <p:cNvPr id="138" name="Dot 138"/>
          <p:cNvSpPr/>
          <p:nvPr/>
        </p:nvSpPr>
        <p:spPr>
          <a:xfrm>
            <a:off x="4801000" y="5580000"/>
            <a:ext cx="140000" cy="140000"/>
          </a:xfrm>
          <a:prstGeom prst="ellipse">
            <a:avLst/>
          </a:prstGeom>
          <a:solidFill>
            <a:srgbClr val="B9860C"/>
          </a:solidFill>
          <a:ln>
            <a:noFill/>
          </a:ln>
          <a:effectLst/>
        </p:spPr>
        <p:txBody>
          <a:bodyPr wrap="square" lIns="0" tIns="0" rIns="0" bIns="0" rtlCol="0" anchor="ctr"/>
          <a:lstStyle/>
          <a:p>
            <a:endParaRPr lang="ko-KR"/>
          </a:p>
        </p:txBody>
      </p:sp>
      <p:sp>
        <p:nvSpPr>
          <p:cNvPr id="139" name="Text 139"/>
          <p:cNvSpPr txBox="1"/>
          <p:nvPr/>
        </p:nvSpPr>
        <p:spPr>
          <a:xfrm>
            <a:off x="5041000" y="5340000"/>
            <a:ext cx="2430000" cy="300000"/>
          </a:xfrm>
          <a:prstGeom prst="rect">
            <a:avLst/>
          </a:prstGeom>
          <a:noFill/>
        </p:spPr>
        <p:txBody>
          <a:bodyPr wrap="square" lIns="0" tIns="0" rIns="0" bIns="0" rtlCol="0" anchor="ctr"/>
          <a:lstStyle/>
          <a:p>
            <a:pPr marL="0" indent="0" algn="l">
              <a:lnSpc>
                <a:spcPct val="115000"/>
              </a:lnSpc>
              <a:buNone/>
            </a:pPr>
            <a:r>
              <a:rPr lang="ko-KR" sz="1300" b="1" dirty="0">
                <a:solidFill>
                  <a:srgbClr val="39405C"/>
                </a:solidFill>
                <a:latin typeface="Malgun Gothic" pitchFamily="34" charset="0"/>
                <a:ea typeface="Malgun Gothic" pitchFamily="34" charset="-122"/>
                <a:cs typeface="Malgun Gothic" pitchFamily="34" charset="-120"/>
              </a:rPr>
              <a:t>전체 구조</a:t>
            </a:r>
          </a:p>
        </p:txBody>
      </p:sp>
      <p:sp>
        <p:nvSpPr>
          <p:cNvPr id="140" name="Text 140"/>
          <p:cNvSpPr txBox="1"/>
          <p:nvPr/>
        </p:nvSpPr>
        <p:spPr>
          <a:xfrm>
            <a:off x="5041000" y="5640000"/>
            <a:ext cx="2430000" cy="330000"/>
          </a:xfrm>
          <a:prstGeom prst="rect">
            <a:avLst/>
          </a:prstGeom>
          <a:noFill/>
        </p:spPr>
        <p:txBody>
          <a:bodyPr wrap="square" lIns="0" tIns="0" rIns="0" bIns="0" rtlCol="0" anchor="ctr"/>
          <a:lstStyle/>
          <a:p>
            <a:pPr marL="0" indent="0" algn="l">
              <a:lnSpc>
                <a:spcPct val="115000"/>
              </a:lnSpc>
              <a:buNone/>
            </a:pPr>
            <a:r>
              <a:rPr lang="ko-KR" sz="950" dirty="0">
                <a:solidFill>
                  <a:srgbClr val="4A5170"/>
                </a:solidFill>
                <a:latin typeface="Malgun Gothic" pitchFamily="34" charset="0"/>
                <a:ea typeface="Malgun Gothic" pitchFamily="34" charset="-122"/>
                <a:cs typeface="Malgun Gothic" pitchFamily="34" charset="-120"/>
              </a:rPr>
              <a:t>시스템 아키텍처 v0.1</a:t>
            </a:r>
          </a:p>
        </p:txBody>
      </p:sp>
      <p:sp>
        <p:nvSpPr>
          <p:cNvPr id="141" name="Dot 141"/>
          <p:cNvSpPr/>
          <p:nvPr/>
        </p:nvSpPr>
        <p:spPr>
          <a:xfrm>
            <a:off x="640080" y="6250000"/>
            <a:ext cx="120000" cy="120000"/>
          </a:xfrm>
          <a:prstGeom prst="ellipse">
            <a:avLst/>
          </a:prstGeom>
          <a:solidFill>
            <a:srgbClr val="6274E8"/>
          </a:solidFill>
          <a:ln>
            <a:noFill/>
          </a:ln>
          <a:effectLst/>
        </p:spPr>
        <p:txBody>
          <a:bodyPr wrap="square" lIns="0" tIns="0" rIns="0" bIns="0" rtlCol="0" anchor="ctr"/>
          <a:lstStyle/>
          <a:p>
            <a:endParaRPr lang="ko-KR"/>
          </a:p>
        </p:txBody>
      </p:sp>
      <p:sp>
        <p:nvSpPr>
          <p:cNvPr id="142" name="Text 142"/>
          <p:cNvSpPr txBox="1"/>
          <p:nvPr/>
        </p:nvSpPr>
        <p:spPr>
          <a:xfrm>
            <a:off x="820080" y="6200000"/>
            <a:ext cx="800000" cy="220000"/>
          </a:xfrm>
          <a:prstGeom prst="rect">
            <a:avLst/>
          </a:prstGeom>
          <a:noFill/>
        </p:spPr>
        <p:txBody>
          <a:bodyPr wrap="square" lIns="0" tIns="0" rIns="0" bIns="0" rtlCol="0" anchor="ctr"/>
          <a:lstStyle/>
          <a:p>
            <a:pPr marL="0" indent="0" algn="l">
              <a:lnSpc>
                <a:spcPct val="115000"/>
              </a:lnSpc>
              <a:buNone/>
            </a:pPr>
            <a:r>
              <a:rPr lang="ko-KR" sz="900" dirty="0">
                <a:solidFill>
                  <a:srgbClr val="8A91AA"/>
                </a:solidFill>
                <a:latin typeface="Malgun Gothic" pitchFamily="34" charset="0"/>
                <a:ea typeface="Malgun Gothic" pitchFamily="34" charset="-122"/>
                <a:cs typeface="Malgun Gothic" pitchFamily="34" charset="-120"/>
              </a:rPr>
              <a:t>육도현</a:t>
            </a:r>
          </a:p>
        </p:txBody>
      </p:sp>
      <p:sp>
        <p:nvSpPr>
          <p:cNvPr id="143" name="Dot 143"/>
          <p:cNvSpPr/>
          <p:nvPr/>
        </p:nvSpPr>
        <p:spPr>
          <a:xfrm>
            <a:off x="1690080" y="6250000"/>
            <a:ext cx="120000" cy="120000"/>
          </a:xfrm>
          <a:prstGeom prst="ellipse">
            <a:avLst/>
          </a:prstGeom>
          <a:solidFill>
            <a:srgbClr val="E0607A"/>
          </a:solidFill>
          <a:ln>
            <a:noFill/>
          </a:ln>
          <a:effectLst/>
        </p:spPr>
        <p:txBody>
          <a:bodyPr wrap="square" lIns="0" tIns="0" rIns="0" bIns="0" rtlCol="0" anchor="ctr"/>
          <a:lstStyle/>
          <a:p>
            <a:endParaRPr lang="ko-KR"/>
          </a:p>
        </p:txBody>
      </p:sp>
      <p:sp>
        <p:nvSpPr>
          <p:cNvPr id="144" name="Text 144"/>
          <p:cNvSpPr txBox="1"/>
          <p:nvPr/>
        </p:nvSpPr>
        <p:spPr>
          <a:xfrm>
            <a:off x="1870080" y="6200000"/>
            <a:ext cx="800000" cy="220000"/>
          </a:xfrm>
          <a:prstGeom prst="rect">
            <a:avLst/>
          </a:prstGeom>
          <a:noFill/>
        </p:spPr>
        <p:txBody>
          <a:bodyPr wrap="square" lIns="0" tIns="0" rIns="0" bIns="0" rtlCol="0" anchor="ctr"/>
          <a:lstStyle/>
          <a:p>
            <a:pPr marL="0" indent="0" algn="l">
              <a:lnSpc>
                <a:spcPct val="115000"/>
              </a:lnSpc>
              <a:buNone/>
            </a:pPr>
            <a:r>
              <a:rPr lang="ko-KR" sz="900" dirty="0">
                <a:solidFill>
                  <a:srgbClr val="8A91AA"/>
                </a:solidFill>
                <a:latin typeface="Malgun Gothic" pitchFamily="34" charset="0"/>
                <a:ea typeface="Malgun Gothic" pitchFamily="34" charset="-122"/>
                <a:cs typeface="Malgun Gothic" pitchFamily="34" charset="-120"/>
              </a:rPr>
              <a:t>서민지</a:t>
            </a:r>
          </a:p>
        </p:txBody>
      </p:sp>
      <p:sp>
        <p:nvSpPr>
          <p:cNvPr id="145" name="Dot 145"/>
          <p:cNvSpPr/>
          <p:nvPr/>
        </p:nvSpPr>
        <p:spPr>
          <a:xfrm>
            <a:off x="2740080" y="6250000"/>
            <a:ext cx="120000" cy="120000"/>
          </a:xfrm>
          <a:prstGeom prst="ellipse">
            <a:avLst/>
          </a:prstGeom>
          <a:solidFill>
            <a:srgbClr val="2F9E78"/>
          </a:solidFill>
          <a:ln>
            <a:noFill/>
          </a:ln>
          <a:effectLst/>
        </p:spPr>
        <p:txBody>
          <a:bodyPr wrap="square" lIns="0" tIns="0" rIns="0" bIns="0" rtlCol="0" anchor="ctr"/>
          <a:lstStyle/>
          <a:p>
            <a:endParaRPr lang="ko-KR"/>
          </a:p>
        </p:txBody>
      </p:sp>
      <p:sp>
        <p:nvSpPr>
          <p:cNvPr id="146" name="Text 146"/>
          <p:cNvSpPr txBox="1"/>
          <p:nvPr/>
        </p:nvSpPr>
        <p:spPr>
          <a:xfrm>
            <a:off x="2920080" y="6200000"/>
            <a:ext cx="800000" cy="220000"/>
          </a:xfrm>
          <a:prstGeom prst="rect">
            <a:avLst/>
          </a:prstGeom>
          <a:noFill/>
        </p:spPr>
        <p:txBody>
          <a:bodyPr wrap="square" lIns="0" tIns="0" rIns="0" bIns="0" rtlCol="0" anchor="ctr"/>
          <a:lstStyle/>
          <a:p>
            <a:pPr marL="0" indent="0" algn="l">
              <a:lnSpc>
                <a:spcPct val="115000"/>
              </a:lnSpc>
              <a:buNone/>
            </a:pPr>
            <a:r>
              <a:rPr lang="ko-KR" sz="900" dirty="0">
                <a:solidFill>
                  <a:srgbClr val="8A91AA"/>
                </a:solidFill>
                <a:latin typeface="Malgun Gothic" pitchFamily="34" charset="0"/>
                <a:ea typeface="Malgun Gothic" pitchFamily="34" charset="-122"/>
                <a:cs typeface="Malgun Gothic" pitchFamily="34" charset="-120"/>
              </a:rPr>
              <a:t>김수정</a:t>
            </a:r>
          </a:p>
        </p:txBody>
      </p:sp>
      <p:sp>
        <p:nvSpPr>
          <p:cNvPr id="147" name="Dot 147"/>
          <p:cNvSpPr/>
          <p:nvPr/>
        </p:nvSpPr>
        <p:spPr>
          <a:xfrm>
            <a:off x="3790080" y="6250000"/>
            <a:ext cx="120000" cy="120000"/>
          </a:xfrm>
          <a:prstGeom prst="ellipse">
            <a:avLst/>
          </a:prstGeom>
          <a:solidFill>
            <a:srgbClr val="B9860C"/>
          </a:solidFill>
          <a:ln>
            <a:noFill/>
          </a:ln>
          <a:effectLst/>
        </p:spPr>
        <p:txBody>
          <a:bodyPr wrap="square" lIns="0" tIns="0" rIns="0" bIns="0" rtlCol="0" anchor="ctr"/>
          <a:lstStyle/>
          <a:p>
            <a:endParaRPr lang="ko-KR"/>
          </a:p>
        </p:txBody>
      </p:sp>
      <p:sp>
        <p:nvSpPr>
          <p:cNvPr id="148" name="Text 148"/>
          <p:cNvSpPr txBox="1"/>
          <p:nvPr/>
        </p:nvSpPr>
        <p:spPr>
          <a:xfrm>
            <a:off x="3970080" y="6200000"/>
            <a:ext cx="800000" cy="220000"/>
          </a:xfrm>
          <a:prstGeom prst="rect">
            <a:avLst/>
          </a:prstGeom>
          <a:noFill/>
        </p:spPr>
        <p:txBody>
          <a:bodyPr wrap="square" lIns="0" tIns="0" rIns="0" bIns="0" rtlCol="0" anchor="ctr"/>
          <a:lstStyle/>
          <a:p>
            <a:pPr marL="0" indent="0" algn="l">
              <a:lnSpc>
                <a:spcPct val="115000"/>
              </a:lnSpc>
              <a:buNone/>
            </a:pPr>
            <a:r>
              <a:rPr lang="ko-KR" sz="900" dirty="0">
                <a:solidFill>
                  <a:srgbClr val="8A91AA"/>
                </a:solidFill>
                <a:latin typeface="Malgun Gothic" pitchFamily="34" charset="0"/>
                <a:ea typeface="Malgun Gothic" pitchFamily="34" charset="-122"/>
                <a:cs typeface="Malgun Gothic" pitchFamily="34" charset="-120"/>
              </a:rPr>
              <a:t>김민준</a:t>
            </a:r>
          </a:p>
        </p:txBody>
      </p:sp>
      <p:sp>
        <p:nvSpPr>
          <p:cNvPr id="149" name="Text 149"/>
          <p:cNvSpPr txBox="1"/>
          <p:nvPr/>
        </p:nvSpPr>
        <p:spPr>
          <a:xfrm>
            <a:off x="6548872" y="6150000"/>
            <a:ext cx="4300000" cy="320000"/>
          </a:xfrm>
          <a:prstGeom prst="rect">
            <a:avLst/>
          </a:prstGeom>
          <a:noFill/>
        </p:spPr>
        <p:txBody>
          <a:bodyPr wrap="square" lIns="0" tIns="0" rIns="0" bIns="0" rtlCol="0" anchor="ctr"/>
          <a:lstStyle/>
          <a:p>
            <a:pPr marL="0" indent="0" algn="r">
              <a:lnSpc>
                <a:spcPct val="115000"/>
              </a:lnSpc>
              <a:buNone/>
            </a:pPr>
            <a:r>
              <a:rPr lang="ko-KR" sz="1100" dirty="0">
                <a:solidFill>
                  <a:srgbClr val="8A91AA"/>
                </a:solidFill>
                <a:latin typeface="Malgun Gothic" pitchFamily="34" charset="0"/>
                <a:ea typeface="Malgun Gothic" pitchFamily="34" charset="-122"/>
                <a:cs typeface="Malgun Gothic" pitchFamily="34" charset="-120"/>
              </a:rPr>
              <a:t>한 문장 → </a:t>
            </a:r>
            <a:r>
              <a:rPr lang="ko-KR" sz="1100" b="1" dirty="0">
                <a:solidFill>
                  <a:srgbClr val="4C5CC4"/>
                </a:solidFill>
                <a:latin typeface="Malgun Gothic" pitchFamily="34" charset="0"/>
                <a:ea typeface="Malgun Gothic" pitchFamily="34" charset="-122"/>
                <a:cs typeface="Malgun Gothic" pitchFamily="34" charset="-120"/>
              </a:rPr>
              <a:t>7개의 실제 설계 산출물</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Page 101"/>
          <p:cNvSpPr txBox="1"/>
          <p:nvPr/>
        </p:nvSpPr>
        <p:spPr>
          <a:xfrm>
            <a:off x="11185855" y="6355080"/>
            <a:ext cx="457200" cy="274320"/>
          </a:xfrm>
          <a:prstGeom prst="rect">
            <a:avLst/>
          </a:prstGeom>
          <a:noFill/>
        </p:spPr>
        <p:txBody>
          <a:bodyPr wrap="square" lIns="0" tIns="0" rIns="0" bIns="0" rtlCol="0" anchor="ctr"/>
          <a:lstStyle/>
          <a:p>
            <a:pPr marL="0" indent="0" algn="r">
              <a:lnSpc>
                <a:spcPct val="115000"/>
              </a:lnSpc>
              <a:buNone/>
            </a:pPr>
            <a:r>
              <a:rPr lang="ko-KR" sz="1000" dirty="0">
                <a:solidFill>
                  <a:srgbClr val="8A91AA"/>
                </a:solidFill>
                <a:latin typeface="Malgun Gothic" pitchFamily="34" charset="0"/>
                <a:ea typeface="Malgun Gothic" pitchFamily="34" charset="-122"/>
                <a:cs typeface="Malgun Gothic" pitchFamily="34" charset="-120"/>
              </a:rPr>
              <a:t>22</a:t>
            </a:r>
          </a:p>
        </p:txBody>
      </p:sp>
      <p:sp>
        <p:nvSpPr>
          <p:cNvPr id="102" name="Label 102"/>
          <p:cNvSpPr txBox="1"/>
          <p:nvPr/>
        </p:nvSpPr>
        <p:spPr>
          <a:xfrm>
            <a:off x="640080" y="457200"/>
            <a:ext cx="10911535" cy="320040"/>
          </a:xfrm>
          <a:prstGeom prst="rect">
            <a:avLst/>
          </a:prstGeom>
          <a:noFill/>
        </p:spPr>
        <p:txBody>
          <a:bodyPr wrap="square" lIns="0" tIns="0" rIns="0" bIns="0" rtlCol="0" anchor="ctr"/>
          <a:lstStyle/>
          <a:p>
            <a:pPr marL="0" indent="0" algn="l">
              <a:lnSpc>
                <a:spcPct val="115000"/>
              </a:lnSpc>
              <a:buNone/>
            </a:pPr>
            <a:r>
              <a:rPr lang="ko-KR" sz="1300" b="1" dirty="0">
                <a:solidFill>
                  <a:srgbClr val="4C5CC4"/>
                </a:solidFill>
                <a:latin typeface="Malgun Gothic" pitchFamily="34" charset="0"/>
                <a:ea typeface="Malgun Gothic" pitchFamily="34" charset="-122"/>
                <a:cs typeface="Malgun Gothic" pitchFamily="34" charset="-120"/>
              </a:rPr>
              <a:t>PART D · 다음 단계</a:t>
            </a:r>
          </a:p>
        </p:txBody>
      </p:sp>
      <p:sp>
        <p:nvSpPr>
          <p:cNvPr id="103" name="Title 103"/>
          <p:cNvSpPr txBox="1"/>
          <p:nvPr/>
        </p:nvSpPr>
        <p:spPr>
          <a:xfrm>
            <a:off x="640080" y="804672"/>
            <a:ext cx="10911535" cy="731520"/>
          </a:xfrm>
          <a:prstGeom prst="rect">
            <a:avLst/>
          </a:prstGeom>
          <a:noFill/>
        </p:spPr>
        <p:txBody>
          <a:bodyPr wrap="square" lIns="0" tIns="0" rIns="0" bIns="0" rtlCol="0" anchor="t"/>
          <a:lstStyle/>
          <a:p>
            <a:pPr marL="0" indent="0" algn="l">
              <a:lnSpc>
                <a:spcPct val="115000"/>
              </a:lnSpc>
              <a:buNone/>
            </a:pPr>
            <a:r>
              <a:rPr lang="ko-KR" sz="3000" b="1" dirty="0">
                <a:solidFill>
                  <a:srgbClr val="39405C"/>
                </a:solidFill>
                <a:latin typeface="Malgun Gothic" pitchFamily="34" charset="0"/>
                <a:ea typeface="Malgun Gothic" pitchFamily="34" charset="-122"/>
                <a:cs typeface="Malgun Gothic" pitchFamily="34" charset="-120"/>
              </a:rPr>
              <a:t>이제 각자 만든 부분을 실제로 연결합니다</a:t>
            </a:r>
          </a:p>
        </p:txBody>
      </p:sp>
      <p:sp>
        <p:nvSpPr>
          <p:cNvPr id="104" name="Role 104"/>
          <p:cNvSpPr/>
          <p:nvPr/>
        </p:nvSpPr>
        <p:spPr>
          <a:xfrm>
            <a:off x="640080" y="1620000"/>
            <a:ext cx="1900000" cy="470000"/>
          </a:xfrm>
          <a:prstGeom prst="roundRect">
            <a:avLst>
              <a:gd name="adj" fmla="val 50000"/>
            </a:avLst>
          </a:prstGeom>
          <a:solidFill>
            <a:srgbClr val="DDE2FF"/>
          </a:solidFill>
          <a:ln>
            <a:noFill/>
          </a:ln>
          <a:effectLst/>
        </p:spPr>
        <p:txBody>
          <a:bodyPr wrap="square" lIns="0" tIns="0" rIns="0" bIns="0" rtlCol="0" anchor="ctr"/>
          <a:lstStyle/>
          <a:p>
            <a:pPr marL="0" indent="0" algn="ctr">
              <a:lnSpc>
                <a:spcPct val="110000"/>
              </a:lnSpc>
              <a:buNone/>
            </a:pPr>
            <a:r>
              <a:rPr lang="ko-KR" sz="1200" b="1" dirty="0">
                <a:solidFill>
                  <a:srgbClr val="39405C"/>
                </a:solidFill>
                <a:latin typeface="Malgun Gothic" pitchFamily="34" charset="0"/>
                <a:ea typeface="Malgun Gothic" pitchFamily="34" charset="-122"/>
                <a:cs typeface="Malgun Gothic" pitchFamily="34" charset="-120"/>
              </a:rPr>
              <a:t>Frontend</a:t>
            </a:r>
          </a:p>
        </p:txBody>
      </p:sp>
      <p:sp>
        <p:nvSpPr>
          <p:cNvPr id="105" name="Step 105"/>
          <p:cNvSpPr/>
          <p:nvPr/>
        </p:nvSpPr>
        <p:spPr>
          <a:xfrm>
            <a:off x="2740080" y="1620000"/>
            <a:ext cx="1521758" cy="470000"/>
          </a:xfrm>
          <a:prstGeom prst="roundRect">
            <a:avLst>
              <a:gd name="adj" fmla="val 5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0000"/>
              </a:lnSpc>
              <a:buNone/>
            </a:pPr>
            <a:r>
              <a:rPr lang="ko-KR" sz="1100" dirty="0">
                <a:solidFill>
                  <a:srgbClr val="39405C"/>
                </a:solidFill>
                <a:latin typeface="Malgun Gothic" pitchFamily="34" charset="0"/>
                <a:ea typeface="Malgun Gothic" pitchFamily="34" charset="-122"/>
                <a:cs typeface="Malgun Gothic" pitchFamily="34" charset="-120"/>
              </a:rPr>
              <a:t>화면 구현</a:t>
            </a:r>
          </a:p>
        </p:txBody>
      </p:sp>
      <p:sp>
        <p:nvSpPr>
          <p:cNvPr id="106" name="Text 106"/>
          <p:cNvSpPr txBox="1"/>
          <p:nvPr/>
        </p:nvSpPr>
        <p:spPr>
          <a:xfrm>
            <a:off x="4261838" y="1620000"/>
            <a:ext cx="300000" cy="470000"/>
          </a:xfrm>
          <a:prstGeom prst="rect">
            <a:avLst/>
          </a:prstGeom>
          <a:noFill/>
        </p:spPr>
        <p:txBody>
          <a:bodyPr wrap="square" lIns="0" tIns="0" rIns="0" bIns="0" rtlCol="0" anchor="ctr"/>
          <a:lstStyle/>
          <a:p>
            <a:pPr marL="0" indent="0" algn="ctr">
              <a:lnSpc>
                <a:spcPct val="115000"/>
              </a:lnSpc>
              <a:buNone/>
            </a:pPr>
            <a:r>
              <a:rPr lang="ko-KR" sz="1300" b="1" dirty="0">
                <a:solidFill>
                  <a:srgbClr val="6274E8"/>
                </a:solidFill>
                <a:latin typeface="Malgun Gothic" pitchFamily="34" charset="0"/>
                <a:ea typeface="Malgun Gothic" pitchFamily="34" charset="-122"/>
                <a:cs typeface="Malgun Gothic" pitchFamily="34" charset="-120"/>
              </a:rPr>
              <a:t>›</a:t>
            </a:r>
          </a:p>
        </p:txBody>
      </p:sp>
      <p:sp>
        <p:nvSpPr>
          <p:cNvPr id="107" name="Step 107"/>
          <p:cNvSpPr/>
          <p:nvPr/>
        </p:nvSpPr>
        <p:spPr>
          <a:xfrm>
            <a:off x="4561838" y="1620000"/>
            <a:ext cx="1521758" cy="470000"/>
          </a:xfrm>
          <a:prstGeom prst="roundRect">
            <a:avLst>
              <a:gd name="adj" fmla="val 5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0000"/>
              </a:lnSpc>
              <a:buNone/>
            </a:pPr>
            <a:r>
              <a:rPr lang="ko-KR" sz="1100" dirty="0">
                <a:solidFill>
                  <a:srgbClr val="39405C"/>
                </a:solidFill>
                <a:latin typeface="Malgun Gothic" pitchFamily="34" charset="0"/>
                <a:ea typeface="Malgun Gothic" pitchFamily="34" charset="-122"/>
                <a:cs typeface="Malgun Gothic" pitchFamily="34" charset="-120"/>
              </a:rPr>
              <a:t>API 연결</a:t>
            </a:r>
          </a:p>
        </p:txBody>
      </p:sp>
      <p:sp>
        <p:nvSpPr>
          <p:cNvPr id="108" name="Text 108"/>
          <p:cNvSpPr txBox="1"/>
          <p:nvPr/>
        </p:nvSpPr>
        <p:spPr>
          <a:xfrm>
            <a:off x="6083596" y="1620000"/>
            <a:ext cx="300000" cy="470000"/>
          </a:xfrm>
          <a:prstGeom prst="rect">
            <a:avLst/>
          </a:prstGeom>
          <a:noFill/>
        </p:spPr>
        <p:txBody>
          <a:bodyPr wrap="square" lIns="0" tIns="0" rIns="0" bIns="0" rtlCol="0" anchor="ctr"/>
          <a:lstStyle/>
          <a:p>
            <a:pPr marL="0" indent="0" algn="ctr">
              <a:lnSpc>
                <a:spcPct val="115000"/>
              </a:lnSpc>
              <a:buNone/>
            </a:pPr>
            <a:r>
              <a:rPr lang="ko-KR" sz="1300" b="1" dirty="0">
                <a:solidFill>
                  <a:srgbClr val="6274E8"/>
                </a:solidFill>
                <a:latin typeface="Malgun Gothic" pitchFamily="34" charset="0"/>
                <a:ea typeface="Malgun Gothic" pitchFamily="34" charset="-122"/>
                <a:cs typeface="Malgun Gothic" pitchFamily="34" charset="-120"/>
              </a:rPr>
              <a:t>›</a:t>
            </a:r>
          </a:p>
        </p:txBody>
      </p:sp>
      <p:sp>
        <p:nvSpPr>
          <p:cNvPr id="109" name="Step 109"/>
          <p:cNvSpPr/>
          <p:nvPr/>
        </p:nvSpPr>
        <p:spPr>
          <a:xfrm>
            <a:off x="6383596" y="1620000"/>
            <a:ext cx="1521758" cy="470000"/>
          </a:xfrm>
          <a:prstGeom prst="roundRect">
            <a:avLst>
              <a:gd name="adj" fmla="val 5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0000"/>
              </a:lnSpc>
              <a:buNone/>
            </a:pPr>
            <a:r>
              <a:rPr lang="ko-KR" sz="1100" dirty="0">
                <a:solidFill>
                  <a:srgbClr val="39405C"/>
                </a:solidFill>
                <a:latin typeface="Malgun Gothic" pitchFamily="34" charset="0"/>
                <a:ea typeface="Malgun Gothic" pitchFamily="34" charset="-122"/>
                <a:cs typeface="Malgun Gothic" pitchFamily="34" charset="-120"/>
              </a:rPr>
              <a:t>Joint Overlay</a:t>
            </a:r>
          </a:p>
        </p:txBody>
      </p:sp>
      <p:sp>
        <p:nvSpPr>
          <p:cNvPr id="110" name="Text 110"/>
          <p:cNvSpPr txBox="1"/>
          <p:nvPr/>
        </p:nvSpPr>
        <p:spPr>
          <a:xfrm>
            <a:off x="7905355" y="1620000"/>
            <a:ext cx="300000" cy="470000"/>
          </a:xfrm>
          <a:prstGeom prst="rect">
            <a:avLst/>
          </a:prstGeom>
          <a:noFill/>
        </p:spPr>
        <p:txBody>
          <a:bodyPr wrap="square" lIns="0" tIns="0" rIns="0" bIns="0" rtlCol="0" anchor="ctr"/>
          <a:lstStyle/>
          <a:p>
            <a:pPr marL="0" indent="0" algn="ctr">
              <a:lnSpc>
                <a:spcPct val="115000"/>
              </a:lnSpc>
              <a:buNone/>
            </a:pPr>
            <a:r>
              <a:rPr lang="ko-KR" sz="1300" b="1" dirty="0">
                <a:solidFill>
                  <a:srgbClr val="6274E8"/>
                </a:solidFill>
                <a:latin typeface="Malgun Gothic" pitchFamily="34" charset="0"/>
                <a:ea typeface="Malgun Gothic" pitchFamily="34" charset="-122"/>
                <a:cs typeface="Malgun Gothic" pitchFamily="34" charset="-120"/>
              </a:rPr>
              <a:t>›</a:t>
            </a:r>
          </a:p>
        </p:txBody>
      </p:sp>
      <p:sp>
        <p:nvSpPr>
          <p:cNvPr id="111" name="Step 111"/>
          <p:cNvSpPr/>
          <p:nvPr/>
        </p:nvSpPr>
        <p:spPr>
          <a:xfrm>
            <a:off x="8205355" y="1620000"/>
            <a:ext cx="1521758" cy="470000"/>
          </a:xfrm>
          <a:prstGeom prst="roundRect">
            <a:avLst>
              <a:gd name="adj" fmla="val 5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0000"/>
              </a:lnSpc>
              <a:buNone/>
            </a:pPr>
            <a:r>
              <a:rPr lang="ko-KR" sz="1100" dirty="0">
                <a:solidFill>
                  <a:srgbClr val="39405C"/>
                </a:solidFill>
                <a:latin typeface="Malgun Gothic" pitchFamily="34" charset="0"/>
                <a:ea typeface="Malgun Gothic" pitchFamily="34" charset="-122"/>
                <a:cs typeface="Malgun Gothic" pitchFamily="34" charset="-120"/>
              </a:rPr>
              <a:t>Joint 보정</a:t>
            </a:r>
          </a:p>
        </p:txBody>
      </p:sp>
      <p:sp>
        <p:nvSpPr>
          <p:cNvPr id="112" name="Text 112"/>
          <p:cNvSpPr txBox="1"/>
          <p:nvPr/>
        </p:nvSpPr>
        <p:spPr>
          <a:xfrm>
            <a:off x="9727113" y="1620000"/>
            <a:ext cx="300000" cy="470000"/>
          </a:xfrm>
          <a:prstGeom prst="rect">
            <a:avLst/>
          </a:prstGeom>
          <a:noFill/>
        </p:spPr>
        <p:txBody>
          <a:bodyPr wrap="square" lIns="0" tIns="0" rIns="0" bIns="0" rtlCol="0" anchor="ctr"/>
          <a:lstStyle/>
          <a:p>
            <a:pPr marL="0" indent="0" algn="ctr">
              <a:lnSpc>
                <a:spcPct val="115000"/>
              </a:lnSpc>
              <a:buNone/>
            </a:pPr>
            <a:r>
              <a:rPr lang="ko-KR" sz="1300" b="1" dirty="0">
                <a:solidFill>
                  <a:srgbClr val="6274E8"/>
                </a:solidFill>
                <a:latin typeface="Malgun Gothic" pitchFamily="34" charset="0"/>
                <a:ea typeface="Malgun Gothic" pitchFamily="34" charset="-122"/>
                <a:cs typeface="Malgun Gothic" pitchFamily="34" charset="-120"/>
              </a:rPr>
              <a:t>›</a:t>
            </a:r>
          </a:p>
        </p:txBody>
      </p:sp>
      <p:sp>
        <p:nvSpPr>
          <p:cNvPr id="113" name="Step 113"/>
          <p:cNvSpPr/>
          <p:nvPr/>
        </p:nvSpPr>
        <p:spPr>
          <a:xfrm>
            <a:off x="10027113" y="1620000"/>
            <a:ext cx="1521758" cy="470000"/>
          </a:xfrm>
          <a:prstGeom prst="roundRect">
            <a:avLst>
              <a:gd name="adj" fmla="val 5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0000"/>
              </a:lnSpc>
              <a:buNone/>
            </a:pPr>
            <a:r>
              <a:rPr lang="ko-KR" sz="1100" dirty="0">
                <a:solidFill>
                  <a:srgbClr val="39405C"/>
                </a:solidFill>
                <a:latin typeface="Malgun Gothic" pitchFamily="34" charset="0"/>
                <a:ea typeface="Malgun Gothic" pitchFamily="34" charset="-122"/>
                <a:cs typeface="Malgun Gothic" pitchFamily="34" charset="-120"/>
              </a:rPr>
              <a:t>Story · Animation UI</a:t>
            </a:r>
          </a:p>
        </p:txBody>
      </p:sp>
      <p:sp>
        <p:nvSpPr>
          <p:cNvPr id="114" name="Role 114"/>
          <p:cNvSpPr/>
          <p:nvPr/>
        </p:nvSpPr>
        <p:spPr>
          <a:xfrm>
            <a:off x="640080" y="2210000"/>
            <a:ext cx="1900000" cy="470000"/>
          </a:xfrm>
          <a:prstGeom prst="roundRect">
            <a:avLst>
              <a:gd name="adj" fmla="val 50000"/>
            </a:avLst>
          </a:prstGeom>
          <a:solidFill>
            <a:srgbClr val="FDE0E6"/>
          </a:solidFill>
          <a:ln>
            <a:noFill/>
          </a:ln>
          <a:effectLst/>
        </p:spPr>
        <p:txBody>
          <a:bodyPr wrap="square" lIns="0" tIns="0" rIns="0" bIns="0" rtlCol="0" anchor="ctr"/>
          <a:lstStyle/>
          <a:p>
            <a:pPr marL="0" indent="0" algn="ctr">
              <a:lnSpc>
                <a:spcPct val="110000"/>
              </a:lnSpc>
              <a:buNone/>
            </a:pPr>
            <a:r>
              <a:rPr lang="ko-KR" sz="1200" b="1" dirty="0">
                <a:solidFill>
                  <a:srgbClr val="39405C"/>
                </a:solidFill>
                <a:latin typeface="Malgun Gothic" pitchFamily="34" charset="0"/>
                <a:ea typeface="Malgun Gothic" pitchFamily="34" charset="-122"/>
                <a:cs typeface="Malgun Gothic" pitchFamily="34" charset="-120"/>
              </a:rPr>
              <a:t>Backend</a:t>
            </a:r>
          </a:p>
        </p:txBody>
      </p:sp>
      <p:sp>
        <p:nvSpPr>
          <p:cNvPr id="115" name="Step 115"/>
          <p:cNvSpPr/>
          <p:nvPr/>
        </p:nvSpPr>
        <p:spPr>
          <a:xfrm>
            <a:off x="2740080" y="2210000"/>
            <a:ext cx="1977198" cy="470000"/>
          </a:xfrm>
          <a:prstGeom prst="roundRect">
            <a:avLst>
              <a:gd name="adj" fmla="val 5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0000"/>
              </a:lnSpc>
              <a:buNone/>
            </a:pPr>
            <a:r>
              <a:rPr lang="ko-KR" sz="1100" dirty="0">
                <a:solidFill>
                  <a:srgbClr val="39405C"/>
                </a:solidFill>
                <a:latin typeface="Malgun Gothic" pitchFamily="34" charset="0"/>
                <a:ea typeface="Malgun Gothic" pitchFamily="34" charset="-122"/>
                <a:cs typeface="Malgun Gothic" pitchFamily="34" charset="-120"/>
              </a:rPr>
              <a:t>FastAPI 구현</a:t>
            </a:r>
          </a:p>
        </p:txBody>
      </p:sp>
      <p:sp>
        <p:nvSpPr>
          <p:cNvPr id="116" name="Text 116"/>
          <p:cNvSpPr txBox="1"/>
          <p:nvPr/>
        </p:nvSpPr>
        <p:spPr>
          <a:xfrm>
            <a:off x="4717278" y="2210000"/>
            <a:ext cx="300000" cy="470000"/>
          </a:xfrm>
          <a:prstGeom prst="rect">
            <a:avLst/>
          </a:prstGeom>
          <a:noFill/>
        </p:spPr>
        <p:txBody>
          <a:bodyPr wrap="square" lIns="0" tIns="0" rIns="0" bIns="0" rtlCol="0" anchor="ctr"/>
          <a:lstStyle/>
          <a:p>
            <a:pPr marL="0" indent="0" algn="ctr">
              <a:lnSpc>
                <a:spcPct val="115000"/>
              </a:lnSpc>
              <a:buNone/>
            </a:pPr>
            <a:r>
              <a:rPr lang="ko-KR" sz="1300" b="1" dirty="0">
                <a:solidFill>
                  <a:srgbClr val="E0607A"/>
                </a:solidFill>
                <a:latin typeface="Malgun Gothic" pitchFamily="34" charset="0"/>
                <a:ea typeface="Malgun Gothic" pitchFamily="34" charset="-122"/>
                <a:cs typeface="Malgun Gothic" pitchFamily="34" charset="-120"/>
              </a:rPr>
              <a:t>›</a:t>
            </a:r>
          </a:p>
        </p:txBody>
      </p:sp>
      <p:sp>
        <p:nvSpPr>
          <p:cNvPr id="117" name="Step 117"/>
          <p:cNvSpPr/>
          <p:nvPr/>
        </p:nvSpPr>
        <p:spPr>
          <a:xfrm>
            <a:off x="5017278" y="2210000"/>
            <a:ext cx="1977198" cy="470000"/>
          </a:xfrm>
          <a:prstGeom prst="roundRect">
            <a:avLst>
              <a:gd name="adj" fmla="val 5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0000"/>
              </a:lnSpc>
              <a:buNone/>
            </a:pPr>
            <a:r>
              <a:rPr lang="ko-KR" sz="1100" dirty="0">
                <a:solidFill>
                  <a:srgbClr val="39405C"/>
                </a:solidFill>
                <a:latin typeface="Malgun Gothic" pitchFamily="34" charset="0"/>
                <a:ea typeface="Malgun Gothic" pitchFamily="34" charset="-122"/>
                <a:cs typeface="Malgun Gothic" pitchFamily="34" charset="-120"/>
              </a:rPr>
              <a:t>DB 구축</a:t>
            </a:r>
          </a:p>
        </p:txBody>
      </p:sp>
      <p:sp>
        <p:nvSpPr>
          <p:cNvPr id="118" name="Text 118"/>
          <p:cNvSpPr txBox="1"/>
          <p:nvPr/>
        </p:nvSpPr>
        <p:spPr>
          <a:xfrm>
            <a:off x="6994476" y="2210000"/>
            <a:ext cx="300000" cy="470000"/>
          </a:xfrm>
          <a:prstGeom prst="rect">
            <a:avLst/>
          </a:prstGeom>
          <a:noFill/>
        </p:spPr>
        <p:txBody>
          <a:bodyPr wrap="square" lIns="0" tIns="0" rIns="0" bIns="0" rtlCol="0" anchor="ctr"/>
          <a:lstStyle/>
          <a:p>
            <a:pPr marL="0" indent="0" algn="ctr">
              <a:lnSpc>
                <a:spcPct val="115000"/>
              </a:lnSpc>
              <a:buNone/>
            </a:pPr>
            <a:r>
              <a:rPr lang="ko-KR" sz="1300" b="1" dirty="0">
                <a:solidFill>
                  <a:srgbClr val="E0607A"/>
                </a:solidFill>
                <a:latin typeface="Malgun Gothic" pitchFamily="34" charset="0"/>
                <a:ea typeface="Malgun Gothic" pitchFamily="34" charset="-122"/>
                <a:cs typeface="Malgun Gothic" pitchFamily="34" charset="-120"/>
              </a:rPr>
              <a:t>›</a:t>
            </a:r>
          </a:p>
        </p:txBody>
      </p:sp>
      <p:sp>
        <p:nvSpPr>
          <p:cNvPr id="119" name="Step 119"/>
          <p:cNvSpPr/>
          <p:nvPr/>
        </p:nvSpPr>
        <p:spPr>
          <a:xfrm>
            <a:off x="7294476" y="2210000"/>
            <a:ext cx="1977198" cy="470000"/>
          </a:xfrm>
          <a:prstGeom prst="roundRect">
            <a:avLst>
              <a:gd name="adj" fmla="val 5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0000"/>
              </a:lnSpc>
              <a:buNone/>
            </a:pPr>
            <a:r>
              <a:rPr lang="ko-KR" sz="1100" dirty="0">
                <a:solidFill>
                  <a:srgbClr val="39405C"/>
                </a:solidFill>
                <a:latin typeface="Malgun Gothic" pitchFamily="34" charset="0"/>
                <a:ea typeface="Malgun Gothic" pitchFamily="34" charset="-122"/>
                <a:cs typeface="Malgun Gothic" pitchFamily="34" charset="-120"/>
              </a:rPr>
              <a:t>Character · Story API</a:t>
            </a:r>
          </a:p>
        </p:txBody>
      </p:sp>
      <p:sp>
        <p:nvSpPr>
          <p:cNvPr id="120" name="Text 120"/>
          <p:cNvSpPr txBox="1"/>
          <p:nvPr/>
        </p:nvSpPr>
        <p:spPr>
          <a:xfrm>
            <a:off x="9271674" y="2210000"/>
            <a:ext cx="300000" cy="470000"/>
          </a:xfrm>
          <a:prstGeom prst="rect">
            <a:avLst/>
          </a:prstGeom>
          <a:noFill/>
        </p:spPr>
        <p:txBody>
          <a:bodyPr wrap="square" lIns="0" tIns="0" rIns="0" bIns="0" rtlCol="0" anchor="ctr"/>
          <a:lstStyle/>
          <a:p>
            <a:pPr marL="0" indent="0" algn="ctr">
              <a:lnSpc>
                <a:spcPct val="115000"/>
              </a:lnSpc>
              <a:buNone/>
            </a:pPr>
            <a:r>
              <a:rPr lang="ko-KR" sz="1300" b="1" dirty="0">
                <a:solidFill>
                  <a:srgbClr val="E0607A"/>
                </a:solidFill>
                <a:latin typeface="Malgun Gothic" pitchFamily="34" charset="0"/>
                <a:ea typeface="Malgun Gothic" pitchFamily="34" charset="-122"/>
                <a:cs typeface="Malgun Gothic" pitchFamily="34" charset="-120"/>
              </a:rPr>
              <a:t>›</a:t>
            </a:r>
          </a:p>
        </p:txBody>
      </p:sp>
      <p:sp>
        <p:nvSpPr>
          <p:cNvPr id="121" name="Step 121"/>
          <p:cNvSpPr/>
          <p:nvPr/>
        </p:nvSpPr>
        <p:spPr>
          <a:xfrm>
            <a:off x="9571674" y="2210000"/>
            <a:ext cx="1977198" cy="470000"/>
          </a:xfrm>
          <a:prstGeom prst="roundRect">
            <a:avLst>
              <a:gd name="adj" fmla="val 5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0000"/>
              </a:lnSpc>
              <a:buNone/>
            </a:pPr>
            <a:r>
              <a:rPr lang="ko-KR" sz="1100" dirty="0">
                <a:solidFill>
                  <a:srgbClr val="39405C"/>
                </a:solidFill>
                <a:latin typeface="Malgun Gothic" pitchFamily="34" charset="0"/>
                <a:ea typeface="Malgun Gothic" pitchFamily="34" charset="-122"/>
                <a:cs typeface="Malgun Gothic" pitchFamily="34" charset="-120"/>
              </a:rPr>
              <a:t>AI Runtime 연동</a:t>
            </a:r>
          </a:p>
        </p:txBody>
      </p:sp>
      <p:sp>
        <p:nvSpPr>
          <p:cNvPr id="122" name="Role 122"/>
          <p:cNvSpPr/>
          <p:nvPr/>
        </p:nvSpPr>
        <p:spPr>
          <a:xfrm>
            <a:off x="640080" y="2800000"/>
            <a:ext cx="1900000" cy="470000"/>
          </a:xfrm>
          <a:prstGeom prst="roundRect">
            <a:avLst>
              <a:gd name="adj" fmla="val 50000"/>
            </a:avLst>
          </a:prstGeom>
          <a:solidFill>
            <a:srgbClr val="DCF2E4"/>
          </a:solidFill>
          <a:ln>
            <a:noFill/>
          </a:ln>
          <a:effectLst/>
        </p:spPr>
        <p:txBody>
          <a:bodyPr wrap="square" lIns="0" tIns="0" rIns="0" bIns="0" rtlCol="0" anchor="ctr"/>
          <a:lstStyle/>
          <a:p>
            <a:pPr marL="0" indent="0" algn="ctr">
              <a:lnSpc>
                <a:spcPct val="110000"/>
              </a:lnSpc>
              <a:buNone/>
            </a:pPr>
            <a:r>
              <a:rPr lang="ko-KR" sz="1200" b="1" dirty="0">
                <a:solidFill>
                  <a:srgbClr val="39405C"/>
                </a:solidFill>
                <a:latin typeface="Malgun Gothic" pitchFamily="34" charset="0"/>
                <a:ea typeface="Malgun Gothic" pitchFamily="34" charset="-122"/>
                <a:cs typeface="Malgun Gothic" pitchFamily="34" charset="-120"/>
              </a:rPr>
              <a:t>A1 AI Runtime</a:t>
            </a:r>
          </a:p>
        </p:txBody>
      </p:sp>
      <p:sp>
        <p:nvSpPr>
          <p:cNvPr id="123" name="Step 123"/>
          <p:cNvSpPr/>
          <p:nvPr/>
        </p:nvSpPr>
        <p:spPr>
          <a:xfrm>
            <a:off x="2740080" y="2800000"/>
            <a:ext cx="1977198" cy="470000"/>
          </a:xfrm>
          <a:prstGeom prst="roundRect">
            <a:avLst>
              <a:gd name="adj" fmla="val 5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0000"/>
              </a:lnSpc>
              <a:buNone/>
            </a:pPr>
            <a:r>
              <a:rPr lang="ko-KR" sz="1100" dirty="0">
                <a:solidFill>
                  <a:srgbClr val="39405C"/>
                </a:solidFill>
                <a:latin typeface="Malgun Gothic" pitchFamily="34" charset="0"/>
                <a:ea typeface="Malgun Gothic" pitchFamily="34" charset="-122"/>
                <a:cs typeface="Malgun Gothic" pitchFamily="34" charset="-120"/>
              </a:rPr>
              <a:t>실행환경 구축</a:t>
            </a:r>
          </a:p>
        </p:txBody>
      </p:sp>
      <p:sp>
        <p:nvSpPr>
          <p:cNvPr id="124" name="Text 124"/>
          <p:cNvSpPr txBox="1"/>
          <p:nvPr/>
        </p:nvSpPr>
        <p:spPr>
          <a:xfrm>
            <a:off x="4717278" y="2800000"/>
            <a:ext cx="300000" cy="470000"/>
          </a:xfrm>
          <a:prstGeom prst="rect">
            <a:avLst/>
          </a:prstGeom>
          <a:noFill/>
        </p:spPr>
        <p:txBody>
          <a:bodyPr wrap="square" lIns="0" tIns="0" rIns="0" bIns="0" rtlCol="0" anchor="ctr"/>
          <a:lstStyle/>
          <a:p>
            <a:pPr marL="0" indent="0" algn="ctr">
              <a:lnSpc>
                <a:spcPct val="115000"/>
              </a:lnSpc>
              <a:buNone/>
            </a:pPr>
            <a:r>
              <a:rPr lang="ko-KR" sz="1300" b="1" dirty="0">
                <a:solidFill>
                  <a:srgbClr val="2F9E78"/>
                </a:solidFill>
                <a:latin typeface="Malgun Gothic" pitchFamily="34" charset="0"/>
                <a:ea typeface="Malgun Gothic" pitchFamily="34" charset="-122"/>
                <a:cs typeface="Malgun Gothic" pitchFamily="34" charset="-120"/>
              </a:rPr>
              <a:t>›</a:t>
            </a:r>
          </a:p>
        </p:txBody>
      </p:sp>
      <p:sp>
        <p:nvSpPr>
          <p:cNvPr id="125" name="Step 125"/>
          <p:cNvSpPr/>
          <p:nvPr/>
        </p:nvSpPr>
        <p:spPr>
          <a:xfrm>
            <a:off x="5017278" y="2800000"/>
            <a:ext cx="1977198" cy="470000"/>
          </a:xfrm>
          <a:prstGeom prst="roundRect">
            <a:avLst>
              <a:gd name="adj" fmla="val 5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0000"/>
              </a:lnSpc>
              <a:buNone/>
            </a:pPr>
            <a:r>
              <a:rPr lang="ko-KR" sz="1100" dirty="0">
                <a:solidFill>
                  <a:srgbClr val="39405C"/>
                </a:solidFill>
                <a:latin typeface="Malgun Gothic" pitchFamily="34" charset="0"/>
                <a:ea typeface="Malgun Gothic" pitchFamily="34" charset="-122"/>
                <a:cs typeface="Malgun Gothic" pitchFamily="34" charset="-120"/>
              </a:rPr>
              <a:t>Analyze Pipeline</a:t>
            </a:r>
          </a:p>
        </p:txBody>
      </p:sp>
      <p:sp>
        <p:nvSpPr>
          <p:cNvPr id="126" name="Text 126"/>
          <p:cNvSpPr txBox="1"/>
          <p:nvPr/>
        </p:nvSpPr>
        <p:spPr>
          <a:xfrm>
            <a:off x="6994476" y="2800000"/>
            <a:ext cx="300000" cy="470000"/>
          </a:xfrm>
          <a:prstGeom prst="rect">
            <a:avLst/>
          </a:prstGeom>
          <a:noFill/>
        </p:spPr>
        <p:txBody>
          <a:bodyPr wrap="square" lIns="0" tIns="0" rIns="0" bIns="0" rtlCol="0" anchor="ctr"/>
          <a:lstStyle/>
          <a:p>
            <a:pPr marL="0" indent="0" algn="ctr">
              <a:lnSpc>
                <a:spcPct val="115000"/>
              </a:lnSpc>
              <a:buNone/>
            </a:pPr>
            <a:r>
              <a:rPr lang="ko-KR" sz="1300" b="1" dirty="0">
                <a:solidFill>
                  <a:srgbClr val="2F9E78"/>
                </a:solidFill>
                <a:latin typeface="Malgun Gothic" pitchFamily="34" charset="0"/>
                <a:ea typeface="Malgun Gothic" pitchFamily="34" charset="-122"/>
                <a:cs typeface="Malgun Gothic" pitchFamily="34" charset="-120"/>
              </a:rPr>
              <a:t>›</a:t>
            </a:r>
          </a:p>
        </p:txBody>
      </p:sp>
      <p:sp>
        <p:nvSpPr>
          <p:cNvPr id="127" name="Step 127"/>
          <p:cNvSpPr/>
          <p:nvPr/>
        </p:nvSpPr>
        <p:spPr>
          <a:xfrm>
            <a:off x="7294476" y="2800000"/>
            <a:ext cx="1977198" cy="470000"/>
          </a:xfrm>
          <a:prstGeom prst="roundRect">
            <a:avLst>
              <a:gd name="adj" fmla="val 5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0000"/>
              </a:lnSpc>
              <a:buNone/>
            </a:pPr>
            <a:r>
              <a:rPr lang="ko-KR" sz="1100" dirty="0">
                <a:solidFill>
                  <a:srgbClr val="39405C"/>
                </a:solidFill>
                <a:latin typeface="Malgun Gothic" pitchFamily="34" charset="0"/>
                <a:ea typeface="Malgun Gothic" pitchFamily="34" charset="-122"/>
                <a:cs typeface="Malgun Gothic" pitchFamily="34" charset="-120"/>
              </a:rPr>
              <a:t>Skeleton · Render</a:t>
            </a:r>
          </a:p>
        </p:txBody>
      </p:sp>
      <p:sp>
        <p:nvSpPr>
          <p:cNvPr id="128" name="Text 128"/>
          <p:cNvSpPr txBox="1"/>
          <p:nvPr/>
        </p:nvSpPr>
        <p:spPr>
          <a:xfrm>
            <a:off x="9271674" y="2800000"/>
            <a:ext cx="300000" cy="470000"/>
          </a:xfrm>
          <a:prstGeom prst="rect">
            <a:avLst/>
          </a:prstGeom>
          <a:noFill/>
        </p:spPr>
        <p:txBody>
          <a:bodyPr wrap="square" lIns="0" tIns="0" rIns="0" bIns="0" rtlCol="0" anchor="ctr"/>
          <a:lstStyle/>
          <a:p>
            <a:pPr marL="0" indent="0" algn="ctr">
              <a:lnSpc>
                <a:spcPct val="115000"/>
              </a:lnSpc>
              <a:buNone/>
            </a:pPr>
            <a:r>
              <a:rPr lang="ko-KR" sz="1300" b="1" dirty="0">
                <a:solidFill>
                  <a:srgbClr val="2F9E78"/>
                </a:solidFill>
                <a:latin typeface="Malgun Gothic" pitchFamily="34" charset="0"/>
                <a:ea typeface="Malgun Gothic" pitchFamily="34" charset="-122"/>
                <a:cs typeface="Malgun Gothic" pitchFamily="34" charset="-120"/>
              </a:rPr>
              <a:t>›</a:t>
            </a:r>
          </a:p>
        </p:txBody>
      </p:sp>
      <p:sp>
        <p:nvSpPr>
          <p:cNvPr id="129" name="Step 129"/>
          <p:cNvSpPr/>
          <p:nvPr/>
        </p:nvSpPr>
        <p:spPr>
          <a:xfrm>
            <a:off x="9571674" y="2800000"/>
            <a:ext cx="1977198" cy="470000"/>
          </a:xfrm>
          <a:prstGeom prst="roundRect">
            <a:avLst>
              <a:gd name="adj" fmla="val 5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0000"/>
              </a:lnSpc>
              <a:buNone/>
            </a:pPr>
            <a:r>
              <a:rPr lang="ko-KR" sz="1100" dirty="0">
                <a:solidFill>
                  <a:srgbClr val="39405C"/>
                </a:solidFill>
                <a:latin typeface="Malgun Gothic" pitchFamily="34" charset="0"/>
                <a:ea typeface="Malgun Gothic" pitchFamily="34" charset="-122"/>
                <a:cs typeface="Malgun Gothic" pitchFamily="34" charset="-120"/>
              </a:rPr>
              <a:t>A2 Model Adapter</a:t>
            </a:r>
          </a:p>
        </p:txBody>
      </p:sp>
      <p:sp>
        <p:nvSpPr>
          <p:cNvPr id="130" name="Role 130"/>
          <p:cNvSpPr/>
          <p:nvPr/>
        </p:nvSpPr>
        <p:spPr>
          <a:xfrm>
            <a:off x="640080" y="3390000"/>
            <a:ext cx="1900000" cy="470000"/>
          </a:xfrm>
          <a:prstGeom prst="roundRect">
            <a:avLst>
              <a:gd name="adj" fmla="val 50000"/>
            </a:avLst>
          </a:prstGeom>
          <a:solidFill>
            <a:srgbClr val="FFF1C2"/>
          </a:solidFill>
          <a:ln>
            <a:noFill/>
          </a:ln>
          <a:effectLst/>
        </p:spPr>
        <p:txBody>
          <a:bodyPr wrap="square" lIns="0" tIns="0" rIns="0" bIns="0" rtlCol="0" anchor="ctr"/>
          <a:lstStyle/>
          <a:p>
            <a:pPr marL="0" indent="0" algn="ctr">
              <a:lnSpc>
                <a:spcPct val="110000"/>
              </a:lnSpc>
              <a:buNone/>
            </a:pPr>
            <a:r>
              <a:rPr lang="ko-KR" sz="1200" b="1" dirty="0">
                <a:solidFill>
                  <a:srgbClr val="39405C"/>
                </a:solidFill>
                <a:latin typeface="Malgun Gothic" pitchFamily="34" charset="0"/>
                <a:ea typeface="Malgun Gothic" pitchFamily="34" charset="-122"/>
                <a:cs typeface="Malgun Gothic" pitchFamily="34" charset="-120"/>
              </a:rPr>
              <a:t>A2 Model</a:t>
            </a:r>
          </a:p>
        </p:txBody>
      </p:sp>
      <p:sp>
        <p:nvSpPr>
          <p:cNvPr id="131" name="Step 131"/>
          <p:cNvSpPr/>
          <p:nvPr/>
        </p:nvSpPr>
        <p:spPr>
          <a:xfrm>
            <a:off x="2740080" y="3390000"/>
            <a:ext cx="1977198" cy="470000"/>
          </a:xfrm>
          <a:prstGeom prst="roundRect">
            <a:avLst>
              <a:gd name="adj" fmla="val 5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0000"/>
              </a:lnSpc>
              <a:buNone/>
            </a:pPr>
            <a:r>
              <a:rPr lang="ko-KR" sz="1100" dirty="0">
                <a:solidFill>
                  <a:srgbClr val="39405C"/>
                </a:solidFill>
                <a:latin typeface="Malgun Gothic" pitchFamily="34" charset="0"/>
                <a:ea typeface="Malgun Gothic" pitchFamily="34" charset="-122"/>
                <a:cs typeface="Malgun Gothic" pitchFamily="34" charset="-120"/>
              </a:rPr>
              <a:t>전체 Dataset 학습</a:t>
            </a:r>
          </a:p>
        </p:txBody>
      </p:sp>
      <p:sp>
        <p:nvSpPr>
          <p:cNvPr id="132" name="Text 132"/>
          <p:cNvSpPr txBox="1"/>
          <p:nvPr/>
        </p:nvSpPr>
        <p:spPr>
          <a:xfrm>
            <a:off x="4717278" y="3390000"/>
            <a:ext cx="300000" cy="470000"/>
          </a:xfrm>
          <a:prstGeom prst="rect">
            <a:avLst/>
          </a:prstGeom>
          <a:noFill/>
        </p:spPr>
        <p:txBody>
          <a:bodyPr wrap="square" lIns="0" tIns="0" rIns="0" bIns="0" rtlCol="0" anchor="ctr"/>
          <a:lstStyle/>
          <a:p>
            <a:pPr marL="0" indent="0" algn="ctr">
              <a:lnSpc>
                <a:spcPct val="115000"/>
              </a:lnSpc>
              <a:buNone/>
            </a:pPr>
            <a:r>
              <a:rPr lang="ko-KR" sz="1300" b="1" dirty="0">
                <a:solidFill>
                  <a:srgbClr val="B9860C"/>
                </a:solidFill>
                <a:latin typeface="Malgun Gothic" pitchFamily="34" charset="0"/>
                <a:ea typeface="Malgun Gothic" pitchFamily="34" charset="-122"/>
                <a:cs typeface="Malgun Gothic" pitchFamily="34" charset="-120"/>
              </a:rPr>
              <a:t>›</a:t>
            </a:r>
          </a:p>
        </p:txBody>
      </p:sp>
      <p:sp>
        <p:nvSpPr>
          <p:cNvPr id="133" name="Step 133"/>
          <p:cNvSpPr/>
          <p:nvPr/>
        </p:nvSpPr>
        <p:spPr>
          <a:xfrm>
            <a:off x="5017278" y="3390000"/>
            <a:ext cx="1977198" cy="470000"/>
          </a:xfrm>
          <a:prstGeom prst="roundRect">
            <a:avLst>
              <a:gd name="adj" fmla="val 5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0000"/>
              </a:lnSpc>
              <a:buNone/>
            </a:pPr>
            <a:r>
              <a:rPr lang="ko-KR" sz="1100" dirty="0">
                <a:solidFill>
                  <a:srgbClr val="39405C"/>
                </a:solidFill>
                <a:latin typeface="Malgun Gothic" pitchFamily="34" charset="0"/>
                <a:ea typeface="Malgun Gothic" pitchFamily="34" charset="-122"/>
                <a:cs typeface="Malgun Gothic" pitchFamily="34" charset="-120"/>
              </a:rPr>
              <a:t>Evaluation</a:t>
            </a:r>
          </a:p>
        </p:txBody>
      </p:sp>
      <p:sp>
        <p:nvSpPr>
          <p:cNvPr id="134" name="Text 134"/>
          <p:cNvSpPr txBox="1"/>
          <p:nvPr/>
        </p:nvSpPr>
        <p:spPr>
          <a:xfrm>
            <a:off x="6994476" y="3390000"/>
            <a:ext cx="300000" cy="470000"/>
          </a:xfrm>
          <a:prstGeom prst="rect">
            <a:avLst/>
          </a:prstGeom>
          <a:noFill/>
        </p:spPr>
        <p:txBody>
          <a:bodyPr wrap="square" lIns="0" tIns="0" rIns="0" bIns="0" rtlCol="0" anchor="ctr"/>
          <a:lstStyle/>
          <a:p>
            <a:pPr marL="0" indent="0" algn="ctr">
              <a:lnSpc>
                <a:spcPct val="115000"/>
              </a:lnSpc>
              <a:buNone/>
            </a:pPr>
            <a:r>
              <a:rPr lang="ko-KR" sz="1300" b="1" dirty="0">
                <a:solidFill>
                  <a:srgbClr val="B9860C"/>
                </a:solidFill>
                <a:latin typeface="Malgun Gothic" pitchFamily="34" charset="0"/>
                <a:ea typeface="Malgun Gothic" pitchFamily="34" charset="-122"/>
                <a:cs typeface="Malgun Gothic" pitchFamily="34" charset="-120"/>
              </a:rPr>
              <a:t>›</a:t>
            </a:r>
          </a:p>
        </p:txBody>
      </p:sp>
      <p:sp>
        <p:nvSpPr>
          <p:cNvPr id="135" name="Step 135"/>
          <p:cNvSpPr/>
          <p:nvPr/>
        </p:nvSpPr>
        <p:spPr>
          <a:xfrm>
            <a:off x="7294476" y="3390000"/>
            <a:ext cx="1977198" cy="470000"/>
          </a:xfrm>
          <a:prstGeom prst="roundRect">
            <a:avLst>
              <a:gd name="adj" fmla="val 5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0000"/>
              </a:lnSpc>
              <a:buNone/>
            </a:pPr>
            <a:r>
              <a:rPr lang="ko-KR" sz="1100" dirty="0">
                <a:solidFill>
                  <a:srgbClr val="39405C"/>
                </a:solidFill>
                <a:latin typeface="Malgun Gothic" pitchFamily="34" charset="0"/>
                <a:ea typeface="Malgun Gothic" pitchFamily="34" charset="-122"/>
                <a:cs typeface="Malgun Gothic" pitchFamily="34" charset="-120"/>
              </a:rPr>
              <a:t>Model 개선</a:t>
            </a:r>
          </a:p>
        </p:txBody>
      </p:sp>
      <p:sp>
        <p:nvSpPr>
          <p:cNvPr id="136" name="Text 136"/>
          <p:cNvSpPr txBox="1"/>
          <p:nvPr/>
        </p:nvSpPr>
        <p:spPr>
          <a:xfrm>
            <a:off x="9271674" y="3390000"/>
            <a:ext cx="300000" cy="470000"/>
          </a:xfrm>
          <a:prstGeom prst="rect">
            <a:avLst/>
          </a:prstGeom>
          <a:noFill/>
        </p:spPr>
        <p:txBody>
          <a:bodyPr wrap="square" lIns="0" tIns="0" rIns="0" bIns="0" rtlCol="0" anchor="ctr"/>
          <a:lstStyle/>
          <a:p>
            <a:pPr marL="0" indent="0" algn="ctr">
              <a:lnSpc>
                <a:spcPct val="115000"/>
              </a:lnSpc>
              <a:buNone/>
            </a:pPr>
            <a:r>
              <a:rPr lang="ko-KR" sz="1300" b="1" dirty="0">
                <a:solidFill>
                  <a:srgbClr val="B9860C"/>
                </a:solidFill>
                <a:latin typeface="Malgun Gothic" pitchFamily="34" charset="0"/>
                <a:ea typeface="Malgun Gothic" pitchFamily="34" charset="-122"/>
                <a:cs typeface="Malgun Gothic" pitchFamily="34" charset="-120"/>
              </a:rPr>
              <a:t>›</a:t>
            </a:r>
          </a:p>
        </p:txBody>
      </p:sp>
      <p:sp>
        <p:nvSpPr>
          <p:cNvPr id="137" name="Step 137"/>
          <p:cNvSpPr/>
          <p:nvPr/>
        </p:nvSpPr>
        <p:spPr>
          <a:xfrm>
            <a:off x="9571674" y="3390000"/>
            <a:ext cx="1977198" cy="470000"/>
          </a:xfrm>
          <a:prstGeom prst="roundRect">
            <a:avLst>
              <a:gd name="adj" fmla="val 50000"/>
            </a:avLst>
          </a:prstGeom>
          <a:solidFill>
            <a:srgbClr val="FDFEFF"/>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pPr marL="0" indent="0" algn="ctr">
              <a:lnSpc>
                <a:spcPct val="110000"/>
              </a:lnSpc>
              <a:buNone/>
            </a:pPr>
            <a:r>
              <a:rPr lang="ko-KR" sz="1100" dirty="0">
                <a:solidFill>
                  <a:srgbClr val="39405C"/>
                </a:solidFill>
                <a:latin typeface="Malgun Gothic" pitchFamily="34" charset="0"/>
                <a:ea typeface="Malgun Gothic" pitchFamily="34" charset="-122"/>
                <a:cs typeface="Malgun Gothic" pitchFamily="34" charset="-120"/>
              </a:rPr>
              <a:t>A1 Runtime 통합</a:t>
            </a:r>
          </a:p>
        </p:txBody>
      </p:sp>
      <p:sp>
        <p:nvSpPr>
          <p:cNvPr id="138" name="Closing 138"/>
          <p:cNvSpPr/>
          <p:nvPr/>
        </p:nvSpPr>
        <p:spPr>
          <a:xfrm>
            <a:off x="640080" y="4180000"/>
            <a:ext cx="10908792" cy="1780000"/>
          </a:xfrm>
          <a:prstGeom prst="roundRect">
            <a:avLst>
              <a:gd name="adj" fmla="val 12000"/>
            </a:avLst>
          </a:prstGeom>
          <a:solidFill>
            <a:srgbClr val="FBFBFE"/>
          </a:solidFill>
          <a:ln w="9525">
            <a:solidFill>
              <a:srgbClr val="D9DDF0"/>
            </a:solidFill>
          </a:ln>
          <a:effectLst>
            <a:outerShdw blurRad="228600" dist="25400" dir="5400000" algn="t" rotWithShape="0">
              <a:srgbClr val="3A4270">
                <a:alpha val="11000"/>
              </a:srgbClr>
            </a:outerShdw>
          </a:effectLst>
        </p:spPr>
        <p:txBody>
          <a:bodyPr wrap="square" lIns="0" tIns="0" rIns="0" bIns="0" rtlCol="0" anchor="ctr"/>
          <a:lstStyle/>
          <a:p>
            <a:endParaRPr lang="ko-KR"/>
          </a:p>
        </p:txBody>
      </p:sp>
      <p:pic>
        <p:nvPicPr>
          <p:cNvPr id="139" name="Picture 139"/>
          <p:cNvPicPr>
            <a:picLocks noChangeAspect="1"/>
          </p:cNvPicPr>
          <p:nvPr/>
        </p:nvPicPr>
        <p:blipFill>
          <a:blip r:embed="rId4"/>
          <a:srcRect/>
          <a:stretch>
            <a:fillRect/>
          </a:stretch>
        </p:blipFill>
        <p:spPr>
          <a:xfrm rot="-360000">
            <a:off x="940080" y="4480000"/>
            <a:ext cx="900000" cy="1040384"/>
          </a:xfrm>
          <a:prstGeom prst="rect">
            <a:avLst/>
          </a:prstGeom>
        </p:spPr>
      </p:pic>
      <p:pic>
        <p:nvPicPr>
          <p:cNvPr id="140" name="Picture 140"/>
          <p:cNvPicPr>
            <a:picLocks noChangeAspect="1"/>
          </p:cNvPicPr>
          <p:nvPr/>
        </p:nvPicPr>
        <p:blipFill>
          <a:blip r:embed="rId5"/>
          <a:srcRect/>
          <a:stretch>
            <a:fillRect/>
          </a:stretch>
        </p:blipFill>
        <p:spPr>
          <a:xfrm>
            <a:off x="10198872" y="4927315"/>
            <a:ext cx="1050000" cy="852684"/>
          </a:xfrm>
          <a:prstGeom prst="rect">
            <a:avLst/>
          </a:prstGeom>
        </p:spPr>
      </p:pic>
      <p:pic>
        <p:nvPicPr>
          <p:cNvPr id="141" name="Picture 141"/>
          <p:cNvPicPr>
            <a:picLocks noChangeAspect="1"/>
          </p:cNvPicPr>
          <p:nvPr/>
        </p:nvPicPr>
        <p:blipFill>
          <a:blip r:embed="rId6"/>
          <a:srcRect/>
          <a:stretch>
            <a:fillRect/>
          </a:stretch>
        </p:blipFill>
        <p:spPr>
          <a:xfrm rot="600000">
            <a:off x="10048872" y="4360000"/>
            <a:ext cx="620000" cy="510473"/>
          </a:xfrm>
          <a:prstGeom prst="rect">
            <a:avLst/>
          </a:prstGeom>
        </p:spPr>
      </p:pic>
      <p:sp>
        <p:nvSpPr>
          <p:cNvPr id="142" name="Text 142"/>
          <p:cNvSpPr txBox="1"/>
          <p:nvPr/>
        </p:nvSpPr>
        <p:spPr>
          <a:xfrm>
            <a:off x="2140080" y="4440000"/>
            <a:ext cx="7708792" cy="800000"/>
          </a:xfrm>
          <a:prstGeom prst="rect">
            <a:avLst/>
          </a:prstGeom>
          <a:noFill/>
        </p:spPr>
        <p:txBody>
          <a:bodyPr wrap="square" lIns="0" tIns="0" rIns="0" bIns="0" rtlCol="0" anchor="ctr"/>
          <a:lstStyle/>
          <a:p>
            <a:pPr marL="0" indent="0" algn="ctr">
              <a:lnSpc>
                <a:spcPct val="125000"/>
              </a:lnSpc>
              <a:buNone/>
            </a:pPr>
            <a:r>
              <a:rPr lang="ko-KR" sz="2200" b="1" dirty="0">
                <a:solidFill>
                  <a:srgbClr val="39405C"/>
                </a:solidFill>
                <a:latin typeface="Malgun Gothic" pitchFamily="34" charset="0"/>
                <a:ea typeface="Malgun Gothic" pitchFamily="34" charset="-122"/>
                <a:cs typeface="Malgun Gothic" pitchFamily="34" charset="-120"/>
              </a:rPr>
              <a:t>아이가 그리고, </a:t>
            </a:r>
            <a:r>
              <a:rPr lang="ko-KR" sz="2200" b="1" dirty="0">
                <a:solidFill>
                  <a:srgbClr val="8192FF"/>
                </a:solidFill>
                <a:latin typeface="Malgun Gothic" pitchFamily="34" charset="0"/>
                <a:ea typeface="Malgun Gothic" pitchFamily="34" charset="-122"/>
                <a:cs typeface="Malgun Gothic" pitchFamily="34" charset="-120"/>
              </a:rPr>
              <a:t>AI가 움직이고,</a:t>
            </a:r>
          </a:p>
          <a:p>
            <a:pPr marL="0" indent="0" algn="ctr">
              <a:lnSpc>
                <a:spcPct val="125000"/>
              </a:lnSpc>
              <a:buNone/>
            </a:pPr>
            <a:r>
              <a:rPr lang="ko-KR" sz="2200" b="1" dirty="0">
                <a:solidFill>
                  <a:srgbClr val="39405C"/>
                </a:solidFill>
                <a:latin typeface="Malgun Gothic" pitchFamily="34" charset="0"/>
                <a:ea typeface="Malgun Gothic" pitchFamily="34" charset="-122"/>
                <a:cs typeface="Malgun Gothic" pitchFamily="34" charset="-120"/>
              </a:rPr>
              <a:t>아이의 선택으로 이야기가 자랍니다.</a:t>
            </a:r>
          </a:p>
        </p:txBody>
      </p:sp>
      <p:sp>
        <p:nvSpPr>
          <p:cNvPr id="143" name="Text 143"/>
          <p:cNvSpPr txBox="1"/>
          <p:nvPr/>
        </p:nvSpPr>
        <p:spPr>
          <a:xfrm>
            <a:off x="2140080" y="5330000"/>
            <a:ext cx="7708792" cy="420000"/>
          </a:xfrm>
          <a:prstGeom prst="rect">
            <a:avLst/>
          </a:prstGeom>
          <a:noFill/>
        </p:spPr>
        <p:txBody>
          <a:bodyPr wrap="square" lIns="0" tIns="0" rIns="0" bIns="0" rtlCol="0" anchor="ctr"/>
          <a:lstStyle/>
          <a:p>
            <a:pPr marL="0" indent="0" algn="ctr">
              <a:lnSpc>
                <a:spcPct val="115000"/>
              </a:lnSpc>
              <a:buNone/>
            </a:pPr>
            <a:r>
              <a:rPr lang="ko-KR" sz="1400" b="1" dirty="0">
                <a:solidFill>
                  <a:srgbClr val="4C5CC4"/>
                </a:solidFill>
                <a:latin typeface="Malgun Gothic" pitchFamily="34" charset="0"/>
                <a:ea typeface="Malgun Gothic" pitchFamily="34" charset="-122"/>
                <a:cs typeface="Malgun Gothic" pitchFamily="34" charset="-120"/>
              </a:rPr>
              <a:t>아이의 그림을 바꾸지 않고, 이야기를 시작합니다.</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marL="0" indent="0" algn="r">
              <a:buNone/>
            </a:pPr>
            <a:r>
              <a:rPr lang="en-US" sz="1000" dirty="0">
                <a:solidFill>
                  <a:srgbClr val="8A91AA"/>
                </a:solidFill>
                <a:latin typeface="Malgun Gothic" pitchFamily="34" charset="0"/>
                <a:ea typeface="Malgun Gothic" pitchFamily="34" charset="-122"/>
                <a:cs typeface="Malgun Gothic" pitchFamily="34" charset="-120"/>
              </a:rPr>
              <a:t>23</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marL="0" indent="0">
              <a:buNone/>
            </a:pPr>
            <a:r>
              <a:rPr lang="en-US" sz="1300" b="1" dirty="0">
                <a:solidFill>
                  <a:srgbClr val="4C5CC4"/>
                </a:solidFill>
                <a:latin typeface="Malgun Gothic" pitchFamily="34" charset="0"/>
                <a:ea typeface="Malgun Gothic" pitchFamily="34" charset="-122"/>
                <a:cs typeface="Malgun Gothic" pitchFamily="34" charset="-120"/>
              </a:rPr>
              <a:t>BACKUP · Q&amp;A용 · 최종 제출 문서 계획</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marL="0" indent="0">
              <a:buNone/>
            </a:pPr>
            <a:r>
              <a:rPr lang="en-US" sz="3000" b="1" dirty="0">
                <a:solidFill>
                  <a:srgbClr val="39405C"/>
                </a:solidFill>
                <a:latin typeface="Malgun Gothic" pitchFamily="34" charset="0"/>
                <a:ea typeface="Malgun Gothic" pitchFamily="34" charset="-122"/>
                <a:cs typeface="Malgun Gothic" pitchFamily="34" charset="-120"/>
              </a:rPr>
              <a:t>최종 제출까지 문서 세 개를 더 만듭니다</a:t>
            </a:r>
            <a:endParaRPr lang="en-US" sz="3000" dirty="0"/>
          </a:p>
        </p:txBody>
      </p:sp>
      <p:sp>
        <p:nvSpPr>
          <p:cNvPr id="5" name="Rounded Rectangle 4"/>
          <p:cNvSpPr/>
          <p:nvPr/>
        </p:nvSpPr>
        <p:spPr>
          <a:xfrm>
            <a:off x="640080" y="1664208"/>
            <a:ext cx="3483864" cy="2788920"/>
          </a:xfrm>
          <a:prstGeom prst="roundRect">
            <a:avLst>
              <a:gd name="adj" fmla="val 12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6" name="Oval 5"/>
          <p:cNvSpPr/>
          <p:nvPr/>
        </p:nvSpPr>
        <p:spPr>
          <a:xfrm>
            <a:off x="841247" y="1828800"/>
            <a:ext cx="146304" cy="146304"/>
          </a:xfrm>
          <a:prstGeom prst="ellipse">
            <a:avLst/>
          </a:prstGeom>
          <a:solidFill>
            <a:srgbClr val="4C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78992" y="1755648"/>
            <a:ext cx="2926080" cy="310896"/>
          </a:xfrm>
          <a:prstGeom prst="rect">
            <a:avLst/>
          </a:prstGeom>
          <a:noFill/>
        </p:spPr>
        <p:txBody>
          <a:bodyPr wrap="square" lIns="0" tIns="0" rIns="0" bIns="0" anchor="ctr">
            <a:spAutoFit/>
          </a:bodyPr>
          <a:lstStyle/>
          <a:p>
            <a:pPr algn="l">
              <a:lnSpc>
                <a:spcPct val="118000"/>
              </a:lnSpc>
            </a:pPr>
            <a:r>
              <a:rPr sz="1500" b="1">
                <a:solidFill>
                  <a:srgbClr val="39405C"/>
                </a:solidFill>
                <a:latin typeface="Malgun Gothic"/>
                <a:ea typeface="Malgun Gothic"/>
                <a:cs typeface="Malgun Gothic"/>
              </a:rPr>
              <a:t>ERD</a:t>
            </a:r>
          </a:p>
        </p:txBody>
      </p:sp>
      <p:sp>
        <p:nvSpPr>
          <p:cNvPr id="8" name="TextBox 7"/>
          <p:cNvSpPr txBox="1"/>
          <p:nvPr/>
        </p:nvSpPr>
        <p:spPr>
          <a:xfrm>
            <a:off x="841247" y="2121408"/>
            <a:ext cx="3108960" cy="256032"/>
          </a:xfrm>
          <a:prstGeom prst="rect">
            <a:avLst/>
          </a:prstGeom>
          <a:noFill/>
        </p:spPr>
        <p:txBody>
          <a:bodyPr wrap="square" lIns="0" tIns="0" rIns="0" bIns="0" anchor="t">
            <a:spAutoFit/>
          </a:bodyPr>
          <a:lstStyle/>
          <a:p>
            <a:pPr algn="l">
              <a:lnSpc>
                <a:spcPct val="118000"/>
              </a:lnSpc>
            </a:pPr>
            <a:r>
              <a:rPr sz="1000" b="1">
                <a:solidFill>
                  <a:srgbClr val="4C5CC4"/>
                </a:solidFill>
                <a:latin typeface="Malgun Gothic"/>
                <a:ea typeface="Malgun Gothic"/>
                <a:cs typeface="Malgun Gothic"/>
              </a:rPr>
              <a:t>서민지</a:t>
            </a:r>
          </a:p>
        </p:txBody>
      </p:sp>
      <p:sp>
        <p:nvSpPr>
          <p:cNvPr id="9" name="TextBox 8"/>
          <p:cNvSpPr txBox="1"/>
          <p:nvPr/>
        </p:nvSpPr>
        <p:spPr>
          <a:xfrm>
            <a:off x="841247" y="2395728"/>
            <a:ext cx="3108960" cy="237744"/>
          </a:xfrm>
          <a:prstGeom prst="rect">
            <a:avLst/>
          </a:prstGeom>
          <a:noFill/>
        </p:spPr>
        <p:txBody>
          <a:bodyPr wrap="square" lIns="0" tIns="0" rIns="0" bIns="0" anchor="t">
            <a:spAutoFit/>
          </a:bodyPr>
          <a:lstStyle/>
          <a:p>
            <a:pPr algn="l">
              <a:lnSpc>
                <a:spcPct val="118000"/>
              </a:lnSpc>
            </a:pPr>
            <a:r>
              <a:rPr sz="900" b="0">
                <a:solidFill>
                  <a:srgbClr val="8A91AA"/>
                </a:solidFill>
                <a:latin typeface="Malgun Gothic"/>
                <a:ea typeface="Malgun Gothic"/>
                <a:cs typeface="Malgun Gothic"/>
              </a:rPr>
              <a:t>WBS 위치 · 설계 › DB 구조 설계 다음</a:t>
            </a:r>
          </a:p>
        </p:txBody>
      </p:sp>
      <p:sp>
        <p:nvSpPr>
          <p:cNvPr id="10" name="TextBox 9"/>
          <p:cNvSpPr txBox="1"/>
          <p:nvPr/>
        </p:nvSpPr>
        <p:spPr>
          <a:xfrm>
            <a:off x="841247" y="2743200"/>
            <a:ext cx="3127248" cy="1280160"/>
          </a:xfrm>
          <a:prstGeom prst="rect">
            <a:avLst/>
          </a:prstGeom>
          <a:noFill/>
        </p:spPr>
        <p:txBody>
          <a:bodyPr wrap="square" lIns="0" tIns="0" rIns="0" bIns="0" anchor="t">
            <a:spAutoFit/>
          </a:bodyPr>
          <a:lstStyle/>
          <a:p>
            <a:pPr marL="146304" indent="-146304" algn="l">
              <a:lnSpc>
                <a:spcPct val="110000"/>
              </a:lnSpc>
              <a:spcAft>
                <a:spcPts val="300"/>
              </a:spcAft>
              <a:buClr>
                <a:srgbClr val="4C5CC4"/>
              </a:buClr>
              <a:buFont typeface="Arial"/>
              <a:buChar char="•"/>
            </a:pPr>
            <a:r>
              <a:rPr sz="980" b="0">
                <a:solidFill>
                  <a:srgbClr val="4A5170"/>
                </a:solidFill>
                <a:latin typeface="Malgun Gothic"/>
                <a:ea typeface="Malgun Gothic"/>
                <a:cs typeface="Malgun Gothic"/>
              </a:rPr>
              <a:t>Character · Story · Selection · Job Entity 정의</a:t>
            </a:r>
          </a:p>
          <a:p>
            <a:pPr marL="146304" indent="-146304" algn="l">
              <a:lnSpc>
                <a:spcPct val="110000"/>
              </a:lnSpc>
              <a:spcAft>
                <a:spcPts val="300"/>
              </a:spcAft>
              <a:buClr>
                <a:srgbClr val="4C5CC4"/>
              </a:buClr>
              <a:buFont typeface="Arial"/>
              <a:buChar char="•"/>
            </a:pPr>
            <a:r>
              <a:rPr sz="980" b="0">
                <a:solidFill>
                  <a:srgbClr val="4A5170"/>
                </a:solidFill>
                <a:latin typeface="Malgun Gothic"/>
                <a:ea typeface="Malgun Gothic"/>
                <a:cs typeface="Malgun Gothic"/>
              </a:rPr>
              <a:t>PK / FK · Relationship · Cardinality</a:t>
            </a:r>
          </a:p>
          <a:p>
            <a:pPr marL="146304" indent="-146304" algn="l">
              <a:lnSpc>
                <a:spcPct val="110000"/>
              </a:lnSpc>
              <a:spcAft>
                <a:spcPts val="300"/>
              </a:spcAft>
              <a:buClr>
                <a:srgbClr val="4C5CC4"/>
              </a:buClr>
              <a:buFont typeface="Arial"/>
              <a:buChar char="•"/>
            </a:pPr>
            <a:r>
              <a:rPr sz="980" b="0">
                <a:solidFill>
                  <a:srgbClr val="4A5170"/>
                </a:solidFill>
                <a:latin typeface="Malgun Gothic"/>
                <a:ea typeface="Malgun Gothic"/>
                <a:cs typeface="Malgun Gothic"/>
              </a:rPr>
              <a:t>API ↔ DB Entity Mapping 검토</a:t>
            </a:r>
          </a:p>
        </p:txBody>
      </p:sp>
      <p:sp>
        <p:nvSpPr>
          <p:cNvPr id="11" name="TextBox 10"/>
          <p:cNvSpPr txBox="1"/>
          <p:nvPr/>
        </p:nvSpPr>
        <p:spPr>
          <a:xfrm>
            <a:off x="841247" y="3749039"/>
            <a:ext cx="3127248" cy="640080"/>
          </a:xfrm>
          <a:prstGeom prst="rect">
            <a:avLst/>
          </a:prstGeom>
          <a:noFill/>
        </p:spPr>
        <p:txBody>
          <a:bodyPr wrap="square" lIns="0" tIns="0" rIns="0" bIns="0" anchor="t">
            <a:spAutoFit/>
          </a:bodyPr>
          <a:lstStyle/>
          <a:p>
            <a:pPr algn="l">
              <a:lnSpc>
                <a:spcPct val="112000"/>
              </a:lnSpc>
            </a:pPr>
            <a:r>
              <a:rPr sz="930" b="1">
                <a:solidFill>
                  <a:srgbClr val="5A6282"/>
                </a:solidFill>
                <a:latin typeface="Malgun Gothic"/>
                <a:ea typeface="Malgun Gothic"/>
                <a:cs typeface="Malgun Gothic"/>
              </a:rPr>
              <a:t>지금 DB 구조를 개발에 바로 쓸 수 있는 ERD로 정리</a:t>
            </a:r>
          </a:p>
        </p:txBody>
      </p:sp>
      <p:sp>
        <p:nvSpPr>
          <p:cNvPr id="12" name="Rounded Rectangle 11"/>
          <p:cNvSpPr/>
          <p:nvPr/>
        </p:nvSpPr>
        <p:spPr>
          <a:xfrm>
            <a:off x="4352544" y="1664208"/>
            <a:ext cx="3483864" cy="2788920"/>
          </a:xfrm>
          <a:prstGeom prst="roundRect">
            <a:avLst>
              <a:gd name="adj" fmla="val 12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3" name="Oval 12"/>
          <p:cNvSpPr/>
          <p:nvPr/>
        </p:nvSpPr>
        <p:spPr>
          <a:xfrm>
            <a:off x="4553712" y="1828800"/>
            <a:ext cx="146304" cy="146304"/>
          </a:xfrm>
          <a:prstGeom prst="ellipse">
            <a:avLst/>
          </a:prstGeom>
          <a:solidFill>
            <a:srgbClr val="4C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791456" y="1755648"/>
            <a:ext cx="2926080" cy="310896"/>
          </a:xfrm>
          <a:prstGeom prst="rect">
            <a:avLst/>
          </a:prstGeom>
          <a:noFill/>
        </p:spPr>
        <p:txBody>
          <a:bodyPr wrap="square" lIns="0" tIns="0" rIns="0" bIns="0" anchor="ctr">
            <a:spAutoFit/>
          </a:bodyPr>
          <a:lstStyle/>
          <a:p>
            <a:pPr algn="l">
              <a:lnSpc>
                <a:spcPct val="118000"/>
              </a:lnSpc>
            </a:pPr>
            <a:r>
              <a:rPr sz="1500" b="1">
                <a:solidFill>
                  <a:srgbClr val="39405C"/>
                </a:solidFill>
                <a:latin typeface="Malgun Gothic"/>
                <a:ea typeface="Malgun Gothic"/>
                <a:cs typeface="Malgun Gothic"/>
              </a:rPr>
              <a:t>AI 아키텍처</a:t>
            </a:r>
          </a:p>
        </p:txBody>
      </p:sp>
      <p:sp>
        <p:nvSpPr>
          <p:cNvPr id="15" name="TextBox 14"/>
          <p:cNvSpPr txBox="1"/>
          <p:nvPr/>
        </p:nvSpPr>
        <p:spPr>
          <a:xfrm>
            <a:off x="4553712" y="2121408"/>
            <a:ext cx="3108960" cy="256032"/>
          </a:xfrm>
          <a:prstGeom prst="rect">
            <a:avLst/>
          </a:prstGeom>
          <a:noFill/>
        </p:spPr>
        <p:txBody>
          <a:bodyPr wrap="square" lIns="0" tIns="0" rIns="0" bIns="0" anchor="t">
            <a:spAutoFit/>
          </a:bodyPr>
          <a:lstStyle/>
          <a:p>
            <a:pPr algn="l">
              <a:lnSpc>
                <a:spcPct val="118000"/>
              </a:lnSpc>
            </a:pPr>
            <a:r>
              <a:rPr sz="1000" b="1">
                <a:solidFill>
                  <a:srgbClr val="4C5CC4"/>
                </a:solidFill>
                <a:latin typeface="Malgun Gothic"/>
                <a:ea typeface="Malgun Gothic"/>
                <a:cs typeface="Malgun Gothic"/>
              </a:rPr>
              <a:t>김수정 주담당 · 김민준 협업</a:t>
            </a:r>
          </a:p>
        </p:txBody>
      </p:sp>
      <p:sp>
        <p:nvSpPr>
          <p:cNvPr id="16" name="TextBox 15"/>
          <p:cNvSpPr txBox="1"/>
          <p:nvPr/>
        </p:nvSpPr>
        <p:spPr>
          <a:xfrm>
            <a:off x="4553712" y="2395728"/>
            <a:ext cx="3108960" cy="237744"/>
          </a:xfrm>
          <a:prstGeom prst="rect">
            <a:avLst/>
          </a:prstGeom>
          <a:noFill/>
        </p:spPr>
        <p:txBody>
          <a:bodyPr wrap="square" lIns="0" tIns="0" rIns="0" bIns="0" anchor="t">
            <a:spAutoFit/>
          </a:bodyPr>
          <a:lstStyle/>
          <a:p>
            <a:pPr algn="l">
              <a:lnSpc>
                <a:spcPct val="118000"/>
              </a:lnSpc>
            </a:pPr>
            <a:r>
              <a:rPr sz="900" b="0">
                <a:solidFill>
                  <a:srgbClr val="8A91AA"/>
                </a:solidFill>
                <a:latin typeface="Malgun Gothic"/>
                <a:ea typeface="Malgun Gothic"/>
                <a:cs typeface="Malgun Gothic"/>
              </a:rPr>
              <a:t>WBS 위치 · 설계 › AI Runtime Pipeline 설계 다음</a:t>
            </a:r>
          </a:p>
        </p:txBody>
      </p:sp>
      <p:sp>
        <p:nvSpPr>
          <p:cNvPr id="17" name="TextBox 16"/>
          <p:cNvSpPr txBox="1"/>
          <p:nvPr/>
        </p:nvSpPr>
        <p:spPr>
          <a:xfrm>
            <a:off x="4553712" y="2743200"/>
            <a:ext cx="3127248" cy="1280160"/>
          </a:xfrm>
          <a:prstGeom prst="rect">
            <a:avLst/>
          </a:prstGeom>
          <a:noFill/>
        </p:spPr>
        <p:txBody>
          <a:bodyPr wrap="square" lIns="0" tIns="0" rIns="0" bIns="0" anchor="t">
            <a:spAutoFit/>
          </a:bodyPr>
          <a:lstStyle/>
          <a:p>
            <a:pPr marL="146304" indent="-146304" algn="l">
              <a:lnSpc>
                <a:spcPct val="110000"/>
              </a:lnSpc>
              <a:spcAft>
                <a:spcPts val="300"/>
              </a:spcAft>
              <a:buClr>
                <a:srgbClr val="4C5CC4"/>
              </a:buClr>
              <a:buFont typeface="Arial"/>
              <a:buChar char="•"/>
            </a:pPr>
            <a:r>
              <a:rPr sz="980" b="0">
                <a:solidFill>
                  <a:srgbClr val="4A5170"/>
                </a:solidFill>
                <a:latin typeface="Malgun Gothic"/>
                <a:ea typeface="Malgun Gothic"/>
                <a:cs typeface="Malgun Gothic"/>
              </a:rPr>
              <a:t>Detection · Pose · Mask · Skeleton · Render 모듈</a:t>
            </a:r>
          </a:p>
          <a:p>
            <a:pPr marL="146304" indent="-146304" algn="l">
              <a:lnSpc>
                <a:spcPct val="110000"/>
              </a:lnSpc>
              <a:spcAft>
                <a:spcPts val="300"/>
              </a:spcAft>
              <a:buClr>
                <a:srgbClr val="4C5CC4"/>
              </a:buClr>
              <a:buFont typeface="Arial"/>
              <a:buChar char="•"/>
            </a:pPr>
            <a:r>
              <a:rPr sz="980" b="0">
                <a:solidFill>
                  <a:srgbClr val="4A5170"/>
                </a:solidFill>
                <a:latin typeface="Malgun Gothic"/>
                <a:ea typeface="Malgun Gothic"/>
                <a:cs typeface="Malgun Gothic"/>
              </a:rPr>
              <a:t>A1 Runtime ↔ A2 Pose Model · Adapter 구조</a:t>
            </a:r>
          </a:p>
          <a:p>
            <a:pPr marL="146304" indent="-146304" algn="l">
              <a:lnSpc>
                <a:spcPct val="110000"/>
              </a:lnSpc>
              <a:spcAft>
                <a:spcPts val="300"/>
              </a:spcAft>
              <a:buClr>
                <a:srgbClr val="4C5CC4"/>
              </a:buClr>
              <a:buFont typeface="Arial"/>
              <a:buChar char="•"/>
            </a:pPr>
            <a:r>
              <a:rPr sz="980" b="0">
                <a:solidFill>
                  <a:srgbClr val="4A5170"/>
                </a:solidFill>
                <a:latin typeface="Malgun Gothic"/>
                <a:ea typeface="Malgun Gothic"/>
                <a:cs typeface="Malgun Gothic"/>
              </a:rPr>
              <a:t>AI Input / Output · Backend Internal API</a:t>
            </a:r>
          </a:p>
        </p:txBody>
      </p:sp>
      <p:sp>
        <p:nvSpPr>
          <p:cNvPr id="18" name="TextBox 17"/>
          <p:cNvSpPr txBox="1"/>
          <p:nvPr/>
        </p:nvSpPr>
        <p:spPr>
          <a:xfrm>
            <a:off x="4553712" y="3749039"/>
            <a:ext cx="3127248" cy="640080"/>
          </a:xfrm>
          <a:prstGeom prst="rect">
            <a:avLst/>
          </a:prstGeom>
          <a:noFill/>
        </p:spPr>
        <p:txBody>
          <a:bodyPr wrap="square" lIns="0" tIns="0" rIns="0" bIns="0" anchor="t">
            <a:spAutoFit/>
          </a:bodyPr>
          <a:lstStyle/>
          <a:p>
            <a:pPr algn="l">
              <a:lnSpc>
                <a:spcPct val="112000"/>
              </a:lnSpc>
            </a:pPr>
            <a:r>
              <a:rPr sz="930" b="1">
                <a:solidFill>
                  <a:srgbClr val="5A6282"/>
                </a:solidFill>
                <a:latin typeface="Malgun Gothic"/>
                <a:ea typeface="Malgun Gothic"/>
                <a:cs typeface="Malgun Gothic"/>
              </a:rPr>
              <a:t>Flow Chart는 처리 순서, AI 아키텍처는 구성 요소와 연결</a:t>
            </a:r>
          </a:p>
        </p:txBody>
      </p:sp>
      <p:sp>
        <p:nvSpPr>
          <p:cNvPr id="19" name="Rounded Rectangle 18"/>
          <p:cNvSpPr/>
          <p:nvPr/>
        </p:nvSpPr>
        <p:spPr>
          <a:xfrm>
            <a:off x="8065007" y="1664208"/>
            <a:ext cx="3483864" cy="2788920"/>
          </a:xfrm>
          <a:prstGeom prst="roundRect">
            <a:avLst>
              <a:gd name="adj" fmla="val 12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20" name="Oval 19"/>
          <p:cNvSpPr/>
          <p:nvPr/>
        </p:nvSpPr>
        <p:spPr>
          <a:xfrm>
            <a:off x="8266175" y="1828800"/>
            <a:ext cx="146304" cy="146304"/>
          </a:xfrm>
          <a:prstGeom prst="ellipse">
            <a:avLst/>
          </a:prstGeom>
          <a:solidFill>
            <a:srgbClr val="4C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503919" y="1755648"/>
            <a:ext cx="2926080" cy="310896"/>
          </a:xfrm>
          <a:prstGeom prst="rect">
            <a:avLst/>
          </a:prstGeom>
          <a:noFill/>
        </p:spPr>
        <p:txBody>
          <a:bodyPr wrap="square" lIns="0" tIns="0" rIns="0" bIns="0" anchor="ctr">
            <a:spAutoFit/>
          </a:bodyPr>
          <a:lstStyle/>
          <a:p>
            <a:pPr algn="l">
              <a:lnSpc>
                <a:spcPct val="118000"/>
              </a:lnSpc>
            </a:pPr>
            <a:r>
              <a:rPr sz="1500" b="1">
                <a:solidFill>
                  <a:srgbClr val="39405C"/>
                </a:solidFill>
                <a:latin typeface="Malgun Gothic"/>
                <a:ea typeface="Malgun Gothic"/>
                <a:cs typeface="Malgun Gothic"/>
              </a:rPr>
              <a:t>소프트웨어 아키텍처</a:t>
            </a:r>
          </a:p>
        </p:txBody>
      </p:sp>
      <p:sp>
        <p:nvSpPr>
          <p:cNvPr id="22" name="TextBox 21"/>
          <p:cNvSpPr txBox="1"/>
          <p:nvPr/>
        </p:nvSpPr>
        <p:spPr>
          <a:xfrm>
            <a:off x="8266175" y="2121408"/>
            <a:ext cx="3108960" cy="256032"/>
          </a:xfrm>
          <a:prstGeom prst="rect">
            <a:avLst/>
          </a:prstGeom>
          <a:noFill/>
        </p:spPr>
        <p:txBody>
          <a:bodyPr wrap="square" lIns="0" tIns="0" rIns="0" bIns="0" anchor="t">
            <a:spAutoFit/>
          </a:bodyPr>
          <a:lstStyle/>
          <a:p>
            <a:pPr algn="l">
              <a:lnSpc>
                <a:spcPct val="118000"/>
              </a:lnSpc>
            </a:pPr>
            <a:r>
              <a:rPr sz="1000" b="1">
                <a:solidFill>
                  <a:srgbClr val="4C5CC4"/>
                </a:solidFill>
                <a:latin typeface="Malgun Gothic"/>
                <a:ea typeface="Malgun Gothic"/>
                <a:cs typeface="Malgun Gothic"/>
              </a:rPr>
              <a:t>김민준 · 전원 검토</a:t>
            </a:r>
          </a:p>
        </p:txBody>
      </p:sp>
      <p:sp>
        <p:nvSpPr>
          <p:cNvPr id="23" name="TextBox 22"/>
          <p:cNvSpPr txBox="1"/>
          <p:nvPr/>
        </p:nvSpPr>
        <p:spPr>
          <a:xfrm>
            <a:off x="8266175" y="2395728"/>
            <a:ext cx="3108960" cy="237744"/>
          </a:xfrm>
          <a:prstGeom prst="rect">
            <a:avLst/>
          </a:prstGeom>
          <a:noFill/>
        </p:spPr>
        <p:txBody>
          <a:bodyPr wrap="square" lIns="0" tIns="0" rIns="0" bIns="0" anchor="t">
            <a:spAutoFit/>
          </a:bodyPr>
          <a:lstStyle/>
          <a:p>
            <a:pPr algn="l">
              <a:lnSpc>
                <a:spcPct val="118000"/>
              </a:lnSpc>
            </a:pPr>
            <a:r>
              <a:rPr sz="900" b="0">
                <a:solidFill>
                  <a:srgbClr val="8A91AA"/>
                </a:solidFill>
                <a:latin typeface="Malgun Gothic"/>
                <a:ea typeface="Malgun Gothic"/>
                <a:cs typeface="Malgun Gothic"/>
              </a:rPr>
              <a:t>WBS 위치 · 설계 › 시스템 아키텍처 다음</a:t>
            </a:r>
          </a:p>
        </p:txBody>
      </p:sp>
      <p:sp>
        <p:nvSpPr>
          <p:cNvPr id="24" name="TextBox 23"/>
          <p:cNvSpPr txBox="1"/>
          <p:nvPr/>
        </p:nvSpPr>
        <p:spPr>
          <a:xfrm>
            <a:off x="8266175" y="2743200"/>
            <a:ext cx="3127248" cy="1280160"/>
          </a:xfrm>
          <a:prstGeom prst="rect">
            <a:avLst/>
          </a:prstGeom>
          <a:noFill/>
        </p:spPr>
        <p:txBody>
          <a:bodyPr wrap="square" lIns="0" tIns="0" rIns="0" bIns="0" anchor="t">
            <a:spAutoFit/>
          </a:bodyPr>
          <a:lstStyle/>
          <a:p>
            <a:pPr marL="146304" indent="-146304" algn="l">
              <a:lnSpc>
                <a:spcPct val="110000"/>
              </a:lnSpc>
              <a:spcAft>
                <a:spcPts val="300"/>
              </a:spcAft>
              <a:buClr>
                <a:srgbClr val="4C5CC4"/>
              </a:buClr>
              <a:buFont typeface="Arial"/>
              <a:buChar char="•"/>
            </a:pPr>
            <a:r>
              <a:rPr sz="980" b="0">
                <a:solidFill>
                  <a:srgbClr val="4A5170"/>
                </a:solidFill>
                <a:latin typeface="Malgun Gothic"/>
                <a:ea typeface="Malgun Gothic"/>
                <a:cs typeface="Malgun Gothic"/>
              </a:rPr>
              <a:t>FE · BE · AI Runtime · A2 모듈 구조와 책임</a:t>
            </a:r>
          </a:p>
          <a:p>
            <a:pPr marL="146304" indent="-146304" algn="l">
              <a:lnSpc>
                <a:spcPct val="110000"/>
              </a:lnSpc>
              <a:spcAft>
                <a:spcPts val="300"/>
              </a:spcAft>
              <a:buClr>
                <a:srgbClr val="4C5CC4"/>
              </a:buClr>
              <a:buFont typeface="Arial"/>
              <a:buChar char="•"/>
            </a:pPr>
            <a:r>
              <a:rPr sz="980" b="0">
                <a:solidFill>
                  <a:srgbClr val="4A5170"/>
                </a:solidFill>
                <a:latin typeface="Malgun Gothic"/>
                <a:ea typeface="Malgun Gothic"/>
                <a:cs typeface="Malgun Gothic"/>
              </a:rPr>
              <a:t>Component Interface · 모듈 Dependency</a:t>
            </a:r>
          </a:p>
          <a:p>
            <a:pPr marL="146304" indent="-146304" algn="l">
              <a:lnSpc>
                <a:spcPct val="110000"/>
              </a:lnSpc>
              <a:spcAft>
                <a:spcPts val="300"/>
              </a:spcAft>
              <a:buClr>
                <a:srgbClr val="4C5CC4"/>
              </a:buClr>
              <a:buFont typeface="Arial"/>
              <a:buChar char="•"/>
            </a:pPr>
            <a:r>
              <a:rPr sz="980" b="0">
                <a:solidFill>
                  <a:srgbClr val="4A5170"/>
                </a:solidFill>
                <a:latin typeface="Malgun Gothic"/>
                <a:ea typeface="Malgun Gothic"/>
                <a:cs typeface="Malgun Gothic"/>
              </a:rPr>
              <a:t>Backend Service Layer · 기술 스택 · 실행 구조</a:t>
            </a:r>
          </a:p>
        </p:txBody>
      </p:sp>
      <p:sp>
        <p:nvSpPr>
          <p:cNvPr id="25" name="TextBox 24"/>
          <p:cNvSpPr txBox="1"/>
          <p:nvPr/>
        </p:nvSpPr>
        <p:spPr>
          <a:xfrm>
            <a:off x="8266175" y="3749039"/>
            <a:ext cx="3127248" cy="640080"/>
          </a:xfrm>
          <a:prstGeom prst="rect">
            <a:avLst/>
          </a:prstGeom>
          <a:noFill/>
        </p:spPr>
        <p:txBody>
          <a:bodyPr wrap="square" lIns="0" tIns="0" rIns="0" bIns="0" anchor="t">
            <a:spAutoFit/>
          </a:bodyPr>
          <a:lstStyle/>
          <a:p>
            <a:pPr algn="l">
              <a:lnSpc>
                <a:spcPct val="112000"/>
              </a:lnSpc>
            </a:pPr>
            <a:r>
              <a:rPr sz="930" b="1">
                <a:solidFill>
                  <a:srgbClr val="5A6282"/>
                </a:solidFill>
                <a:latin typeface="Malgun Gothic"/>
                <a:ea typeface="Malgun Gothic"/>
                <a:cs typeface="Malgun Gothic"/>
              </a:rPr>
              <a:t>시스템 = 어디에 배치되나, 소프트웨어 = 모듈이 어떻게 나뉘고 호출되나</a:t>
            </a:r>
          </a:p>
        </p:txBody>
      </p:sp>
      <p:sp>
        <p:nvSpPr>
          <p:cNvPr id="26" name="Rounded Rectangle 25"/>
          <p:cNvSpPr/>
          <p:nvPr/>
        </p:nvSpPr>
        <p:spPr>
          <a:xfrm>
            <a:off x="640080" y="4663440"/>
            <a:ext cx="10908792" cy="1481328"/>
          </a:xfrm>
          <a:prstGeom prst="roundRect">
            <a:avLst>
              <a:gd name="adj" fmla="val 12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27" name="TextBox 26"/>
          <p:cNvSpPr txBox="1"/>
          <p:nvPr/>
        </p:nvSpPr>
        <p:spPr>
          <a:xfrm>
            <a:off x="868680" y="4800600"/>
            <a:ext cx="1188720" cy="219456"/>
          </a:xfrm>
          <a:prstGeom prst="rect">
            <a:avLst/>
          </a:prstGeom>
          <a:noFill/>
        </p:spPr>
        <p:txBody>
          <a:bodyPr wrap="square" lIns="0" tIns="0" rIns="0" bIns="0" anchor="t">
            <a:spAutoFit/>
          </a:bodyPr>
          <a:lstStyle/>
          <a:p>
            <a:pPr algn="l">
              <a:lnSpc>
                <a:spcPct val="118000"/>
              </a:lnSpc>
            </a:pPr>
            <a:r>
              <a:rPr sz="900" b="1">
                <a:solidFill>
                  <a:srgbClr val="8A91AA"/>
                </a:solidFill>
                <a:latin typeface="Malgun Gothic"/>
                <a:ea typeface="Malgun Gothic"/>
                <a:cs typeface="Malgun Gothic"/>
              </a:rPr>
              <a:t>담당자</a:t>
            </a:r>
          </a:p>
        </p:txBody>
      </p:sp>
      <p:sp>
        <p:nvSpPr>
          <p:cNvPr id="28" name="TextBox 27"/>
          <p:cNvSpPr txBox="1"/>
          <p:nvPr/>
        </p:nvSpPr>
        <p:spPr>
          <a:xfrm>
            <a:off x="2194560" y="4800600"/>
            <a:ext cx="2194560" cy="219456"/>
          </a:xfrm>
          <a:prstGeom prst="rect">
            <a:avLst/>
          </a:prstGeom>
          <a:noFill/>
        </p:spPr>
        <p:txBody>
          <a:bodyPr wrap="square" lIns="0" tIns="0" rIns="0" bIns="0" anchor="t">
            <a:spAutoFit/>
          </a:bodyPr>
          <a:lstStyle/>
          <a:p>
            <a:pPr algn="l">
              <a:lnSpc>
                <a:spcPct val="118000"/>
              </a:lnSpc>
            </a:pPr>
            <a:r>
              <a:rPr sz="900" b="1">
                <a:solidFill>
                  <a:srgbClr val="8A91AA"/>
                </a:solidFill>
                <a:latin typeface="Malgun Gothic"/>
                <a:ea typeface="Malgun Gothic"/>
                <a:cs typeface="Malgun Gothic"/>
              </a:rPr>
              <a:t>중간 산출물 (10/2)</a:t>
            </a:r>
          </a:p>
        </p:txBody>
      </p:sp>
      <p:sp>
        <p:nvSpPr>
          <p:cNvPr id="29" name="TextBox 28"/>
          <p:cNvSpPr txBox="1"/>
          <p:nvPr/>
        </p:nvSpPr>
        <p:spPr>
          <a:xfrm>
            <a:off x="4572000" y="4800600"/>
            <a:ext cx="3657600" cy="219456"/>
          </a:xfrm>
          <a:prstGeom prst="rect">
            <a:avLst/>
          </a:prstGeom>
          <a:noFill/>
        </p:spPr>
        <p:txBody>
          <a:bodyPr wrap="square" lIns="0" tIns="0" rIns="0" bIns="0" anchor="t">
            <a:spAutoFit/>
          </a:bodyPr>
          <a:lstStyle/>
          <a:p>
            <a:pPr algn="l">
              <a:lnSpc>
                <a:spcPct val="118000"/>
              </a:lnSpc>
            </a:pPr>
            <a:r>
              <a:rPr sz="900" b="1">
                <a:solidFill>
                  <a:srgbClr val="8A91AA"/>
                </a:solidFill>
                <a:latin typeface="Malgun Gothic"/>
                <a:ea typeface="Malgun Gothic"/>
                <a:cs typeface="Malgun Gothic"/>
              </a:rPr>
              <a:t>최종 추가 산출물</a:t>
            </a:r>
          </a:p>
        </p:txBody>
      </p:sp>
      <p:sp>
        <p:nvSpPr>
          <p:cNvPr id="30" name="TextBox 29"/>
          <p:cNvSpPr txBox="1"/>
          <p:nvPr/>
        </p:nvSpPr>
        <p:spPr>
          <a:xfrm>
            <a:off x="868680" y="5074920"/>
            <a:ext cx="1188720" cy="210312"/>
          </a:xfrm>
          <a:prstGeom prst="rect">
            <a:avLst/>
          </a:prstGeom>
          <a:noFill/>
        </p:spPr>
        <p:txBody>
          <a:bodyPr wrap="square" lIns="0" tIns="0" rIns="0" bIns="0" anchor="t">
            <a:spAutoFit/>
          </a:bodyPr>
          <a:lstStyle/>
          <a:p>
            <a:pPr algn="l">
              <a:lnSpc>
                <a:spcPct val="118000"/>
              </a:lnSpc>
            </a:pPr>
            <a:r>
              <a:rPr sz="950" b="1">
                <a:solidFill>
                  <a:srgbClr val="4C5CC4"/>
                </a:solidFill>
                <a:latin typeface="Malgun Gothic"/>
                <a:ea typeface="Malgun Gothic"/>
                <a:cs typeface="Malgun Gothic"/>
              </a:rPr>
              <a:t>육도현</a:t>
            </a:r>
          </a:p>
        </p:txBody>
      </p:sp>
      <p:sp>
        <p:nvSpPr>
          <p:cNvPr id="31" name="TextBox 30"/>
          <p:cNvSpPr txBox="1"/>
          <p:nvPr/>
        </p:nvSpPr>
        <p:spPr>
          <a:xfrm>
            <a:off x="2194560" y="5074920"/>
            <a:ext cx="2194560" cy="210312"/>
          </a:xfrm>
          <a:prstGeom prst="rect">
            <a:avLst/>
          </a:prstGeom>
          <a:noFill/>
        </p:spPr>
        <p:txBody>
          <a:bodyPr wrap="square" lIns="0" tIns="0" rIns="0" bIns="0" anchor="t">
            <a:spAutoFit/>
          </a:bodyPr>
          <a:lstStyle/>
          <a:p>
            <a:pPr algn="l">
              <a:lnSpc>
                <a:spcPct val="118000"/>
              </a:lnSpc>
            </a:pPr>
            <a:r>
              <a:rPr sz="950" b="0">
                <a:solidFill>
                  <a:srgbClr val="39405C"/>
                </a:solidFill>
                <a:latin typeface="Malgun Gothic"/>
                <a:ea typeface="Malgun Gothic"/>
                <a:cs typeface="Malgun Gothic"/>
              </a:rPr>
              <a:t>화면설계서</a:t>
            </a:r>
          </a:p>
        </p:txBody>
      </p:sp>
      <p:sp>
        <p:nvSpPr>
          <p:cNvPr id="32" name="TextBox 31"/>
          <p:cNvSpPr txBox="1"/>
          <p:nvPr/>
        </p:nvSpPr>
        <p:spPr>
          <a:xfrm>
            <a:off x="4572000" y="5074920"/>
            <a:ext cx="3657600" cy="210312"/>
          </a:xfrm>
          <a:prstGeom prst="rect">
            <a:avLst/>
          </a:prstGeom>
          <a:noFill/>
        </p:spPr>
        <p:txBody>
          <a:bodyPr wrap="square" lIns="0" tIns="0" rIns="0" bIns="0" anchor="t">
            <a:spAutoFit/>
          </a:bodyPr>
          <a:lstStyle/>
          <a:p>
            <a:pPr algn="l">
              <a:lnSpc>
                <a:spcPct val="118000"/>
              </a:lnSpc>
            </a:pPr>
            <a:r>
              <a:rPr sz="950" b="0">
                <a:solidFill>
                  <a:srgbClr val="39405C"/>
                </a:solidFill>
                <a:latin typeface="Malgun Gothic"/>
                <a:ea typeface="Malgun Gothic"/>
                <a:cs typeface="Malgun Gothic"/>
              </a:rPr>
              <a:t>화면설계서 현행화 · Frontend 구조</a:t>
            </a:r>
          </a:p>
        </p:txBody>
      </p:sp>
      <p:sp>
        <p:nvSpPr>
          <p:cNvPr id="33" name="TextBox 32"/>
          <p:cNvSpPr txBox="1"/>
          <p:nvPr/>
        </p:nvSpPr>
        <p:spPr>
          <a:xfrm>
            <a:off x="868680" y="5321808"/>
            <a:ext cx="1188720" cy="210312"/>
          </a:xfrm>
          <a:prstGeom prst="rect">
            <a:avLst/>
          </a:prstGeom>
          <a:noFill/>
        </p:spPr>
        <p:txBody>
          <a:bodyPr wrap="square" lIns="0" tIns="0" rIns="0" bIns="0" anchor="t">
            <a:spAutoFit/>
          </a:bodyPr>
          <a:lstStyle/>
          <a:p>
            <a:pPr algn="l">
              <a:lnSpc>
                <a:spcPct val="118000"/>
              </a:lnSpc>
            </a:pPr>
            <a:r>
              <a:rPr sz="950" b="1">
                <a:solidFill>
                  <a:srgbClr val="4C5CC4"/>
                </a:solidFill>
                <a:latin typeface="Malgun Gothic"/>
                <a:ea typeface="Malgun Gothic"/>
                <a:cs typeface="Malgun Gothic"/>
              </a:rPr>
              <a:t>서민지</a:t>
            </a:r>
          </a:p>
        </p:txBody>
      </p:sp>
      <p:sp>
        <p:nvSpPr>
          <p:cNvPr id="34" name="TextBox 33"/>
          <p:cNvSpPr txBox="1"/>
          <p:nvPr/>
        </p:nvSpPr>
        <p:spPr>
          <a:xfrm>
            <a:off x="2194560" y="5321808"/>
            <a:ext cx="2194560" cy="210312"/>
          </a:xfrm>
          <a:prstGeom prst="rect">
            <a:avLst/>
          </a:prstGeom>
          <a:noFill/>
        </p:spPr>
        <p:txBody>
          <a:bodyPr wrap="square" lIns="0" tIns="0" rIns="0" bIns="0" anchor="t">
            <a:spAutoFit/>
          </a:bodyPr>
          <a:lstStyle/>
          <a:p>
            <a:pPr algn="l">
              <a:lnSpc>
                <a:spcPct val="118000"/>
              </a:lnSpc>
            </a:pPr>
            <a:r>
              <a:rPr sz="950" b="0">
                <a:solidFill>
                  <a:srgbClr val="39405C"/>
                </a:solidFill>
                <a:latin typeface="Malgun Gothic"/>
                <a:ea typeface="Malgun Gothic"/>
                <a:cs typeface="Malgun Gothic"/>
              </a:rPr>
              <a:t>기능정의서</a:t>
            </a:r>
          </a:p>
        </p:txBody>
      </p:sp>
      <p:sp>
        <p:nvSpPr>
          <p:cNvPr id="35" name="TextBox 34"/>
          <p:cNvSpPr txBox="1"/>
          <p:nvPr/>
        </p:nvSpPr>
        <p:spPr>
          <a:xfrm>
            <a:off x="4572000" y="5321808"/>
            <a:ext cx="3657600" cy="210312"/>
          </a:xfrm>
          <a:prstGeom prst="rect">
            <a:avLst/>
          </a:prstGeom>
          <a:noFill/>
        </p:spPr>
        <p:txBody>
          <a:bodyPr wrap="square" lIns="0" tIns="0" rIns="0" bIns="0" anchor="t">
            <a:spAutoFit/>
          </a:bodyPr>
          <a:lstStyle/>
          <a:p>
            <a:pPr algn="l">
              <a:lnSpc>
                <a:spcPct val="118000"/>
              </a:lnSpc>
            </a:pPr>
            <a:r>
              <a:rPr sz="950" b="0">
                <a:solidFill>
                  <a:srgbClr val="39405C"/>
                </a:solidFill>
                <a:latin typeface="Malgun Gothic"/>
                <a:ea typeface="Malgun Gothic"/>
                <a:cs typeface="Malgun Gothic"/>
              </a:rPr>
              <a:t>ERD · API / Backend 설계 현행화</a:t>
            </a:r>
          </a:p>
        </p:txBody>
      </p:sp>
      <p:sp>
        <p:nvSpPr>
          <p:cNvPr id="36" name="TextBox 35"/>
          <p:cNvSpPr txBox="1"/>
          <p:nvPr/>
        </p:nvSpPr>
        <p:spPr>
          <a:xfrm>
            <a:off x="868680" y="5568696"/>
            <a:ext cx="1188720" cy="210312"/>
          </a:xfrm>
          <a:prstGeom prst="rect">
            <a:avLst/>
          </a:prstGeom>
          <a:noFill/>
        </p:spPr>
        <p:txBody>
          <a:bodyPr wrap="square" lIns="0" tIns="0" rIns="0" bIns="0" anchor="t">
            <a:spAutoFit/>
          </a:bodyPr>
          <a:lstStyle/>
          <a:p>
            <a:pPr algn="l">
              <a:lnSpc>
                <a:spcPct val="118000"/>
              </a:lnSpc>
            </a:pPr>
            <a:r>
              <a:rPr sz="950" b="1">
                <a:solidFill>
                  <a:srgbClr val="4C5CC4"/>
                </a:solidFill>
                <a:latin typeface="Malgun Gothic"/>
                <a:ea typeface="Malgun Gothic"/>
                <a:cs typeface="Malgun Gothic"/>
              </a:rPr>
              <a:t>김수정</a:t>
            </a:r>
          </a:p>
        </p:txBody>
      </p:sp>
      <p:sp>
        <p:nvSpPr>
          <p:cNvPr id="37" name="TextBox 36"/>
          <p:cNvSpPr txBox="1"/>
          <p:nvPr/>
        </p:nvSpPr>
        <p:spPr>
          <a:xfrm>
            <a:off x="2194560" y="5568696"/>
            <a:ext cx="2194560" cy="210312"/>
          </a:xfrm>
          <a:prstGeom prst="rect">
            <a:avLst/>
          </a:prstGeom>
          <a:noFill/>
        </p:spPr>
        <p:txBody>
          <a:bodyPr wrap="square" lIns="0" tIns="0" rIns="0" bIns="0" anchor="t">
            <a:spAutoFit/>
          </a:bodyPr>
          <a:lstStyle/>
          <a:p>
            <a:pPr algn="l">
              <a:lnSpc>
                <a:spcPct val="118000"/>
              </a:lnSpc>
            </a:pPr>
            <a:r>
              <a:rPr sz="950" b="0">
                <a:solidFill>
                  <a:srgbClr val="39405C"/>
                </a:solidFill>
                <a:latin typeface="Malgun Gothic"/>
                <a:ea typeface="Malgun Gothic"/>
                <a:cs typeface="Malgun Gothic"/>
              </a:rPr>
              <a:t>Flow Chart</a:t>
            </a:r>
          </a:p>
        </p:txBody>
      </p:sp>
      <p:sp>
        <p:nvSpPr>
          <p:cNvPr id="38" name="TextBox 37"/>
          <p:cNvSpPr txBox="1"/>
          <p:nvPr/>
        </p:nvSpPr>
        <p:spPr>
          <a:xfrm>
            <a:off x="4572000" y="5568696"/>
            <a:ext cx="3657600" cy="210312"/>
          </a:xfrm>
          <a:prstGeom prst="rect">
            <a:avLst/>
          </a:prstGeom>
          <a:noFill/>
        </p:spPr>
        <p:txBody>
          <a:bodyPr wrap="square" lIns="0" tIns="0" rIns="0" bIns="0" anchor="t">
            <a:spAutoFit/>
          </a:bodyPr>
          <a:lstStyle/>
          <a:p>
            <a:pPr algn="l">
              <a:lnSpc>
                <a:spcPct val="118000"/>
              </a:lnSpc>
            </a:pPr>
            <a:r>
              <a:rPr sz="950" b="0">
                <a:solidFill>
                  <a:srgbClr val="39405C"/>
                </a:solidFill>
                <a:latin typeface="Malgun Gothic"/>
                <a:ea typeface="Malgun Gothic"/>
                <a:cs typeface="Malgun Gothic"/>
              </a:rPr>
              <a:t>AI 아키텍처</a:t>
            </a:r>
          </a:p>
        </p:txBody>
      </p:sp>
      <p:sp>
        <p:nvSpPr>
          <p:cNvPr id="39" name="TextBox 38"/>
          <p:cNvSpPr txBox="1"/>
          <p:nvPr/>
        </p:nvSpPr>
        <p:spPr>
          <a:xfrm>
            <a:off x="868680" y="5815583"/>
            <a:ext cx="1188720" cy="210312"/>
          </a:xfrm>
          <a:prstGeom prst="rect">
            <a:avLst/>
          </a:prstGeom>
          <a:noFill/>
        </p:spPr>
        <p:txBody>
          <a:bodyPr wrap="square" lIns="0" tIns="0" rIns="0" bIns="0" anchor="t">
            <a:spAutoFit/>
          </a:bodyPr>
          <a:lstStyle/>
          <a:p>
            <a:pPr algn="l">
              <a:lnSpc>
                <a:spcPct val="118000"/>
              </a:lnSpc>
            </a:pPr>
            <a:r>
              <a:rPr sz="950" b="1">
                <a:solidFill>
                  <a:srgbClr val="4C5CC4"/>
                </a:solidFill>
                <a:latin typeface="Malgun Gothic"/>
                <a:ea typeface="Malgun Gothic"/>
                <a:cs typeface="Malgun Gothic"/>
              </a:rPr>
              <a:t>김민준</a:t>
            </a:r>
          </a:p>
        </p:txBody>
      </p:sp>
      <p:sp>
        <p:nvSpPr>
          <p:cNvPr id="40" name="TextBox 39"/>
          <p:cNvSpPr txBox="1"/>
          <p:nvPr/>
        </p:nvSpPr>
        <p:spPr>
          <a:xfrm>
            <a:off x="2194560" y="5815583"/>
            <a:ext cx="2194560" cy="210312"/>
          </a:xfrm>
          <a:prstGeom prst="rect">
            <a:avLst/>
          </a:prstGeom>
          <a:noFill/>
        </p:spPr>
        <p:txBody>
          <a:bodyPr wrap="square" lIns="0" tIns="0" rIns="0" bIns="0" anchor="t">
            <a:spAutoFit/>
          </a:bodyPr>
          <a:lstStyle/>
          <a:p>
            <a:pPr algn="l">
              <a:lnSpc>
                <a:spcPct val="118000"/>
              </a:lnSpc>
            </a:pPr>
            <a:r>
              <a:rPr sz="950" b="0">
                <a:solidFill>
                  <a:srgbClr val="39405C"/>
                </a:solidFill>
                <a:latin typeface="Malgun Gothic"/>
                <a:ea typeface="Malgun Gothic"/>
                <a:cs typeface="Malgun Gothic"/>
              </a:rPr>
              <a:t>시스템 아키텍처</a:t>
            </a:r>
          </a:p>
        </p:txBody>
      </p:sp>
      <p:sp>
        <p:nvSpPr>
          <p:cNvPr id="41" name="TextBox 40"/>
          <p:cNvSpPr txBox="1"/>
          <p:nvPr/>
        </p:nvSpPr>
        <p:spPr>
          <a:xfrm>
            <a:off x="4572000" y="5815583"/>
            <a:ext cx="3657600" cy="210312"/>
          </a:xfrm>
          <a:prstGeom prst="rect">
            <a:avLst/>
          </a:prstGeom>
          <a:noFill/>
        </p:spPr>
        <p:txBody>
          <a:bodyPr wrap="square" lIns="0" tIns="0" rIns="0" bIns="0" anchor="t">
            <a:spAutoFit/>
          </a:bodyPr>
          <a:lstStyle/>
          <a:p>
            <a:pPr algn="l">
              <a:lnSpc>
                <a:spcPct val="118000"/>
              </a:lnSpc>
            </a:pPr>
            <a:r>
              <a:rPr sz="950" b="0">
                <a:solidFill>
                  <a:srgbClr val="39405C"/>
                </a:solidFill>
                <a:latin typeface="Malgun Gothic"/>
                <a:ea typeface="Malgun Gothic"/>
                <a:cs typeface="Malgun Gothic"/>
              </a:rPr>
              <a:t>소프트웨어 아키텍처</a:t>
            </a:r>
          </a:p>
        </p:txBody>
      </p:sp>
      <p:sp>
        <p:nvSpPr>
          <p:cNvPr id="42" name="TextBox 41"/>
          <p:cNvSpPr txBox="1"/>
          <p:nvPr/>
        </p:nvSpPr>
        <p:spPr>
          <a:xfrm>
            <a:off x="8330183" y="5080368"/>
            <a:ext cx="3063240" cy="566052"/>
          </a:xfrm>
          <a:prstGeom prst="rect">
            <a:avLst/>
          </a:prstGeom>
          <a:noFill/>
        </p:spPr>
        <p:txBody>
          <a:bodyPr wrap="square" lIns="0" tIns="0" rIns="0" bIns="0" anchor="t">
            <a:spAutoFit/>
          </a:bodyPr>
          <a:lstStyle/>
          <a:p>
            <a:pPr algn="l">
              <a:lnSpc>
                <a:spcPct val="115000"/>
              </a:lnSpc>
            </a:pPr>
            <a:r>
              <a:rPr sz="1100" b="0" dirty="0">
                <a:solidFill>
                  <a:srgbClr val="4A5170"/>
                </a:solidFill>
                <a:latin typeface="Malgun Gothic"/>
                <a:ea typeface="Malgun Gothic"/>
                <a:cs typeface="Malgun Gothic"/>
              </a:rPr>
              <a:t>AI </a:t>
            </a:r>
            <a:r>
              <a:rPr sz="1100" b="0" dirty="0" err="1">
                <a:solidFill>
                  <a:srgbClr val="4A5170"/>
                </a:solidFill>
                <a:latin typeface="Malgun Gothic"/>
                <a:ea typeface="Malgun Gothic"/>
                <a:cs typeface="Malgun Gothic"/>
              </a:rPr>
              <a:t>아키텍처의</a:t>
            </a:r>
            <a:r>
              <a:rPr sz="1100" b="0" dirty="0">
                <a:solidFill>
                  <a:srgbClr val="4A5170"/>
                </a:solidFill>
                <a:latin typeface="Malgun Gothic"/>
                <a:ea typeface="Malgun Gothic"/>
                <a:cs typeface="Malgun Gothic"/>
              </a:rPr>
              <a:t> A2 </a:t>
            </a:r>
            <a:r>
              <a:rPr sz="1100" b="0" dirty="0" err="1">
                <a:solidFill>
                  <a:srgbClr val="4A5170"/>
                </a:solidFill>
                <a:latin typeface="Malgun Gothic"/>
                <a:ea typeface="Malgun Gothic"/>
                <a:cs typeface="Malgun Gothic"/>
              </a:rPr>
              <a:t>부분은</a:t>
            </a:r>
            <a:r>
              <a:rPr sz="1100" b="0" dirty="0">
                <a:solidFill>
                  <a:srgbClr val="4A5170"/>
                </a:solidFill>
                <a:latin typeface="Malgun Gothic"/>
                <a:ea typeface="Malgun Gothic"/>
                <a:cs typeface="Malgun Gothic"/>
              </a:rPr>
              <a:t> </a:t>
            </a:r>
            <a:r>
              <a:rPr sz="1100" b="0" dirty="0" err="1">
                <a:solidFill>
                  <a:srgbClr val="4A5170"/>
                </a:solidFill>
                <a:latin typeface="Malgun Gothic"/>
                <a:ea typeface="Malgun Gothic"/>
                <a:cs typeface="Malgun Gothic"/>
              </a:rPr>
              <a:t>김민준이</a:t>
            </a:r>
            <a:r>
              <a:rPr sz="1100" b="0" dirty="0">
                <a:solidFill>
                  <a:srgbClr val="4A5170"/>
                </a:solidFill>
                <a:latin typeface="Malgun Gothic"/>
                <a:ea typeface="Malgun Gothic"/>
                <a:cs typeface="Malgun Gothic"/>
              </a:rPr>
              <a:t> </a:t>
            </a:r>
            <a:r>
              <a:rPr sz="1100" b="0" dirty="0" err="1">
                <a:solidFill>
                  <a:srgbClr val="4A5170"/>
                </a:solidFill>
                <a:latin typeface="Malgun Gothic"/>
                <a:ea typeface="Malgun Gothic"/>
                <a:cs typeface="Malgun Gothic"/>
              </a:rPr>
              <a:t>제공하고</a:t>
            </a:r>
            <a:r>
              <a:rPr sz="1100" b="0" dirty="0">
                <a:solidFill>
                  <a:srgbClr val="4A5170"/>
                </a:solidFill>
                <a:latin typeface="Malgun Gothic"/>
                <a:ea typeface="Malgun Gothic"/>
                <a:cs typeface="Malgun Gothic"/>
              </a:rPr>
              <a:t> </a:t>
            </a:r>
            <a:r>
              <a:rPr sz="1100" b="0" dirty="0" err="1">
                <a:solidFill>
                  <a:srgbClr val="4A5170"/>
                </a:solidFill>
                <a:latin typeface="Malgun Gothic"/>
                <a:ea typeface="Malgun Gothic"/>
                <a:cs typeface="Malgun Gothic"/>
              </a:rPr>
              <a:t>김수정이</a:t>
            </a:r>
            <a:r>
              <a:rPr sz="1100" b="0" dirty="0">
                <a:solidFill>
                  <a:srgbClr val="4A5170"/>
                </a:solidFill>
                <a:latin typeface="Malgun Gothic"/>
                <a:ea typeface="Malgun Gothic"/>
                <a:cs typeface="Malgun Gothic"/>
              </a:rPr>
              <a:t> </a:t>
            </a:r>
            <a:r>
              <a:rPr sz="1100" b="0" dirty="0" err="1">
                <a:solidFill>
                  <a:srgbClr val="4A5170"/>
                </a:solidFill>
                <a:latin typeface="Malgun Gothic"/>
                <a:ea typeface="Malgun Gothic"/>
                <a:cs typeface="Malgun Gothic"/>
              </a:rPr>
              <a:t>통합합니다</a:t>
            </a:r>
            <a:r>
              <a:rPr sz="1100" b="0" dirty="0">
                <a:solidFill>
                  <a:srgbClr val="4A5170"/>
                </a:solidFill>
                <a:latin typeface="Malgun Gothic"/>
                <a:ea typeface="Malgun Gothic"/>
                <a:cs typeface="Malgun Gothic"/>
              </a:rPr>
              <a:t>. </a:t>
            </a:r>
            <a:r>
              <a:rPr sz="1100" b="0" dirty="0" err="1">
                <a:solidFill>
                  <a:srgbClr val="4A5170"/>
                </a:solidFill>
                <a:latin typeface="Malgun Gothic"/>
                <a:ea typeface="Malgun Gothic"/>
                <a:cs typeface="Malgun Gothic"/>
              </a:rPr>
              <a:t>소프트웨어</a:t>
            </a:r>
            <a:r>
              <a:rPr sz="1100" b="0" dirty="0">
                <a:solidFill>
                  <a:srgbClr val="4A5170"/>
                </a:solidFill>
                <a:latin typeface="Malgun Gothic"/>
                <a:ea typeface="Malgun Gothic"/>
                <a:cs typeface="Malgun Gothic"/>
              </a:rPr>
              <a:t> </a:t>
            </a:r>
            <a:r>
              <a:rPr sz="1100" b="0" dirty="0" err="1">
                <a:solidFill>
                  <a:srgbClr val="4A5170"/>
                </a:solidFill>
                <a:latin typeface="Malgun Gothic"/>
                <a:ea typeface="Malgun Gothic"/>
                <a:cs typeface="Malgun Gothic"/>
              </a:rPr>
              <a:t>아키텍처는</a:t>
            </a:r>
            <a:r>
              <a:rPr sz="1100" b="0" dirty="0">
                <a:solidFill>
                  <a:srgbClr val="4A5170"/>
                </a:solidFill>
                <a:latin typeface="Malgun Gothic"/>
                <a:ea typeface="Malgun Gothic"/>
                <a:cs typeface="Malgun Gothic"/>
              </a:rPr>
              <a:t> </a:t>
            </a:r>
            <a:r>
              <a:rPr sz="1100" b="0" dirty="0" err="1">
                <a:solidFill>
                  <a:srgbClr val="4A5170"/>
                </a:solidFill>
                <a:latin typeface="Malgun Gothic"/>
                <a:ea typeface="Malgun Gothic"/>
                <a:cs typeface="Malgun Gothic"/>
              </a:rPr>
              <a:t>영역별로</a:t>
            </a:r>
            <a:r>
              <a:rPr sz="1100" b="0" dirty="0">
                <a:solidFill>
                  <a:srgbClr val="4A5170"/>
                </a:solidFill>
                <a:latin typeface="Malgun Gothic"/>
                <a:ea typeface="Malgun Gothic"/>
                <a:cs typeface="Malgun Gothic"/>
              </a:rPr>
              <a:t> </a:t>
            </a:r>
            <a:r>
              <a:rPr sz="1100" b="0" dirty="0" err="1">
                <a:solidFill>
                  <a:srgbClr val="4A5170"/>
                </a:solidFill>
                <a:latin typeface="Malgun Gothic"/>
                <a:ea typeface="Malgun Gothic"/>
                <a:cs typeface="Malgun Gothic"/>
              </a:rPr>
              <a:t>육도현</a:t>
            </a:r>
            <a:r>
              <a:rPr sz="1100" b="0" dirty="0">
                <a:solidFill>
                  <a:srgbClr val="4A5170"/>
                </a:solidFill>
                <a:latin typeface="Malgun Gothic"/>
                <a:ea typeface="Malgun Gothic"/>
                <a:cs typeface="Malgun Gothic"/>
              </a:rPr>
              <a:t> · 서민지 · </a:t>
            </a:r>
            <a:r>
              <a:rPr sz="1100" b="0" dirty="0" err="1">
                <a:solidFill>
                  <a:srgbClr val="4A5170"/>
                </a:solidFill>
                <a:latin typeface="Malgun Gothic"/>
                <a:ea typeface="Malgun Gothic"/>
                <a:cs typeface="Malgun Gothic"/>
              </a:rPr>
              <a:t>김수정이</a:t>
            </a:r>
            <a:r>
              <a:rPr sz="1100" b="0" dirty="0">
                <a:solidFill>
                  <a:srgbClr val="4A5170"/>
                </a:solidFill>
                <a:latin typeface="Malgun Gothic"/>
                <a:ea typeface="Malgun Gothic"/>
                <a:cs typeface="Malgun Gothic"/>
              </a:rPr>
              <a:t> </a:t>
            </a:r>
            <a:r>
              <a:rPr sz="1100" b="0" dirty="0" err="1">
                <a:solidFill>
                  <a:srgbClr val="4A5170"/>
                </a:solidFill>
                <a:latin typeface="Malgun Gothic"/>
                <a:ea typeface="Malgun Gothic"/>
                <a:cs typeface="Malgun Gothic"/>
              </a:rPr>
              <a:t>검토합니다</a:t>
            </a:r>
            <a:r>
              <a:rPr sz="1100" b="0" dirty="0">
                <a:solidFill>
                  <a:srgbClr val="4A5170"/>
                </a:solidFill>
                <a:latin typeface="Malgun Gothic"/>
                <a:ea typeface="Malgun Gothic"/>
                <a:cs typeface="Malgun Gothic"/>
              </a:rP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marL="0" indent="0" algn="r">
              <a:buNone/>
            </a:pPr>
            <a:r>
              <a:rPr lang="en-US" sz="1000" dirty="0">
                <a:solidFill>
                  <a:srgbClr val="8A91AA"/>
                </a:solidFill>
                <a:latin typeface="Malgun Gothic" pitchFamily="34" charset="0"/>
                <a:ea typeface="Malgun Gothic" pitchFamily="34" charset="-122"/>
                <a:cs typeface="Malgun Gothic" pitchFamily="34" charset="-120"/>
              </a:rPr>
              <a:t>24</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marL="0" indent="0">
              <a:buNone/>
            </a:pPr>
            <a:r>
              <a:rPr lang="en-US" sz="1300" b="1" dirty="0">
                <a:solidFill>
                  <a:srgbClr val="4C5CC4"/>
                </a:solidFill>
                <a:latin typeface="Malgun Gothic" pitchFamily="34" charset="0"/>
                <a:ea typeface="Malgun Gothic" pitchFamily="34" charset="-122"/>
                <a:cs typeface="Malgun Gothic" pitchFamily="34" charset="-120"/>
              </a:rPr>
              <a:t>참고 자료 · 설계 문서와 출처</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marL="0" indent="0">
              <a:buNone/>
            </a:pPr>
            <a:r>
              <a:rPr lang="en-US" sz="3000" b="1" dirty="0">
                <a:solidFill>
                  <a:srgbClr val="39405C"/>
                </a:solidFill>
                <a:latin typeface="Malgun Gothic" pitchFamily="34" charset="0"/>
                <a:ea typeface="Malgun Gothic" pitchFamily="34" charset="-122"/>
                <a:cs typeface="Malgun Gothic" pitchFamily="34" charset="-120"/>
              </a:rPr>
              <a:t>설계 문서와 조사 출처는 GitHub에 모두 올려 두었습니다</a:t>
            </a:r>
            <a:endParaRPr lang="en-US" sz="3000" dirty="0"/>
          </a:p>
        </p:txBody>
      </p:sp>
      <p:sp>
        <p:nvSpPr>
          <p:cNvPr id="5" name="Rounded Rectangle 4"/>
          <p:cNvSpPr/>
          <p:nvPr/>
        </p:nvSpPr>
        <p:spPr>
          <a:xfrm>
            <a:off x="640080" y="1664208"/>
            <a:ext cx="5212080" cy="4206240"/>
          </a:xfrm>
          <a:prstGeom prst="roundRect">
            <a:avLst>
              <a:gd name="adj" fmla="val 12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6" name="Oval 5"/>
          <p:cNvSpPr/>
          <p:nvPr/>
        </p:nvSpPr>
        <p:spPr>
          <a:xfrm>
            <a:off x="841247" y="1828800"/>
            <a:ext cx="146304" cy="146304"/>
          </a:xfrm>
          <a:prstGeom prst="ellipse">
            <a:avLst/>
          </a:prstGeom>
          <a:solidFill>
            <a:srgbClr val="4C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78992" y="1755648"/>
            <a:ext cx="4612080" cy="310896"/>
          </a:xfrm>
          <a:prstGeom prst="rect">
            <a:avLst/>
          </a:prstGeom>
          <a:noFill/>
        </p:spPr>
        <p:txBody>
          <a:bodyPr wrap="square" lIns="0" tIns="0" rIns="0" bIns="0" anchor="ctr">
            <a:spAutoFit/>
          </a:bodyPr>
          <a:lstStyle/>
          <a:p>
            <a:pPr algn="l">
              <a:lnSpc>
                <a:spcPct val="118000"/>
              </a:lnSpc>
            </a:pPr>
            <a:r>
              <a:rPr sz="1500" b="1">
                <a:solidFill>
                  <a:srgbClr val="39405C"/>
                </a:solidFill>
                <a:latin typeface="Malgun Gothic"/>
                <a:ea typeface="Malgun Gothic"/>
                <a:cs typeface="Malgun Gothic"/>
              </a:rPr>
              <a:t>설계 문서 · GitHub</a:t>
            </a:r>
          </a:p>
        </p:txBody>
      </p:sp>
      <p:sp>
        <p:nvSpPr>
          <p:cNvPr id="8" name="TextBox 7"/>
          <p:cNvSpPr txBox="1"/>
          <p:nvPr/>
        </p:nvSpPr>
        <p:spPr>
          <a:xfrm>
            <a:off x="841247" y="2224208"/>
            <a:ext cx="4809746" cy="700000"/>
          </a:xfrm>
          <a:prstGeom prst="rect">
            <a:avLst/>
          </a:prstGeom>
          <a:noFill/>
        </p:spPr>
        <p:txBody>
          <a:bodyPr wrap="square" lIns="0" rIns="0" tIns="0" bIns="0" anchor="t">
            <a:spAutoFit/>
          </a:bodyPr>
          <a:lstStyle/>
          <a:p>
            <a:r>
              <a:rPr sz="1700" b="1">
                <a:solidFill>
                  <a:srgbClr val="4256C8"/>
                </a:solidFill>
                <a:latin typeface="Malgun Gothic"/>
                <a:hlinkClick r:id="rId3"/>
              </a:rPr>
              <a:t>github.com/seominji58/drawtale-pt_docs</a:t>
            </a:r>
          </a:p>
          <a:p>
            <a:pPr>
              <a:spcBef>
                <a:spcPts val="400"/>
              </a:spcBef>
            </a:pPr>
            <a:r>
              <a:rPr sz="1000" b="0">
                <a:solidFill>
                  <a:srgbClr val="8A91AA"/>
                </a:solidFill>
                <a:latin typeface="Malgun Gothic"/>
              </a:rPr>
              <a:t>문서 이름을 누르면 GitHub 페이지로 바로 넘어갑니다</a:t>
            </a:r>
          </a:p>
        </p:txBody>
      </p:sp>
      <p:sp>
        <p:nvSpPr>
          <p:cNvPr id="9" name="TextBox 8"/>
          <p:cNvSpPr txBox="1"/>
          <p:nvPr/>
        </p:nvSpPr>
        <p:spPr>
          <a:xfrm>
            <a:off x="841247" y="3164208"/>
            <a:ext cx="4809746" cy="2800000"/>
          </a:xfrm>
          <a:prstGeom prst="rect">
            <a:avLst/>
          </a:prstGeom>
          <a:noFill/>
        </p:spPr>
        <p:txBody>
          <a:bodyPr wrap="square" lIns="0" rIns="0" tIns="0" bIns="0" anchor="t">
            <a:spAutoFit/>
          </a:bodyPr>
          <a:lstStyle/>
          <a:p>
            <a:pPr>
              <a:spcBef>
                <a:spcPts val="0"/>
              </a:spcBef>
            </a:pPr>
            <a:r>
              <a:rPr sz="1300" b="1">
                <a:solidFill>
                  <a:srgbClr val="4256C8"/>
                </a:solidFill>
                <a:latin typeface="Malgun Gothic"/>
              </a:rPr>
              <a:t>01   </a:t>
            </a:r>
            <a:r>
              <a:rPr sz="1300" b="1">
                <a:solidFill>
                  <a:srgbClr val="39405C"/>
                </a:solidFill>
                <a:latin typeface="Malgun Gothic"/>
                <a:hlinkClick r:id="rId4"/>
              </a:rPr>
              <a:t>시스템 아키텍처</a:t>
            </a:r>
            <a:r>
              <a:rPr sz="1000" b="0">
                <a:solidFill>
                  <a:srgbClr val="8A91AA"/>
                </a:solidFill>
                <a:latin typeface="Malgun Gothic"/>
                <a:hlinkClick r:id="rId4"/>
              </a:rPr>
              <a:t>   01-system-architecture.md</a:t>
            </a:r>
          </a:p>
          <a:p>
            <a:pPr>
              <a:spcBef>
                <a:spcPts val="1200"/>
              </a:spcBef>
            </a:pPr>
            <a:r>
              <a:rPr sz="1300" b="1">
                <a:solidFill>
                  <a:srgbClr val="4256C8"/>
                </a:solidFill>
                <a:latin typeface="Malgun Gothic"/>
              </a:rPr>
              <a:t>02   </a:t>
            </a:r>
            <a:r>
              <a:rPr sz="1300" b="1">
                <a:solidFill>
                  <a:srgbClr val="39405C"/>
                </a:solidFill>
                <a:latin typeface="Malgun Gothic"/>
                <a:hlinkClick r:id="rId5"/>
              </a:rPr>
              <a:t>기능 정의서</a:t>
            </a:r>
            <a:r>
              <a:rPr sz="1000" b="0">
                <a:solidFill>
                  <a:srgbClr val="8A91AA"/>
                </a:solidFill>
                <a:latin typeface="Malgun Gothic"/>
                <a:hlinkClick r:id="rId5"/>
              </a:rPr>
              <a:t>   02-feature-spec.md</a:t>
            </a:r>
          </a:p>
          <a:p>
            <a:pPr>
              <a:spcBef>
                <a:spcPts val="1200"/>
              </a:spcBef>
            </a:pPr>
            <a:r>
              <a:rPr sz="1300" b="1">
                <a:solidFill>
                  <a:srgbClr val="4256C8"/>
                </a:solidFill>
                <a:latin typeface="Malgun Gothic"/>
              </a:rPr>
              <a:t>03   </a:t>
            </a:r>
            <a:r>
              <a:rPr sz="1300" b="1">
                <a:solidFill>
                  <a:srgbClr val="39405C"/>
                </a:solidFill>
                <a:latin typeface="Malgun Gothic"/>
                <a:hlinkClick r:id="rId6"/>
              </a:rPr>
              <a:t>플로우차트</a:t>
            </a:r>
            <a:r>
              <a:rPr sz="1000" b="0">
                <a:solidFill>
                  <a:srgbClr val="8A91AA"/>
                </a:solidFill>
                <a:latin typeface="Malgun Gothic"/>
                <a:hlinkClick r:id="rId6"/>
              </a:rPr>
              <a:t>   03-flowchart.md</a:t>
            </a:r>
          </a:p>
          <a:p>
            <a:pPr>
              <a:spcBef>
                <a:spcPts val="1200"/>
              </a:spcBef>
            </a:pPr>
            <a:r>
              <a:rPr sz="1300" b="1">
                <a:solidFill>
                  <a:srgbClr val="4256C8"/>
                </a:solidFill>
                <a:latin typeface="Malgun Gothic"/>
              </a:rPr>
              <a:t>04   </a:t>
            </a:r>
            <a:r>
              <a:rPr sz="1300" b="1">
                <a:solidFill>
                  <a:srgbClr val="39405C"/>
                </a:solidFill>
                <a:latin typeface="Malgun Gothic"/>
                <a:hlinkClick r:id="rId7"/>
              </a:rPr>
              <a:t>화면 설계서 v0.3</a:t>
            </a:r>
            <a:r>
              <a:rPr sz="1000" b="0">
                <a:solidFill>
                  <a:srgbClr val="8A91AA"/>
                </a:solidFill>
                <a:latin typeface="Malgun Gothic"/>
                <a:hlinkClick r:id="rId7"/>
              </a:rPr>
              <a:t>   04-screen-spec.md</a:t>
            </a:r>
          </a:p>
          <a:p>
            <a:pPr>
              <a:spcBef>
                <a:spcPts val="1200"/>
              </a:spcBef>
            </a:pPr>
            <a:r>
              <a:rPr sz="1300" b="1">
                <a:solidFill>
                  <a:srgbClr val="4256C8"/>
                </a:solidFill>
                <a:latin typeface="Malgun Gothic"/>
              </a:rPr>
              <a:t>PT   </a:t>
            </a:r>
            <a:r>
              <a:rPr sz="1300" b="1">
                <a:solidFill>
                  <a:srgbClr val="39405C"/>
                </a:solidFill>
                <a:latin typeface="Malgun Gothic"/>
                <a:hlinkClick r:id="rId8"/>
              </a:rPr>
              <a:t>중간 발표 자료</a:t>
            </a:r>
            <a:r>
              <a:rPr sz="1000" b="0">
                <a:solidFill>
                  <a:srgbClr val="8A91AA"/>
                </a:solidFill>
                <a:latin typeface="Malgun Gothic"/>
                <a:hlinkClick r:id="rId8"/>
              </a:rPr>
              <a:t>   presentation/</a:t>
            </a:r>
          </a:p>
        </p:txBody>
      </p:sp>
      <p:sp>
        <p:nvSpPr>
          <p:cNvPr id="5" name="Rounded Rectangle 4"/>
          <p:cNvSpPr/>
          <p:nvPr/>
        </p:nvSpPr>
        <p:spPr>
          <a:xfrm>
            <a:off x="6035040" y="1664208"/>
            <a:ext cx="5513832" cy="4206240"/>
          </a:xfrm>
          <a:prstGeom prst="roundRect">
            <a:avLst>
              <a:gd name="adj" fmla="val 12000"/>
            </a:avLst>
          </a:prstGeom>
          <a:solidFill>
            <a:srgbClr val="FDFEFF"/>
          </a:solidFill>
          <a:ln w="9525">
            <a:solidFill>
              <a:srgbClr val="D9DDF0"/>
            </a:solidFill>
          </a:ln>
          <a:effectLst>
            <a:outerShdw blurRad="228600" dist="25400" dir="5400000" algn="t" rotWithShape="0">
              <a:srgbClr val="3A4270">
                <a:alpha val="11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6" name="Oval 5"/>
          <p:cNvSpPr/>
          <p:nvPr/>
        </p:nvSpPr>
        <p:spPr>
          <a:xfrm>
            <a:off x="6236207" y="1828800"/>
            <a:ext cx="146304" cy="146304"/>
          </a:xfrm>
          <a:prstGeom prst="ellipse">
            <a:avLst/>
          </a:prstGeom>
          <a:solidFill>
            <a:srgbClr val="4C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473952" y="1755648"/>
            <a:ext cx="4913832" cy="310896"/>
          </a:xfrm>
          <a:prstGeom prst="rect">
            <a:avLst/>
          </a:prstGeom>
          <a:noFill/>
        </p:spPr>
        <p:txBody>
          <a:bodyPr wrap="square" lIns="0" tIns="0" rIns="0" bIns="0" anchor="ctr">
            <a:spAutoFit/>
          </a:bodyPr>
          <a:lstStyle/>
          <a:p>
            <a:pPr algn="l">
              <a:lnSpc>
                <a:spcPct val="118000"/>
              </a:lnSpc>
            </a:pPr>
            <a:r>
              <a:rPr sz="1500" b="1">
                <a:solidFill>
                  <a:srgbClr val="39405C"/>
                </a:solidFill>
                <a:latin typeface="Malgun Gothic"/>
                <a:ea typeface="Malgun Gothic"/>
                <a:cs typeface="Malgun Gothic"/>
              </a:rPr>
              <a:t>배경조사 출처</a:t>
            </a:r>
          </a:p>
        </p:txBody>
      </p:sp>
      <p:sp>
        <p:nvSpPr>
          <p:cNvPr id="10" name="TextBox 9"/>
          <p:cNvSpPr txBox="1"/>
          <p:nvPr/>
        </p:nvSpPr>
        <p:spPr>
          <a:xfrm>
            <a:off x="6236207" y="2224208"/>
            <a:ext cx="5111498" cy="3506240"/>
          </a:xfrm>
          <a:prstGeom prst="rect">
            <a:avLst/>
          </a:prstGeom>
          <a:noFill/>
        </p:spPr>
        <p:txBody>
          <a:bodyPr wrap="square" lIns="0" rIns="0" tIns="0" bIns="0" anchor="t">
            <a:spAutoFit/>
          </a:bodyPr>
          <a:lstStyle/>
          <a:p>
            <a:pPr>
              <a:spcBef>
                <a:spcPts val="0"/>
              </a:spcBef>
            </a:pPr>
            <a:r>
              <a:rPr sz="1050" b="0">
                <a:solidFill>
                  <a:srgbClr val="4A5170"/>
                </a:solidFill>
                <a:latin typeface="Malgun Gothic"/>
                <a:hlinkClick r:id="rId9"/>
              </a:rPr>
              <a:t>[1] 김초은 · 임해영 · 김초영 (2023). 경계선 지적지능 아동청소년 자녀를 둔 어머니 양육 경험에 관한 연구. 한국가족복지학 70(1)</a:t>
            </a:r>
          </a:p>
          <a:p>
            <a:pPr>
              <a:spcBef>
                <a:spcPts val="800"/>
              </a:spcBef>
            </a:pPr>
            <a:r>
              <a:rPr sz="1050" b="0">
                <a:solidFill>
                  <a:srgbClr val="4A5170"/>
                </a:solidFill>
                <a:latin typeface="Malgun Gothic"/>
                <a:hlinkClick r:id="rId10"/>
              </a:rPr>
              <a:t>[2] 교육부 · 한국교육과정평가원 초등 경계선 지능 학생 실태조사 (2024.6, 백승아 의원실 공개) — MTN 보도</a:t>
            </a:r>
          </a:p>
          <a:p>
            <a:pPr>
              <a:spcBef>
                <a:spcPts val="800"/>
              </a:spcBef>
            </a:pPr>
            <a:r>
              <a:rPr sz="1050" b="0">
                <a:solidFill>
                  <a:srgbClr val="4A5170"/>
                </a:solidFill>
                <a:latin typeface="Malgun Gothic"/>
                <a:hlinkClick r:id="rId11"/>
              </a:rPr>
              <a:t>[3] 임희진 · 구자경 (2019). 경계선 지능 자녀를 둔 어머니가 양육과정에서 경험한 어려움과 대처에 관한 내러티브 탐구. 독서치료연구 11(1)</a:t>
            </a:r>
          </a:p>
          <a:p>
            <a:pPr>
              <a:spcBef>
                <a:spcPts val="800"/>
              </a:spcBef>
            </a:pPr>
            <a:r>
              <a:rPr sz="1050" b="0">
                <a:solidFill>
                  <a:srgbClr val="4A5170"/>
                </a:solidFill>
                <a:latin typeface="Malgun Gothic"/>
                <a:hlinkClick r:id="rId12"/>
              </a:rPr>
              <a:t>[4] Pitri &amp; Michaelidou (2025). The contribution of narrative drawing in early literacy. Frontiers in Education 10</a:t>
            </a:r>
          </a:p>
          <a:p>
            <a:pPr>
              <a:spcBef>
                <a:spcPts val="800"/>
              </a:spcBef>
            </a:pPr>
            <a:r>
              <a:rPr sz="1050" b="0">
                <a:solidFill>
                  <a:srgbClr val="4A5170"/>
                </a:solidFill>
                <a:latin typeface="Malgun Gothic"/>
                <a:hlinkClick r:id="rId13"/>
              </a:rPr>
              <a:t>[5] CAST (2024). UDL Guidelines 3.0 — 5.1 Use multiple media for communication</a:t>
            </a:r>
          </a:p>
          <a:p>
            <a:pPr>
              <a:spcBef>
                <a:spcPts val="800"/>
              </a:spcBef>
            </a:pPr>
            <a:r>
              <a:rPr sz="1050" b="0">
                <a:solidFill>
                  <a:srgbClr val="4A5170"/>
                </a:solidFill>
                <a:latin typeface="Malgun Gothic"/>
                <a:hlinkClick r:id="rId14"/>
              </a:rPr>
              <a:t>[6] Smith et al. (2023). A Method for Animating Children's Drawings of the Human Figure. ACM TOG 42(3)</a:t>
            </a:r>
          </a:p>
          <a:p>
            <a:pPr>
              <a:spcBef>
                <a:spcPts val="800"/>
              </a:spcBef>
            </a:pPr>
            <a:r>
              <a:rPr sz="1050" b="0">
                <a:solidFill>
                  <a:srgbClr val="4A5170"/>
                </a:solidFill>
                <a:latin typeface="Malgun Gothic"/>
                <a:hlinkClick r:id="rId15"/>
              </a:rPr>
              <a:t>[7] Meta AI (2023.4.13). Animated Drawings 데이터셋 · 코드 공개</a:t>
            </a:r>
          </a:p>
          <a:p>
            <a:pPr>
              <a:spcBef>
                <a:spcPts val="800"/>
              </a:spcBef>
            </a:pPr>
            <a:r>
              <a:rPr sz="1050" b="0">
                <a:solidFill>
                  <a:srgbClr val="4A5170"/>
                </a:solidFill>
                <a:latin typeface="Malgun Gothic"/>
                <a:hlinkClick r:id="rId16"/>
              </a:rPr>
              <a:t>[8] Drawings Alive 공식 사이트</a:t>
            </a:r>
          </a:p>
          <a:p>
            <a:pPr>
              <a:spcBef>
                <a:spcPts val="800"/>
              </a:spcBef>
            </a:pPr>
            <a:r>
              <a:rPr sz="1050" b="0">
                <a:solidFill>
                  <a:srgbClr val="4A5170"/>
                </a:solidFill>
                <a:latin typeface="Malgun Gothic"/>
                <a:hlinkClick r:id="rId17"/>
              </a:rPr>
              <a:t>[9] Drawalive 공식 사이트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solidFill>
          <a:srgbClr val="8192FF"/>
        </a:solidFill>
      </a:spPr>
      <a:bodyPr wrap="square" lIns="0" tIns="0" rIns="0" bIns="0" anchor="ctr">
        <a:spAutoFit/>
      </a:bodyPr>
      <a:lstStyle>
        <a:defPPr algn="ctr">
          <a:lnSpc>
            <a:spcPct val="100000"/>
          </a:lnSpc>
          <a:defRPr sz="1700" b="1" dirty="0" err="1">
            <a:solidFill>
              <a:srgbClr val="FFFFFF"/>
            </a:solidFill>
            <a:latin typeface="Malgun Gothic"/>
            <a:ea typeface="Malgun Gothic"/>
            <a:cs typeface="Malgun Gothic"/>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251</TotalTime>
  <Words>4564</Words>
  <Application>Microsoft Macintosh PowerPoint</Application>
  <PresentationFormat>와이드스크린</PresentationFormat>
  <Paragraphs>651</Paragraphs>
  <Slides>23</Slides>
  <Notes>23</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23</vt:i4>
      </vt:variant>
    </vt:vector>
  </HeadingPairs>
  <TitlesOfParts>
    <vt:vector size="26" baseType="lpstr">
      <vt:lpstr>Malgun Gothic</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DrawTale 중간 발표</dc:title>
  <dc:subject>PptxGenJS Presentation</dc:subject>
  <dc:creator>DrawTale 팀</dc:creator>
  <cp:lastModifiedBy>서민지</cp:lastModifiedBy>
  <cp:revision>11</cp:revision>
  <dcterms:created xsi:type="dcterms:W3CDTF">2026-09-30T03:27:23Z</dcterms:created>
  <dcterms:modified xsi:type="dcterms:W3CDTF">2026-10-02T09:23:45Z</dcterms:modified>
</cp:coreProperties>
</file>