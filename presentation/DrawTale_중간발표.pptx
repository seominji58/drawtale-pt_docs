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저희는 아이가 직접 그린 그림이 이야기의 주인공이 되는 서비스, DrawTale을 만들고 있습니다. 오른쪽은 아이가 그린 사람 그림의 예시입니다. 이 그림이 어떻게 움직이고 이야기가 되는지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발표는 네 부분입니다. 왜 이 서비스를 만들게 되었는지 배경조사부터, 지난 한 달 동안 한 일, 영역별 작업, 지금까지의 결과와 다음 단계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학습 속도가 느린 아이들과 그 가족에 대해 조사했습니다. 특수교육이 필요한 학생은 올해 12만 4천여 명으로 4년 사이 20% 가까이 늘었고, 올해 처음 실시된 실태조사에서는 아동·청소년의 5.1%가 경계선 지능 위험군으로 나타났습니다. 보호자 열 명 중 여덟 명 이상은 아이의 발달과 학습 비용을 스스로 부담하고 있었습니다. 선행연구에서 부모들은 어디에도 속하지 못한 고립과 단절, 부족한 지원을 이야기합니다. 또 아이를 또래 속도에 맞추려 애쓰다가 점차 아이의 속도를 인정하고 아이에게 맞는 방식을 찾아가는 과정도 보고되었습니다. 그래서 저희는 아이에게 맞는 표현과 참여 방식, 그리고 부모가 아이의 생각을 발견할 수 있는 경험이 필요하다고 보았습니다.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그렇다면 어떤 방식이 좋을까. 저희는 아이에게 글 이외의 표현 방식을 줄 수 없을까를 조사했습니다. 그림은 미술 결과물만이 아니라 아이가 경험과 생각을 표현하는 수단으로 연구되어 왔고, 2025년 Narrative Drawing 연구는 그림을 그리고 그 그림으로 이야기를 짓는 활동이 초기 문해로 이어질 가능성을 제시했습니다. 보편적 학습설계 지침도 글 외의 여러 표현 방법을 열어 두라고 권합니다. 다만 그림이 창의성을 높인다고 단정하지는 않습니다. 이런 연구를 근거로, 읽기-문제-정답 대신 그리기-표현-선택-이야기 구성이라는 참여형 방식을 골랐습니다.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교육적인 필요만으로는 프로젝트가 될 수 없어서, 기술적으로 가능한지도 조사했습니다. Meta의 Animated Drawings 연구는 아이와 아마추어가 그린 사람 그림을 캐릭터 찾기, 영역 떼어 내기, 관절 찾기, 애니메이션 네 단계로 움직였고, 이 과정에서 17만 8천여 장의 그림에 상자, 마스크, 관절을 표시한 데이터셋을 만들어 공개했습니다. 코드와 모델도 MIT 라이선스로 공개되어 있어서, 아이의 그림을 이야기 속에서 실제로 움직이는 주인공으로 쓸 수 있겠다고 판단했습니다.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그런데 이미 비슷한 서비스가 있지 않을까 조사했습니다. 실제로 있었습니다. Drawings Alive는 아이 그림을 올리면 AI로 애니메이션이나 3D로 바꿔 주고, Drawalive는 아이가 그림과 함께 이야기를 녹음하면 움직이는 콘텐츠로 만들어 AI 목소리로 읽어 줍니다. Looma도 그리고 말하고 보는 구조를 내세웁니다. 다만 아이가 이야기의 다음 장면을 직접 고르는 기능이나, 관절을 직접 바로잡는 기능은 확인한 범위에서 찾지 못했습니다.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조사해 보니 그림을 AI로 움직이는 서비스는 물론, 그림으로 이야기를 만드는 서비스까지 이미 있었습니다. 그래서 그림을 넣으면 AI가 영상 하나를 만들어 주는 것만으로는 부족하다고 판단했습니다. 저희가 집중한 것은 결과물의 화려함이 아니라, 아이가 만드는 과정에 얼마나 계속 참여하느냐입니다.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기존 기술은 그림을 움직이게 하는 데서 멈춥니다. 저희는 여기서 한 걸음 더 나아가, 움직이게 된 내 그림이 내 이야기의 주인공이 된다면 어떨까 하는 질문을 던졌습니다.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지금까지의 조사를 묶으면 이렇습니다. 사회적 배경, 교육적 배경, 기술 조사, 기존 서비스 조사를 거쳐, AI가 결과 대부분을 만들어 주면 아이의 참여가 한 번에 끝나기 쉽다는 한계를 발견했습니다. 그래서 DrawTale은 아이의 그림과 선택이 이야기의 중심이 되는 서비스로 방향을 정했습니다.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DrawTale을 소개합니다. 아이가 직접 그린 캐릭터를 AI가 알아보고 움직이게 해서, 아이의 선택으로 자신만의 이야기를 완성하는 서비스입니다. 아이에게는 내 그림이 인정받고 살아 움직이는 경험을, 부모에게는 정답보다 아이가 무엇을 그리고 무엇을 고르는지 함께 바라보는 경험을 주고자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기존 방식은 그림을 올리면 AI가 애니메이션을 만들고, 아이는 결과를 감상하는 데서 끝납니다. DrawTale에서는 캐릭터가 움직인 다음부터가 시작입니다. 아이가 그리고, 필요하면 선생님이나 보호자가 관절을 함께 바로잡고, 아이가 이야기의 네 칸을 직접 고르면, 내 그림이 움직이는 나만의 이야기가 됩니다. 화면은 저희 화면설계서의 실제 와이어프레임입니다.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저희가 주고 싶은 경험은 다섯 단어로 정리됩니다. 그리고, 움직이고, 고르고, 이야기하고, 경험하는 것. 잘 그리는 것보다 내가 만든 것이 살아나는 경험이 중요하다고 생각했습니다.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9월 7일 프로젝트를 시작하고, 서비스 목적과 사용자 경험을 논의한 뒤 MVP 범위를 정했습니다. 네 명의 역할을 나누고, 화면, 기능, 데이터, AI 처리 방식을 함께 정했습니다. 처음에는 '아이 그림을 움직이고 이야기로 만들어 보자'라는 한 문장이었지만, 10월 2일까지 이를 화면, 기능, Backend, AI Runtime, AI Model, Dataset, 시스템 구조로 나누어 구체화했습니다.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역할은 네 영역으로 나누었습니다. 다만 각자 자기 영역만 따로 설계한 것이 아니라, 서비스 방향과 MVP 범위, 그리고 영역 사이의 연결 방식을 함께 논의해 정했습니다.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육도현 담당 슬라이드입니다. 왼쪽 세 칸(왜 필요했나 → 무엇을 했나 → 다음 개발에 어떻게 쓰이나)과 발표 핵심 한 문장을 채우고, 오른쪽 회색 칸에 실제 작업물 캡처를 크게 넣어 주세요. 작업 이름만 나열하지 않고, 왜 → 무엇 → 산출물 → 다음 개발 순서로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서민지 담당 슬라이드입니다. 왼쪽 세 칸(왜 필요했나 → 무엇을 했나 → 다음 개발에 어떻게 쓰이나)과 발표 핵심 한 문장을 채우고, 오른쪽 회색 칸에 실제 작업물 캡처를 크게 넣어 주세요. 작업 이름만 나열하지 않고, 왜 → 무엇 → 산출물 → 다음 개발 순서로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김수정 담당 슬라이드입니다. 왼쪽 세 칸(왜 필요했나 → 무엇을 했나 → 다음 개발에 어떻게 쓰이나)과 발표 핵심 한 문장을 채우고, 오른쪽 회색 칸에 실제 작업물 캡처를 크게 넣어 주세요. 작업 이름만 나열하지 않고, 왜 → 무엇 → 산출물 → 다음 개발 순서로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김민준 담당 슬라이드입니다. 왼쪽 세 칸(왜 필요했나 → 무엇을 했나 → 다음 개발에 어떻게 쓰이나)과 발표 핵심 한 문장을 채우고, 오른쪽 회색 칸에 실제 작업물 캡처를 크게 넣어 주세요. 작업 이름만 나열하지 않고, 왜 → 무엇 → 산출물 → 다음 개발 순서로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처음에는 '아이의 그림을 움직이고 이야기로 만들어 보자'는 한 문장이었습니다. 10월 2일 지금은 사용자 경험, 서비스 기능, 시스템 처리, 전체 구조, Backend, AI Runtime, AI Model 일곱 가지로 구체화되었습니다.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 단계는 설계한 것을 하나로 이어 동작하게 만드는 것입니다. 네 영역이 각자 구현하면서, 최종적으로 아이가 그리고, AI가 이해하고, 캐릭터가 움직이고, 아이가 고르고, 이야기가 자라는 흐름을 완성하는 것이 목표입니다.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들어 주셔서 감사합니다. 질문 있으시면 편하게 말씀해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배경조사에 쓴 자료의 출처입니다. 기존 서비스 기능 비교는 발표 직전에 각 서비스의 최신 기능을 다시 확인합니다.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github.com/seominji58/drawtale-pt_docs" TargetMode="External"/><Relationship Id="rId1" Type="http://schemas.openxmlformats.org/officeDocument/2006/relationships/image" Target="../media/image-21-1.jp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hyperlink" Target="https://www.dbpia.co.kr/journal/articleDetail?nodeId=NODE11606563" TargetMode="External"/><Relationship Id="rId2" Type="http://schemas.openxmlformats.org/officeDocument/2006/relationships/hyperlink" Target="https://www.dbpia.co.kr/journal/articleDetail?nodeId=NODE12094286" TargetMode="External"/><Relationship Id="rId3" Type="http://schemas.openxmlformats.org/officeDocument/2006/relationships/hyperlink" Target="https://www.kci.go.kr/kciportal/landing/article.kci?arti_id=ART002484150" TargetMode="External"/><Relationship Id="rId4" Type="http://schemas.openxmlformats.org/officeDocument/2006/relationships/hyperlink" Target="https://supple.kr/news/cmtnign6n0025e2tr63rvpb5o" TargetMode="External"/><Relationship Id="rId5" Type="http://schemas.openxmlformats.org/officeDocument/2006/relationships/hyperlink" Target="https://v.daum.net/v/20260729061254633" TargetMode="External"/><Relationship Id="rId6" Type="http://schemas.openxmlformats.org/officeDocument/2006/relationships/hyperlink" Target="https://www.frontiersin.org/journals/education/articles/10.3389/feduc.2025.1465714/full" TargetMode="External"/><Relationship Id="rId7" Type="http://schemas.openxmlformats.org/officeDocument/2006/relationships/hyperlink" Target="https://udlguidelines.cast.org/action-expression/expression-communication/multiple-media/" TargetMode="External"/><Relationship Id="rId8" Type="http://schemas.openxmlformats.org/officeDocument/2006/relationships/hyperlink" Target="https://arxiv.org/abs/2303.12741" TargetMode="External"/><Relationship Id="rId9" Type="http://schemas.openxmlformats.org/officeDocument/2006/relationships/hyperlink" Target="https://ai.meta.com/blog/ai-dataset-animation-drawings/" TargetMode="External"/><Relationship Id="rId10" Type="http://schemas.openxmlformats.org/officeDocument/2006/relationships/hyperlink" Target="https://drawingsalive.com/" TargetMode="External"/><Relationship Id="rId11" Type="http://schemas.openxmlformats.org/officeDocument/2006/relationships/hyperlink" Target="https://drawalive.app/" TargetMode="External"/><Relationship Id="rId12" Type="http://schemas.openxmlformats.org/officeDocument/2006/relationships/hyperlink" Target="https://www.turing.ac.uk/sites/default/files/2025-05/combined_briefing_-_understanding_the_impacts_of_generative_ai_use_on_children.pdf" TargetMode="External"/><Relationship Id="rId13" Type="http://schemas.openxmlformats.org/officeDocument/2006/relationships/slideLayout" Target="../slideLayouts/slideLayout1.xml"/><Relationship Id="rId14"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62B48"/>
        </a:solidFill>
      </p:bgPr>
    </p:bg>
    <p:spTree>
      <p:nvGrpSpPr>
        <p:cNvPr id="1" name=""/>
        <p:cNvGrpSpPr/>
        <p:nvPr/>
      </p:nvGrpSpPr>
      <p:grpSpPr>
        <a:xfrm>
          <a:off x="0" y="0"/>
          <a:ext cx="0" cy="0"/>
          <a:chOff x="0" y="0"/>
          <a:chExt cx="0" cy="0"/>
        </a:xfrm>
      </p:grpSpPr>
      <p:sp>
        <p:nvSpPr>
          <p:cNvPr id="2" name="Shape 0"/>
          <p:cNvSpPr/>
          <p:nvPr/>
        </p:nvSpPr>
        <p:spPr>
          <a:xfrm>
            <a:off x="7086600" y="0"/>
            <a:ext cx="5105095" cy="6858000"/>
          </a:xfrm>
          <a:prstGeom prst="rect">
            <a:avLst/>
          </a:prstGeom>
          <a:solidFill>
            <a:srgbClr val="FFFFFF"/>
          </a:solidFill>
          <a:ln/>
        </p:spPr>
      </p:sp>
      <p:pic>
        <p:nvPicPr>
          <p:cNvPr id="3" name="Image 0" descr="C:\Users\Omnyumyum\Desktop\hankan-story\drawtale-pt_docs\tools\deck\char-plain-sm.jpg">    </p:cNvPr>
          <p:cNvPicPr>
            <a:picLocks noChangeAspect="1"/>
          </p:cNvPicPr>
          <p:nvPr/>
        </p:nvPicPr>
        <p:blipFill>
          <a:blip r:embed="rId1"/>
          <a:stretch>
            <a:fillRect/>
          </a:stretch>
        </p:blipFill>
        <p:spPr>
          <a:xfrm>
            <a:off x="7818120" y="868680"/>
            <a:ext cx="3657600" cy="4334400"/>
          </a:xfrm>
          <a:prstGeom prst="rect">
            <a:avLst/>
          </a:prstGeom>
        </p:spPr>
      </p:pic>
      <p:sp>
        <p:nvSpPr>
          <p:cNvPr id="4" name="Text 1"/>
          <p:cNvSpPr txBox="1"/>
          <p:nvPr/>
        </p:nvSpPr>
        <p:spPr>
          <a:xfrm>
            <a:off x="7818120" y="5312808"/>
            <a:ext cx="3657600" cy="274320"/>
          </a:xfrm>
          <a:prstGeom prst="rect">
            <a:avLst/>
          </a:prstGeom>
          <a:noFill/>
          <a:ln/>
        </p:spPr>
        <p:txBody>
          <a:bodyPr wrap="square" lIns="0" tIns="0" rIns="0" bIns="0" rtlCol="0" anchor="t"/>
          <a:lstStyle/>
          <a:p>
            <a:pPr algn="l" indent="0" marL="0">
              <a:lnSpc>
                <a:spcPct val="120000"/>
              </a:lnSpc>
              <a:buNone/>
            </a:pPr>
            <a:r>
              <a:rPr lang="en-US" sz="850" dirty="0">
                <a:solidFill>
                  <a:srgbClr val="9399AC"/>
                </a:solidFill>
                <a:latin typeface="Malgun Gothic" pitchFamily="34" charset="0"/>
                <a:ea typeface="Malgun Gothic" pitchFamily="34" charset="-122"/>
                <a:cs typeface="Malgun Gothic" pitchFamily="34" charset="-120"/>
              </a:rPr>
              <a:t>그림: Meta Animated Drawings 예제 (MIT)</a:t>
            </a:r>
            <a:endParaRPr lang="en-US" sz="850" dirty="0"/>
          </a:p>
        </p:txBody>
      </p:sp>
      <p:sp>
        <p:nvSpPr>
          <p:cNvPr id="5" name="Text 2"/>
          <p:cNvSpPr txBox="1"/>
          <p:nvPr/>
        </p:nvSpPr>
        <p:spPr>
          <a:xfrm>
            <a:off x="777240" y="1051560"/>
            <a:ext cx="5852160" cy="320040"/>
          </a:xfrm>
          <a:prstGeom prst="rect">
            <a:avLst/>
          </a:prstGeom>
          <a:noFill/>
          <a:ln/>
        </p:spPr>
        <p:txBody>
          <a:bodyPr wrap="square" lIns="0" tIns="0" rIns="0" bIns="0" rtlCol="0" anchor="t"/>
          <a:lstStyle/>
          <a:p>
            <a:pPr algn="l" indent="0" marL="0">
              <a:lnSpc>
                <a:spcPct val="120000"/>
              </a:lnSpc>
              <a:buNone/>
            </a:pPr>
            <a:r>
              <a:rPr lang="en-US" sz="1200" dirty="0">
                <a:solidFill>
                  <a:srgbClr val="AEB4D6"/>
                </a:solidFill>
                <a:latin typeface="Malgun Gothic" pitchFamily="34" charset="0"/>
                <a:ea typeface="Malgun Gothic" pitchFamily="34" charset="-122"/>
                <a:cs typeface="Malgun Gothic" pitchFamily="34" charset="-120"/>
              </a:rPr>
              <a:t>캡스톤 중간 발표  ·  2026. 10. 02</a:t>
            </a:r>
            <a:endParaRPr lang="en-US" sz="1200" dirty="0"/>
          </a:p>
        </p:txBody>
      </p:sp>
      <p:sp>
        <p:nvSpPr>
          <p:cNvPr id="6" name="Text 3"/>
          <p:cNvSpPr txBox="1"/>
          <p:nvPr/>
        </p:nvSpPr>
        <p:spPr>
          <a:xfrm>
            <a:off x="777240" y="1828800"/>
            <a:ext cx="6035040" cy="1051560"/>
          </a:xfrm>
          <a:prstGeom prst="rect">
            <a:avLst/>
          </a:prstGeom>
          <a:noFill/>
          <a:ln/>
        </p:spPr>
        <p:txBody>
          <a:bodyPr wrap="square" lIns="0" tIns="0" rIns="0" bIns="0" rtlCol="0" anchor="t"/>
          <a:lstStyle/>
          <a:p>
            <a:pPr algn="l" indent="0" marL="0">
              <a:lnSpc>
                <a:spcPct val="120000"/>
              </a:lnSpc>
              <a:buNone/>
            </a:pPr>
            <a:r>
              <a:rPr lang="en-US" sz="6600" b="1" spc="-150" kern="0" dirty="0">
                <a:solidFill>
                  <a:srgbClr val="FFFFFF"/>
                </a:solidFill>
                <a:latin typeface="Malgun Gothic" pitchFamily="34" charset="0"/>
                <a:ea typeface="Malgun Gothic" pitchFamily="34" charset="-122"/>
                <a:cs typeface="Malgun Gothic" pitchFamily="34" charset="-120"/>
              </a:rPr>
              <a:t>DrawTale</a:t>
            </a:r>
            <a:endParaRPr lang="en-US" sz="6600" dirty="0"/>
          </a:p>
        </p:txBody>
      </p:sp>
      <p:sp>
        <p:nvSpPr>
          <p:cNvPr id="7" name="Text 4"/>
          <p:cNvSpPr txBox="1"/>
          <p:nvPr/>
        </p:nvSpPr>
        <p:spPr>
          <a:xfrm>
            <a:off x="777240" y="2926080"/>
            <a:ext cx="6035040" cy="457200"/>
          </a:xfrm>
          <a:prstGeom prst="rect">
            <a:avLst/>
          </a:prstGeom>
          <a:noFill/>
          <a:ln/>
        </p:spPr>
        <p:txBody>
          <a:bodyPr wrap="square" lIns="0" tIns="0" rIns="0" bIns="0" rtlCol="0" anchor="t"/>
          <a:lstStyle/>
          <a:p>
            <a:pPr algn="l" indent="0" marL="0">
              <a:lnSpc>
                <a:spcPct val="120000"/>
              </a:lnSpc>
              <a:buNone/>
            </a:pPr>
            <a:r>
              <a:rPr lang="en-US" sz="2200" b="1" dirty="0">
                <a:solidFill>
                  <a:srgbClr val="FFE27A"/>
                </a:solidFill>
                <a:latin typeface="Malgun Gothic" pitchFamily="34" charset="0"/>
                <a:ea typeface="Malgun Gothic" pitchFamily="34" charset="-122"/>
                <a:cs typeface="Malgun Gothic" pitchFamily="34" charset="-120"/>
              </a:rPr>
              <a:t>한칸이야기</a:t>
            </a:r>
            <a:endParaRPr lang="en-US" sz="2200" dirty="0"/>
          </a:p>
        </p:txBody>
      </p:sp>
      <p:sp>
        <p:nvSpPr>
          <p:cNvPr id="8" name="Text 5"/>
          <p:cNvSpPr txBox="1"/>
          <p:nvPr/>
        </p:nvSpPr>
        <p:spPr>
          <a:xfrm>
            <a:off x="777240" y="3749040"/>
            <a:ext cx="5852160" cy="914400"/>
          </a:xfrm>
          <a:prstGeom prst="rect">
            <a:avLst/>
          </a:prstGeom>
          <a:noFill/>
          <a:ln/>
        </p:spPr>
        <p:txBody>
          <a:bodyPr wrap="square" lIns="0" tIns="0" rIns="0" bIns="0" rtlCol="0" anchor="t"/>
          <a:lstStyle/>
          <a:p>
            <a:pPr algn="l" indent="0" marL="0">
              <a:lnSpc>
                <a:spcPct val="140000"/>
              </a:lnSpc>
              <a:buNone/>
            </a:pPr>
            <a:r>
              <a:rPr lang="en-US" sz="2000" dirty="0">
                <a:solidFill>
                  <a:srgbClr val="FFFFFF"/>
                </a:solidFill>
                <a:latin typeface="Malgun Gothic" pitchFamily="34" charset="0"/>
                <a:ea typeface="Malgun Gothic" pitchFamily="34" charset="-122"/>
                <a:cs typeface="Malgun Gothic" pitchFamily="34" charset="-120"/>
              </a:rPr>
              <a:t>아이의 그림이 주인공이 되고,</a:t>
            </a:r>
            <a:endParaRPr lang="en-US" sz="2000" dirty="0"/>
          </a:p>
          <a:p>
            <a:pPr algn="l" indent="0" marL="0">
              <a:lnSpc>
                <a:spcPct val="140000"/>
              </a:lnSpc>
              <a:buNone/>
            </a:pPr>
            <a:r>
              <a:rPr lang="en-US" sz="2000" dirty="0">
                <a:solidFill>
                  <a:srgbClr val="FFFFFF"/>
                </a:solidFill>
                <a:latin typeface="Malgun Gothic" pitchFamily="34" charset="0"/>
                <a:ea typeface="Malgun Gothic" pitchFamily="34" charset="-122"/>
                <a:cs typeface="Malgun Gothic" pitchFamily="34" charset="-120"/>
              </a:rPr>
              <a:t>아이의 선택으로 완성되는 이야기</a:t>
            </a:r>
            <a:endParaRPr lang="en-US" sz="2000" dirty="0"/>
          </a:p>
        </p:txBody>
      </p:sp>
      <p:sp>
        <p:nvSpPr>
          <p:cNvPr id="9" name="Text 6"/>
          <p:cNvSpPr txBox="1"/>
          <p:nvPr/>
        </p:nvSpPr>
        <p:spPr>
          <a:xfrm>
            <a:off x="777240" y="5806440"/>
            <a:ext cx="5852160" cy="320040"/>
          </a:xfrm>
          <a:prstGeom prst="rect">
            <a:avLst/>
          </a:prstGeom>
          <a:noFill/>
          <a:ln/>
        </p:spPr>
        <p:txBody>
          <a:bodyPr wrap="square" lIns="0" tIns="0" rIns="0" bIns="0" rtlCol="0" anchor="t"/>
          <a:lstStyle/>
          <a:p>
            <a:pPr algn="l" indent="0" marL="0">
              <a:lnSpc>
                <a:spcPct val="120000"/>
              </a:lnSpc>
              <a:buNone/>
            </a:pPr>
            <a:r>
              <a:rPr lang="en-US" sz="1200" dirty="0">
                <a:solidFill>
                  <a:srgbClr val="AEB4D6"/>
                </a:solidFill>
                <a:latin typeface="Malgun Gothic" pitchFamily="34" charset="0"/>
                <a:ea typeface="Malgun Gothic" pitchFamily="34" charset="-122"/>
                <a:cs typeface="Malgun Gothic" pitchFamily="34" charset="-120"/>
              </a:rPr>
              <a:t>[팀 이름]   육도현 · 서민지 · 김수정 · 김민준</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865815" y="6355080"/>
            <a:ext cx="548640" cy="274320"/>
          </a:xfrm>
          <a:prstGeom prst="rect">
            <a:avLst/>
          </a:prstGeom>
          <a:noFill/>
          <a:ln/>
        </p:spPr>
        <p:txBody>
          <a:bodyPr wrap="square" lIns="0" tIns="0" rIns="0" bIns="0" rtlCol="0" anchor="t"/>
          <a:lstStyle/>
          <a:p>
            <a:pPr algn="r" indent="0" marL="0">
              <a:lnSpc>
                <a:spcPct val="120000"/>
              </a:lnSpc>
              <a:buNone/>
            </a:pPr>
            <a:r>
              <a:rPr lang="en-US" sz="900" dirty="0">
                <a:solidFill>
                  <a:srgbClr val="9399AC"/>
                </a:solidFill>
                <a:latin typeface="Malgun Gothic" pitchFamily="34" charset="0"/>
                <a:ea typeface="Malgun Gothic" pitchFamily="34" charset="-122"/>
                <a:cs typeface="Malgun Gothic" pitchFamily="34" charset="-120"/>
              </a:rPr>
              <a:t>02</a:t>
            </a:r>
            <a:endParaRPr lang="en-US" sz="900" dirty="0"/>
          </a:p>
        </p:txBody>
      </p:sp>
      <p:sp>
        <p:nvSpPr>
          <p:cNvPr id="3" name="Text 1"/>
          <p:cNvSpPr txBox="1"/>
          <p:nvPr/>
        </p:nvSpPr>
        <p:spPr>
          <a:xfrm>
            <a:off x="777240" y="685800"/>
            <a:ext cx="10637215" cy="685800"/>
          </a:xfrm>
          <a:prstGeom prst="rect">
            <a:avLst/>
          </a:prstGeom>
          <a:noFill/>
          <a:ln/>
        </p:spPr>
        <p:txBody>
          <a:bodyPr wrap="square" lIns="0" tIns="0" rIns="0" bIns="0" rtlCol="0" anchor="t"/>
          <a:lstStyle/>
          <a:p>
            <a:pPr algn="l" indent="0" marL="0">
              <a:lnSpc>
                <a:spcPct val="120000"/>
              </a:lnSpc>
              <a:buNone/>
            </a:pPr>
            <a:r>
              <a:rPr lang="en-US" sz="3000" b="1" spc="-50" kern="0" dirty="0">
                <a:solidFill>
                  <a:srgbClr val="262B40"/>
                </a:solidFill>
                <a:latin typeface="Malgun Gothic" pitchFamily="34" charset="0"/>
                <a:ea typeface="Malgun Gothic" pitchFamily="34" charset="-122"/>
                <a:cs typeface="Malgun Gothic" pitchFamily="34" charset="-120"/>
              </a:rPr>
              <a:t>오늘의 순서</a:t>
            </a:r>
            <a:endParaRPr lang="en-US" sz="3000" dirty="0"/>
          </a:p>
        </p:txBody>
      </p:sp>
      <p:sp>
        <p:nvSpPr>
          <p:cNvPr id="4" name="Text 2"/>
          <p:cNvSpPr txBox="1"/>
          <p:nvPr/>
        </p:nvSpPr>
        <p:spPr>
          <a:xfrm>
            <a:off x="777240" y="1399032"/>
            <a:ext cx="10637215" cy="457200"/>
          </a:xfrm>
          <a:prstGeom prst="rect">
            <a:avLst/>
          </a:prstGeom>
          <a:noFill/>
          <a:ln/>
        </p:spPr>
        <p:txBody>
          <a:bodyPr wrap="square" lIns="0" tIns="0" rIns="0" bIns="0" rtlCol="0" anchor="t"/>
          <a:lstStyle/>
          <a:p>
            <a:pPr algn="l" indent="0" marL="0">
              <a:lnSpc>
                <a:spcPct val="120000"/>
              </a:lnSpc>
              <a:buNone/>
            </a:pPr>
            <a:r>
              <a:rPr lang="en-US" sz="1500" dirty="0">
                <a:solidFill>
                  <a:srgbClr val="5B6177"/>
                </a:solidFill>
                <a:latin typeface="Malgun Gothic" pitchFamily="34" charset="0"/>
                <a:ea typeface="Malgun Gothic" pitchFamily="34" charset="-122"/>
                <a:cs typeface="Malgun Gothic" pitchFamily="34" charset="-120"/>
              </a:rPr>
              <a:t>왜 만들었고, 무엇을 만들기로 했고, 지난 한 달 무엇을 했는지</a:t>
            </a:r>
            <a:endParaRPr lang="en-US" sz="1500" dirty="0"/>
          </a:p>
        </p:txBody>
      </p:sp>
      <p:sp>
        <p:nvSpPr>
          <p:cNvPr id="5" name="Shape 3"/>
          <p:cNvSpPr/>
          <p:nvPr/>
        </p:nvSpPr>
        <p:spPr>
          <a:xfrm>
            <a:off x="777240" y="2240280"/>
            <a:ext cx="10637215" cy="0"/>
          </a:xfrm>
          <a:prstGeom prst="line">
            <a:avLst/>
          </a:prstGeom>
          <a:noFill/>
          <a:ln w="9525">
            <a:solidFill>
              <a:srgbClr val="E2E5EC"/>
            </a:solidFill>
            <a:prstDash val="solid"/>
          </a:ln>
        </p:spPr>
      </p:sp>
      <p:sp>
        <p:nvSpPr>
          <p:cNvPr id="6" name="Text 4"/>
          <p:cNvSpPr txBox="1"/>
          <p:nvPr/>
        </p:nvSpPr>
        <p:spPr>
          <a:xfrm>
            <a:off x="777240" y="2441448"/>
            <a:ext cx="914400" cy="502920"/>
          </a:xfrm>
          <a:prstGeom prst="rect">
            <a:avLst/>
          </a:prstGeom>
          <a:noFill/>
          <a:ln/>
        </p:spPr>
        <p:txBody>
          <a:bodyPr wrap="square" lIns="0" tIns="0" rIns="0" bIns="0" rtlCol="0" anchor="t"/>
          <a:lstStyle/>
          <a:p>
            <a:pPr algn="l" indent="0" marL="0">
              <a:lnSpc>
                <a:spcPct val="120000"/>
              </a:lnSpc>
              <a:buNone/>
            </a:pPr>
            <a:r>
              <a:rPr lang="en-US" sz="2600" b="1" dirty="0">
                <a:solidFill>
                  <a:srgbClr val="4256C8"/>
                </a:solidFill>
                <a:latin typeface="Malgun Gothic" pitchFamily="34" charset="0"/>
                <a:ea typeface="Malgun Gothic" pitchFamily="34" charset="-122"/>
                <a:cs typeface="Malgun Gothic" pitchFamily="34" charset="-120"/>
              </a:rPr>
              <a:t>01</a:t>
            </a:r>
            <a:endParaRPr lang="en-US" sz="2600" dirty="0"/>
          </a:p>
        </p:txBody>
      </p:sp>
      <p:sp>
        <p:nvSpPr>
          <p:cNvPr id="7" name="Text 5"/>
          <p:cNvSpPr txBox="1"/>
          <p:nvPr/>
        </p:nvSpPr>
        <p:spPr>
          <a:xfrm>
            <a:off x="1965960" y="2459736"/>
            <a:ext cx="3657600" cy="457200"/>
          </a:xfrm>
          <a:prstGeom prst="rect">
            <a:avLst/>
          </a:prstGeom>
          <a:noFill/>
          <a:ln/>
        </p:spPr>
        <p:txBody>
          <a:bodyPr wrap="square" lIns="0" tIns="0" rIns="0" bIns="0" rtlCol="0" anchor="t"/>
          <a:lstStyle/>
          <a:p>
            <a:pPr algn="l" indent="0" marL="0">
              <a:lnSpc>
                <a:spcPct val="120000"/>
              </a:lnSpc>
              <a:buNone/>
            </a:pPr>
            <a:r>
              <a:rPr lang="en-US" sz="2000" b="1" dirty="0">
                <a:solidFill>
                  <a:srgbClr val="262B40"/>
                </a:solidFill>
                <a:latin typeface="Malgun Gothic" pitchFamily="34" charset="0"/>
                <a:ea typeface="Malgun Gothic" pitchFamily="34" charset="-122"/>
                <a:cs typeface="Malgun Gothic" pitchFamily="34" charset="-120"/>
              </a:rPr>
              <a:t>왜 만들었나</a:t>
            </a:r>
            <a:endParaRPr lang="en-US" sz="2000" dirty="0"/>
          </a:p>
        </p:txBody>
      </p:sp>
      <p:sp>
        <p:nvSpPr>
          <p:cNvPr id="8" name="Text 6"/>
          <p:cNvSpPr txBox="1"/>
          <p:nvPr/>
        </p:nvSpPr>
        <p:spPr>
          <a:xfrm>
            <a:off x="5715000" y="2514600"/>
            <a:ext cx="5699455" cy="411480"/>
          </a:xfrm>
          <a:prstGeom prst="rect">
            <a:avLst/>
          </a:prstGeom>
          <a:noFill/>
          <a:ln/>
        </p:spPr>
        <p:txBody>
          <a:bodyPr wrap="square" lIns="0" tIns="0" rIns="0" bIns="0" rtlCol="0" anchor="t"/>
          <a:lstStyle/>
          <a:p>
            <a:pPr algn="l" indent="0" marL="0">
              <a:lnSpc>
                <a:spcPct val="120000"/>
              </a:lnSpc>
              <a:buNone/>
            </a:pPr>
            <a:r>
              <a:rPr lang="en-US" sz="1400" dirty="0">
                <a:solidFill>
                  <a:srgbClr val="5B6177"/>
                </a:solidFill>
                <a:latin typeface="Malgun Gothic" pitchFamily="34" charset="0"/>
                <a:ea typeface="Malgun Gothic" pitchFamily="34" charset="-122"/>
                <a:cs typeface="Malgun Gothic" pitchFamily="34" charset="-120"/>
              </a:rPr>
              <a:t>사회 · 교육 · 기술 · 기존 서비스 조사에서 서비스 방향까지</a:t>
            </a:r>
            <a:endParaRPr lang="en-US" sz="1400" dirty="0"/>
          </a:p>
        </p:txBody>
      </p:sp>
      <p:sp>
        <p:nvSpPr>
          <p:cNvPr id="9" name="Shape 7"/>
          <p:cNvSpPr/>
          <p:nvPr/>
        </p:nvSpPr>
        <p:spPr>
          <a:xfrm>
            <a:off x="777240" y="3136392"/>
            <a:ext cx="10637215" cy="0"/>
          </a:xfrm>
          <a:prstGeom prst="line">
            <a:avLst/>
          </a:prstGeom>
          <a:noFill/>
          <a:ln w="9525">
            <a:solidFill>
              <a:srgbClr val="E2E5EC"/>
            </a:solidFill>
            <a:prstDash val="solid"/>
          </a:ln>
        </p:spPr>
      </p:sp>
      <p:sp>
        <p:nvSpPr>
          <p:cNvPr id="10" name="Text 8"/>
          <p:cNvSpPr txBox="1"/>
          <p:nvPr/>
        </p:nvSpPr>
        <p:spPr>
          <a:xfrm>
            <a:off x="777240" y="3337560"/>
            <a:ext cx="914400" cy="502920"/>
          </a:xfrm>
          <a:prstGeom prst="rect">
            <a:avLst/>
          </a:prstGeom>
          <a:noFill/>
          <a:ln/>
        </p:spPr>
        <p:txBody>
          <a:bodyPr wrap="square" lIns="0" tIns="0" rIns="0" bIns="0" rtlCol="0" anchor="t"/>
          <a:lstStyle/>
          <a:p>
            <a:pPr algn="l" indent="0" marL="0">
              <a:lnSpc>
                <a:spcPct val="120000"/>
              </a:lnSpc>
              <a:buNone/>
            </a:pPr>
            <a:r>
              <a:rPr lang="en-US" sz="2600" b="1" dirty="0">
                <a:solidFill>
                  <a:srgbClr val="4256C8"/>
                </a:solidFill>
                <a:latin typeface="Malgun Gothic" pitchFamily="34" charset="0"/>
                <a:ea typeface="Malgun Gothic" pitchFamily="34" charset="-122"/>
                <a:cs typeface="Malgun Gothic" pitchFamily="34" charset="-120"/>
              </a:rPr>
              <a:t>02</a:t>
            </a:r>
            <a:endParaRPr lang="en-US" sz="2600" dirty="0"/>
          </a:p>
        </p:txBody>
      </p:sp>
      <p:sp>
        <p:nvSpPr>
          <p:cNvPr id="11" name="Text 9"/>
          <p:cNvSpPr txBox="1"/>
          <p:nvPr/>
        </p:nvSpPr>
        <p:spPr>
          <a:xfrm>
            <a:off x="1965960" y="3355848"/>
            <a:ext cx="3657600" cy="457200"/>
          </a:xfrm>
          <a:prstGeom prst="rect">
            <a:avLst/>
          </a:prstGeom>
          <a:noFill/>
          <a:ln/>
        </p:spPr>
        <p:txBody>
          <a:bodyPr wrap="square" lIns="0" tIns="0" rIns="0" bIns="0" rtlCol="0" anchor="t"/>
          <a:lstStyle/>
          <a:p>
            <a:pPr algn="l" indent="0" marL="0">
              <a:lnSpc>
                <a:spcPct val="120000"/>
              </a:lnSpc>
              <a:buNone/>
            </a:pPr>
            <a:r>
              <a:rPr lang="en-US" sz="2000" b="1" dirty="0">
                <a:solidFill>
                  <a:srgbClr val="262B40"/>
                </a:solidFill>
                <a:latin typeface="Malgun Gothic" pitchFamily="34" charset="0"/>
                <a:ea typeface="Malgun Gothic" pitchFamily="34" charset="-122"/>
                <a:cs typeface="Malgun Gothic" pitchFamily="34" charset="-120"/>
              </a:rPr>
              <a:t>지난 한 달</a:t>
            </a:r>
            <a:endParaRPr lang="en-US" sz="2000" dirty="0"/>
          </a:p>
        </p:txBody>
      </p:sp>
      <p:sp>
        <p:nvSpPr>
          <p:cNvPr id="12" name="Text 10"/>
          <p:cNvSpPr txBox="1"/>
          <p:nvPr/>
        </p:nvSpPr>
        <p:spPr>
          <a:xfrm>
            <a:off x="5715000" y="3410712"/>
            <a:ext cx="5699455" cy="411480"/>
          </a:xfrm>
          <a:prstGeom prst="rect">
            <a:avLst/>
          </a:prstGeom>
          <a:noFill/>
          <a:ln/>
        </p:spPr>
        <p:txBody>
          <a:bodyPr wrap="square" lIns="0" tIns="0" rIns="0" bIns="0" rtlCol="0" anchor="t"/>
          <a:lstStyle/>
          <a:p>
            <a:pPr algn="l" indent="0" marL="0">
              <a:lnSpc>
                <a:spcPct val="120000"/>
              </a:lnSpc>
              <a:buNone/>
            </a:pPr>
            <a:r>
              <a:rPr lang="en-US" sz="1400" dirty="0">
                <a:solidFill>
                  <a:srgbClr val="5B6177"/>
                </a:solidFill>
                <a:latin typeface="Malgun Gothic" pitchFamily="34" charset="0"/>
                <a:ea typeface="Malgun Gothic" pitchFamily="34" charset="-122"/>
                <a:cs typeface="Malgun Gothic" pitchFamily="34" charset="-120"/>
              </a:rPr>
              <a:t>9/7 ~ 10/2, 아이디어를 서비스 구조로</a:t>
            </a:r>
            <a:endParaRPr lang="en-US" sz="1400" dirty="0"/>
          </a:p>
        </p:txBody>
      </p:sp>
      <p:sp>
        <p:nvSpPr>
          <p:cNvPr id="13" name="Shape 11"/>
          <p:cNvSpPr/>
          <p:nvPr/>
        </p:nvSpPr>
        <p:spPr>
          <a:xfrm>
            <a:off x="777240" y="4032504"/>
            <a:ext cx="10637215" cy="0"/>
          </a:xfrm>
          <a:prstGeom prst="line">
            <a:avLst/>
          </a:prstGeom>
          <a:noFill/>
          <a:ln w="9525">
            <a:solidFill>
              <a:srgbClr val="E2E5EC"/>
            </a:solidFill>
            <a:prstDash val="solid"/>
          </a:ln>
        </p:spPr>
      </p:sp>
      <p:sp>
        <p:nvSpPr>
          <p:cNvPr id="14" name="Text 12"/>
          <p:cNvSpPr txBox="1"/>
          <p:nvPr/>
        </p:nvSpPr>
        <p:spPr>
          <a:xfrm>
            <a:off x="777240" y="4233672"/>
            <a:ext cx="914400" cy="502920"/>
          </a:xfrm>
          <a:prstGeom prst="rect">
            <a:avLst/>
          </a:prstGeom>
          <a:noFill/>
          <a:ln/>
        </p:spPr>
        <p:txBody>
          <a:bodyPr wrap="square" lIns="0" tIns="0" rIns="0" bIns="0" rtlCol="0" anchor="t"/>
          <a:lstStyle/>
          <a:p>
            <a:pPr algn="l" indent="0" marL="0">
              <a:lnSpc>
                <a:spcPct val="120000"/>
              </a:lnSpc>
              <a:buNone/>
            </a:pPr>
            <a:r>
              <a:rPr lang="en-US" sz="2600" b="1" dirty="0">
                <a:solidFill>
                  <a:srgbClr val="4256C8"/>
                </a:solidFill>
                <a:latin typeface="Malgun Gothic" pitchFamily="34" charset="0"/>
                <a:ea typeface="Malgun Gothic" pitchFamily="34" charset="-122"/>
                <a:cs typeface="Malgun Gothic" pitchFamily="34" charset="-120"/>
              </a:rPr>
              <a:t>03</a:t>
            </a:r>
            <a:endParaRPr lang="en-US" sz="2600" dirty="0"/>
          </a:p>
        </p:txBody>
      </p:sp>
      <p:sp>
        <p:nvSpPr>
          <p:cNvPr id="15" name="Text 13"/>
          <p:cNvSpPr txBox="1"/>
          <p:nvPr/>
        </p:nvSpPr>
        <p:spPr>
          <a:xfrm>
            <a:off x="1965960" y="4251960"/>
            <a:ext cx="3657600" cy="457200"/>
          </a:xfrm>
          <a:prstGeom prst="rect">
            <a:avLst/>
          </a:prstGeom>
          <a:noFill/>
          <a:ln/>
        </p:spPr>
        <p:txBody>
          <a:bodyPr wrap="square" lIns="0" tIns="0" rIns="0" bIns="0" rtlCol="0" anchor="t"/>
          <a:lstStyle/>
          <a:p>
            <a:pPr algn="l" indent="0" marL="0">
              <a:lnSpc>
                <a:spcPct val="120000"/>
              </a:lnSpc>
              <a:buNone/>
            </a:pPr>
            <a:r>
              <a:rPr lang="en-US" sz="2000" b="1" dirty="0">
                <a:solidFill>
                  <a:srgbClr val="262B40"/>
                </a:solidFill>
                <a:latin typeface="Malgun Gothic" pitchFamily="34" charset="0"/>
                <a:ea typeface="Malgun Gothic" pitchFamily="34" charset="-122"/>
                <a:cs typeface="Malgun Gothic" pitchFamily="34" charset="-120"/>
              </a:rPr>
              <a:t>영역별 작업</a:t>
            </a:r>
            <a:endParaRPr lang="en-US" sz="2000" dirty="0"/>
          </a:p>
        </p:txBody>
      </p:sp>
      <p:sp>
        <p:nvSpPr>
          <p:cNvPr id="16" name="Text 14"/>
          <p:cNvSpPr txBox="1"/>
          <p:nvPr/>
        </p:nvSpPr>
        <p:spPr>
          <a:xfrm>
            <a:off x="5715000" y="4306824"/>
            <a:ext cx="5699455" cy="411480"/>
          </a:xfrm>
          <a:prstGeom prst="rect">
            <a:avLst/>
          </a:prstGeom>
          <a:noFill/>
          <a:ln/>
        </p:spPr>
        <p:txBody>
          <a:bodyPr wrap="square" lIns="0" tIns="0" rIns="0" bIns="0" rtlCol="0" anchor="t"/>
          <a:lstStyle/>
          <a:p>
            <a:pPr algn="l" indent="0" marL="0">
              <a:lnSpc>
                <a:spcPct val="120000"/>
              </a:lnSpc>
              <a:buNone/>
            </a:pPr>
            <a:r>
              <a:rPr lang="en-US" sz="1400" dirty="0">
                <a:solidFill>
                  <a:srgbClr val="5B6177"/>
                </a:solidFill>
                <a:latin typeface="Malgun Gothic" pitchFamily="34" charset="0"/>
                <a:ea typeface="Malgun Gothic" pitchFamily="34" charset="-122"/>
                <a:cs typeface="Malgun Gothic" pitchFamily="34" charset="-120"/>
              </a:rPr>
              <a:t>Frontend · Backend · AI Runtime · AI Model</a:t>
            </a:r>
            <a:endParaRPr lang="en-US" sz="1400" dirty="0"/>
          </a:p>
        </p:txBody>
      </p:sp>
      <p:sp>
        <p:nvSpPr>
          <p:cNvPr id="17" name="Shape 15"/>
          <p:cNvSpPr/>
          <p:nvPr/>
        </p:nvSpPr>
        <p:spPr>
          <a:xfrm>
            <a:off x="777240" y="4928616"/>
            <a:ext cx="10637215" cy="0"/>
          </a:xfrm>
          <a:prstGeom prst="line">
            <a:avLst/>
          </a:prstGeom>
          <a:noFill/>
          <a:ln w="9525">
            <a:solidFill>
              <a:srgbClr val="E2E5EC"/>
            </a:solidFill>
            <a:prstDash val="solid"/>
          </a:ln>
        </p:spPr>
      </p:sp>
      <p:sp>
        <p:nvSpPr>
          <p:cNvPr id="18" name="Text 16"/>
          <p:cNvSpPr txBox="1"/>
          <p:nvPr/>
        </p:nvSpPr>
        <p:spPr>
          <a:xfrm>
            <a:off x="777240" y="5129784"/>
            <a:ext cx="914400" cy="502920"/>
          </a:xfrm>
          <a:prstGeom prst="rect">
            <a:avLst/>
          </a:prstGeom>
          <a:noFill/>
          <a:ln/>
        </p:spPr>
        <p:txBody>
          <a:bodyPr wrap="square" lIns="0" tIns="0" rIns="0" bIns="0" rtlCol="0" anchor="t"/>
          <a:lstStyle/>
          <a:p>
            <a:pPr algn="l" indent="0" marL="0">
              <a:lnSpc>
                <a:spcPct val="120000"/>
              </a:lnSpc>
              <a:buNone/>
            </a:pPr>
            <a:r>
              <a:rPr lang="en-US" sz="2600" b="1" dirty="0">
                <a:solidFill>
                  <a:srgbClr val="4256C8"/>
                </a:solidFill>
                <a:latin typeface="Malgun Gothic" pitchFamily="34" charset="0"/>
                <a:ea typeface="Malgun Gothic" pitchFamily="34" charset="-122"/>
                <a:cs typeface="Malgun Gothic" pitchFamily="34" charset="-120"/>
              </a:rPr>
              <a:t>04</a:t>
            </a:r>
            <a:endParaRPr lang="en-US" sz="2600" dirty="0"/>
          </a:p>
        </p:txBody>
      </p:sp>
      <p:sp>
        <p:nvSpPr>
          <p:cNvPr id="19" name="Text 17"/>
          <p:cNvSpPr txBox="1"/>
          <p:nvPr/>
        </p:nvSpPr>
        <p:spPr>
          <a:xfrm>
            <a:off x="1965960" y="5148072"/>
            <a:ext cx="3657600" cy="457200"/>
          </a:xfrm>
          <a:prstGeom prst="rect">
            <a:avLst/>
          </a:prstGeom>
          <a:noFill/>
          <a:ln/>
        </p:spPr>
        <p:txBody>
          <a:bodyPr wrap="square" lIns="0" tIns="0" rIns="0" bIns="0" rtlCol="0" anchor="t"/>
          <a:lstStyle/>
          <a:p>
            <a:pPr algn="l" indent="0" marL="0">
              <a:lnSpc>
                <a:spcPct val="120000"/>
              </a:lnSpc>
              <a:buNone/>
            </a:pPr>
            <a:r>
              <a:rPr lang="en-US" sz="2000" b="1" dirty="0">
                <a:solidFill>
                  <a:srgbClr val="262B40"/>
                </a:solidFill>
                <a:latin typeface="Malgun Gothic" pitchFamily="34" charset="0"/>
                <a:ea typeface="Malgun Gothic" pitchFamily="34" charset="-122"/>
                <a:cs typeface="Malgun Gothic" pitchFamily="34" charset="-120"/>
              </a:rPr>
              <a:t>지금까지와 다음</a:t>
            </a:r>
            <a:endParaRPr lang="en-US" sz="2000" dirty="0"/>
          </a:p>
        </p:txBody>
      </p:sp>
      <p:sp>
        <p:nvSpPr>
          <p:cNvPr id="20" name="Text 18"/>
          <p:cNvSpPr txBox="1"/>
          <p:nvPr/>
        </p:nvSpPr>
        <p:spPr>
          <a:xfrm>
            <a:off x="5715000" y="5202936"/>
            <a:ext cx="5699455" cy="411480"/>
          </a:xfrm>
          <a:prstGeom prst="rect">
            <a:avLst/>
          </a:prstGeom>
          <a:noFill/>
          <a:ln/>
        </p:spPr>
        <p:txBody>
          <a:bodyPr wrap="square" lIns="0" tIns="0" rIns="0" bIns="0" rtlCol="0" anchor="t"/>
          <a:lstStyle/>
          <a:p>
            <a:pPr algn="l" indent="0" marL="0">
              <a:lnSpc>
                <a:spcPct val="120000"/>
              </a:lnSpc>
              <a:buNone/>
            </a:pPr>
            <a:r>
              <a:rPr lang="en-US" sz="1400" dirty="0">
                <a:solidFill>
                  <a:srgbClr val="5B6177"/>
                </a:solidFill>
                <a:latin typeface="Malgun Gothic" pitchFamily="34" charset="0"/>
                <a:ea typeface="Malgun Gothic" pitchFamily="34" charset="-122"/>
                <a:cs typeface="Malgun Gothic" pitchFamily="34" charset="-120"/>
              </a:rPr>
              <a:t>10/2까지 구체화한 것과 다음 단계</a:t>
            </a:r>
            <a:endParaRPr lang="en-US" sz="1400" dirty="0"/>
          </a:p>
        </p:txBody>
      </p:sp>
      <p:sp>
        <p:nvSpPr>
          <p:cNvPr id="21" name="Shape 19"/>
          <p:cNvSpPr/>
          <p:nvPr/>
        </p:nvSpPr>
        <p:spPr>
          <a:xfrm>
            <a:off x="777240" y="5824728"/>
            <a:ext cx="10637215" cy="0"/>
          </a:xfrm>
          <a:prstGeom prst="line">
            <a:avLst/>
          </a:prstGeom>
          <a:noFill/>
          <a:ln w="9525">
            <a:solidFill>
              <a:srgbClr val="E2E5EC"/>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77240" y="6355080"/>
            <a:ext cx="5486400" cy="274320"/>
          </a:xfrm>
          <a:prstGeom prst="rect">
            <a:avLst/>
          </a:prstGeom>
          <a:noFill/>
          <a:ln/>
        </p:spPr>
        <p:txBody>
          <a:bodyPr wrap="square" lIns="0" tIns="0" rIns="0" bIns="0" rtlCol="0" anchor="t"/>
          <a:lstStyle/>
          <a:p>
            <a:pPr algn="l" indent="0" marL="0">
              <a:lnSpc>
                <a:spcPct val="120000"/>
              </a:lnSpc>
              <a:buNone/>
            </a:pPr>
            <a:r>
              <a:rPr lang="en-US" sz="900" dirty="0">
                <a:solidFill>
                  <a:srgbClr val="9399AC"/>
                </a:solidFill>
                <a:latin typeface="Malgun Gothic" pitchFamily="34" charset="0"/>
                <a:ea typeface="Malgun Gothic" pitchFamily="34" charset="-122"/>
                <a:cs typeface="Malgun Gothic" pitchFamily="34" charset="-120"/>
              </a:rPr>
              <a:t>A  왜 만들었나</a:t>
            </a:r>
            <a:endParaRPr lang="en-US" sz="900" dirty="0"/>
          </a:p>
        </p:txBody>
      </p:sp>
      <p:sp>
        <p:nvSpPr>
          <p:cNvPr id="3" name="Text 1"/>
          <p:cNvSpPr txBox="1"/>
          <p:nvPr/>
        </p:nvSpPr>
        <p:spPr>
          <a:xfrm>
            <a:off x="10865815" y="6355080"/>
            <a:ext cx="548640" cy="274320"/>
          </a:xfrm>
          <a:prstGeom prst="rect">
            <a:avLst/>
          </a:prstGeom>
          <a:noFill/>
          <a:ln/>
        </p:spPr>
        <p:txBody>
          <a:bodyPr wrap="square" lIns="0" tIns="0" rIns="0" bIns="0" rtlCol="0" anchor="t"/>
          <a:lstStyle/>
          <a:p>
            <a:pPr algn="r" indent="0" marL="0">
              <a:lnSpc>
                <a:spcPct val="120000"/>
              </a:lnSpc>
              <a:buNone/>
            </a:pPr>
            <a:r>
              <a:rPr lang="en-US" sz="900" dirty="0">
                <a:solidFill>
                  <a:srgbClr val="9399AC"/>
                </a:solidFill>
                <a:latin typeface="Malgun Gothic" pitchFamily="34" charset="0"/>
                <a:ea typeface="Malgun Gothic" pitchFamily="34" charset="-122"/>
                <a:cs typeface="Malgun Gothic" pitchFamily="34" charset="-120"/>
              </a:rPr>
              <a:t>03</a:t>
            </a:r>
            <a:endParaRPr lang="en-US" sz="900" dirty="0"/>
          </a:p>
        </p:txBody>
      </p:sp>
      <p:sp>
        <p:nvSpPr>
          <p:cNvPr id="4" name="Text 2"/>
          <p:cNvSpPr txBox="1"/>
          <p:nvPr/>
        </p:nvSpPr>
        <p:spPr>
          <a:xfrm>
            <a:off x="777240" y="685800"/>
            <a:ext cx="10637215" cy="685800"/>
          </a:xfrm>
          <a:prstGeom prst="rect">
            <a:avLst/>
          </a:prstGeom>
          <a:noFill/>
          <a:ln/>
        </p:spPr>
        <p:txBody>
          <a:bodyPr wrap="square" lIns="0" tIns="0" rIns="0" bIns="0" rtlCol="0" anchor="t"/>
          <a:lstStyle/>
          <a:p>
            <a:pPr algn="l" indent="0" marL="0">
              <a:lnSpc>
                <a:spcPct val="120000"/>
              </a:lnSpc>
              <a:buNone/>
            </a:pPr>
            <a:r>
              <a:rPr lang="en-US" sz="3000" b="1" spc="-50" kern="0" dirty="0">
                <a:solidFill>
                  <a:srgbClr val="262B40"/>
                </a:solidFill>
                <a:latin typeface="Malgun Gothic" pitchFamily="34" charset="0"/>
                <a:ea typeface="Malgun Gothic" pitchFamily="34" charset="-122"/>
                <a:cs typeface="Malgun Gothic" pitchFamily="34" charset="-120"/>
              </a:rPr>
              <a:t>학습 속도가 느린 아이들은 어디에 있을까?</a:t>
            </a:r>
            <a:endParaRPr lang="en-US" sz="3000" dirty="0"/>
          </a:p>
        </p:txBody>
      </p:sp>
      <p:sp>
        <p:nvSpPr>
          <p:cNvPr id="5" name="Text 3"/>
          <p:cNvSpPr txBox="1"/>
          <p:nvPr/>
        </p:nvSpPr>
        <p:spPr>
          <a:xfrm>
            <a:off x="777240" y="1399032"/>
            <a:ext cx="10637215" cy="457200"/>
          </a:xfrm>
          <a:prstGeom prst="rect">
            <a:avLst/>
          </a:prstGeom>
          <a:noFill/>
          <a:ln/>
        </p:spPr>
        <p:txBody>
          <a:bodyPr wrap="square" lIns="0" tIns="0" rIns="0" bIns="0" rtlCol="0" anchor="t"/>
          <a:lstStyle/>
          <a:p>
            <a:pPr algn="l" indent="0" marL="0">
              <a:lnSpc>
                <a:spcPct val="120000"/>
              </a:lnSpc>
              <a:buNone/>
            </a:pPr>
            <a:r>
              <a:rPr lang="en-US" sz="1500" dirty="0">
                <a:solidFill>
                  <a:srgbClr val="5B6177"/>
                </a:solidFill>
                <a:latin typeface="Malgun Gothic" pitchFamily="34" charset="0"/>
                <a:ea typeface="Malgun Gothic" pitchFamily="34" charset="-122"/>
                <a:cs typeface="Malgun Gothic" pitchFamily="34" charset="-120"/>
              </a:rPr>
              <a:t>배경조사 ① 사회적 배경</a:t>
            </a:r>
            <a:endParaRPr lang="en-US" sz="1500" dirty="0"/>
          </a:p>
        </p:txBody>
      </p:sp>
      <p:sp>
        <p:nvSpPr>
          <p:cNvPr id="6" name="Text 4"/>
          <p:cNvSpPr txBox="1"/>
          <p:nvPr/>
        </p:nvSpPr>
        <p:spPr>
          <a:xfrm>
            <a:off x="777240" y="2103120"/>
            <a:ext cx="3088538" cy="685800"/>
          </a:xfrm>
          <a:prstGeom prst="rect">
            <a:avLst/>
          </a:prstGeom>
          <a:noFill/>
          <a:ln/>
        </p:spPr>
        <p:txBody>
          <a:bodyPr wrap="square" lIns="0" tIns="0" rIns="0" bIns="0" rtlCol="0" anchor="t"/>
          <a:lstStyle/>
          <a:p>
            <a:pPr algn="l" indent="0" marL="0">
              <a:lnSpc>
                <a:spcPct val="120000"/>
              </a:lnSpc>
              <a:buNone/>
            </a:pPr>
            <a:r>
              <a:rPr lang="en-US" sz="3800" b="1" spc="-100" kern="0" dirty="0">
                <a:solidFill>
                  <a:srgbClr val="4256C8"/>
                </a:solidFill>
                <a:latin typeface="Malgun Gothic" pitchFamily="34" charset="0"/>
                <a:ea typeface="Malgun Gothic" pitchFamily="34" charset="-122"/>
                <a:cs typeface="Malgun Gothic" pitchFamily="34" charset="-120"/>
              </a:rPr>
              <a:t>12만 4,195명</a:t>
            </a:r>
            <a:endParaRPr lang="en-US" sz="3800" dirty="0"/>
          </a:p>
        </p:txBody>
      </p:sp>
      <p:sp>
        <p:nvSpPr>
          <p:cNvPr id="7" name="Text 5"/>
          <p:cNvSpPr txBox="1"/>
          <p:nvPr/>
        </p:nvSpPr>
        <p:spPr>
          <a:xfrm>
            <a:off x="777240" y="2834640"/>
            <a:ext cx="3088538" cy="640080"/>
          </a:xfrm>
          <a:prstGeom prst="rect">
            <a:avLst/>
          </a:prstGeom>
          <a:noFill/>
          <a:ln/>
        </p:spPr>
        <p:txBody>
          <a:bodyPr wrap="square" lIns="0" tIns="0" rIns="0" bIns="0" rtlCol="0" anchor="t"/>
          <a:lstStyle/>
          <a:p>
            <a:pPr algn="l" indent="0" marL="0">
              <a:lnSpc>
                <a:spcPct val="130000"/>
              </a:lnSpc>
              <a:buNone/>
            </a:pPr>
            <a:r>
              <a:rPr lang="en-US" sz="1200" dirty="0">
                <a:solidFill>
                  <a:srgbClr val="5B6177"/>
                </a:solidFill>
                <a:latin typeface="Malgun Gothic" pitchFamily="34" charset="0"/>
                <a:ea typeface="Malgun Gothic" pitchFamily="34" charset="-122"/>
                <a:cs typeface="Malgun Gothic" pitchFamily="34" charset="-120"/>
              </a:rPr>
              <a:t>특수교육이 필요한 학생 (2026)</a:t>
            </a:r>
            <a:endParaRPr lang="en-US" sz="1200" dirty="0"/>
          </a:p>
          <a:p>
            <a:pPr algn="l" indent="0" marL="0">
              <a:lnSpc>
                <a:spcPct val="130000"/>
              </a:lnSpc>
              <a:buNone/>
            </a:pPr>
            <a:r>
              <a:rPr lang="en-US" sz="1200" dirty="0">
                <a:solidFill>
                  <a:srgbClr val="5B6177"/>
                </a:solidFill>
                <a:latin typeface="Malgun Gothic" pitchFamily="34" charset="0"/>
                <a:ea typeface="Malgun Gothic" pitchFamily="34" charset="-122"/>
                <a:cs typeface="Malgun Gothic" pitchFamily="34" charset="-120"/>
              </a:rPr>
              <a:t>4년 새 19.8% 늘었습니다 [4]</a:t>
            </a:r>
            <a:endParaRPr lang="en-US" sz="1200" dirty="0"/>
          </a:p>
        </p:txBody>
      </p:sp>
      <p:sp>
        <p:nvSpPr>
          <p:cNvPr id="8" name="Shape 6"/>
          <p:cNvSpPr/>
          <p:nvPr/>
        </p:nvSpPr>
        <p:spPr>
          <a:xfrm>
            <a:off x="4304690" y="2148840"/>
            <a:ext cx="0" cy="1325880"/>
          </a:xfrm>
          <a:prstGeom prst="line">
            <a:avLst/>
          </a:prstGeom>
          <a:noFill/>
          <a:ln w="9525">
            <a:solidFill>
              <a:srgbClr val="E2E5EC"/>
            </a:solidFill>
            <a:prstDash val="solid"/>
          </a:ln>
        </p:spPr>
      </p:sp>
      <p:sp>
        <p:nvSpPr>
          <p:cNvPr id="9" name="Text 7"/>
          <p:cNvSpPr txBox="1"/>
          <p:nvPr/>
        </p:nvSpPr>
        <p:spPr>
          <a:xfrm>
            <a:off x="4643018" y="2103120"/>
            <a:ext cx="3088538" cy="685800"/>
          </a:xfrm>
          <a:prstGeom prst="rect">
            <a:avLst/>
          </a:prstGeom>
          <a:noFill/>
          <a:ln/>
        </p:spPr>
        <p:txBody>
          <a:bodyPr wrap="square" lIns="0" tIns="0" rIns="0" bIns="0" rtlCol="0" anchor="t"/>
          <a:lstStyle/>
          <a:p>
            <a:pPr algn="l" indent="0" marL="0">
              <a:lnSpc>
                <a:spcPct val="120000"/>
              </a:lnSpc>
              <a:buNone/>
            </a:pPr>
            <a:r>
              <a:rPr lang="en-US" sz="3800" b="1" spc="-100" kern="0" dirty="0">
                <a:solidFill>
                  <a:srgbClr val="4256C8"/>
                </a:solidFill>
                <a:latin typeface="Malgun Gothic" pitchFamily="34" charset="0"/>
                <a:ea typeface="Malgun Gothic" pitchFamily="34" charset="-122"/>
                <a:cs typeface="Malgun Gothic" pitchFamily="34" charset="-120"/>
              </a:rPr>
              <a:t>5.1%</a:t>
            </a:r>
            <a:endParaRPr lang="en-US" sz="3800" dirty="0"/>
          </a:p>
        </p:txBody>
      </p:sp>
      <p:sp>
        <p:nvSpPr>
          <p:cNvPr id="10" name="Text 8"/>
          <p:cNvSpPr txBox="1"/>
          <p:nvPr/>
        </p:nvSpPr>
        <p:spPr>
          <a:xfrm>
            <a:off x="4643018" y="2834640"/>
            <a:ext cx="3088538" cy="640080"/>
          </a:xfrm>
          <a:prstGeom prst="rect">
            <a:avLst/>
          </a:prstGeom>
          <a:noFill/>
          <a:ln/>
        </p:spPr>
        <p:txBody>
          <a:bodyPr wrap="square" lIns="0" tIns="0" rIns="0" bIns="0" rtlCol="0" anchor="t"/>
          <a:lstStyle/>
          <a:p>
            <a:pPr algn="l" indent="0" marL="0">
              <a:lnSpc>
                <a:spcPct val="130000"/>
              </a:lnSpc>
              <a:buNone/>
            </a:pPr>
            <a:r>
              <a:rPr lang="en-US" sz="1200" dirty="0">
                <a:solidFill>
                  <a:srgbClr val="5B6177"/>
                </a:solidFill>
                <a:latin typeface="Malgun Gothic" pitchFamily="34" charset="0"/>
                <a:ea typeface="Malgun Gothic" pitchFamily="34" charset="-122"/>
                <a:cs typeface="Malgun Gothic" pitchFamily="34" charset="-120"/>
              </a:rPr>
              <a:t>아동 · 청소년 중 경계선 지능 위험군</a:t>
            </a:r>
            <a:endParaRPr lang="en-US" sz="1200" dirty="0"/>
          </a:p>
          <a:p>
            <a:pPr algn="l" indent="0" marL="0">
              <a:lnSpc>
                <a:spcPct val="130000"/>
              </a:lnSpc>
              <a:buNone/>
            </a:pPr>
            <a:r>
              <a:rPr lang="en-US" sz="1200" dirty="0">
                <a:solidFill>
                  <a:srgbClr val="5B6177"/>
                </a:solidFill>
                <a:latin typeface="Malgun Gothic" pitchFamily="34" charset="0"/>
                <a:ea typeface="Malgun Gothic" pitchFamily="34" charset="-122"/>
                <a:cs typeface="Malgun Gothic" pitchFamily="34" charset="-120"/>
              </a:rPr>
              <a:t>첫 실태조사 (2026) [5]</a:t>
            </a:r>
            <a:endParaRPr lang="en-US" sz="1200" dirty="0"/>
          </a:p>
        </p:txBody>
      </p:sp>
      <p:sp>
        <p:nvSpPr>
          <p:cNvPr id="11" name="Shape 9"/>
          <p:cNvSpPr/>
          <p:nvPr/>
        </p:nvSpPr>
        <p:spPr>
          <a:xfrm>
            <a:off x="7850429" y="2148840"/>
            <a:ext cx="0" cy="1325880"/>
          </a:xfrm>
          <a:prstGeom prst="line">
            <a:avLst/>
          </a:prstGeom>
          <a:noFill/>
          <a:ln w="9525">
            <a:solidFill>
              <a:srgbClr val="E2E5EC"/>
            </a:solidFill>
            <a:prstDash val="solid"/>
          </a:ln>
        </p:spPr>
      </p:sp>
      <p:sp>
        <p:nvSpPr>
          <p:cNvPr id="12" name="Text 10"/>
          <p:cNvSpPr txBox="1"/>
          <p:nvPr/>
        </p:nvSpPr>
        <p:spPr>
          <a:xfrm>
            <a:off x="8188757" y="2103120"/>
            <a:ext cx="3088538" cy="685800"/>
          </a:xfrm>
          <a:prstGeom prst="rect">
            <a:avLst/>
          </a:prstGeom>
          <a:noFill/>
          <a:ln/>
        </p:spPr>
        <p:txBody>
          <a:bodyPr wrap="square" lIns="0" tIns="0" rIns="0" bIns="0" rtlCol="0" anchor="t"/>
          <a:lstStyle/>
          <a:p>
            <a:pPr algn="l" indent="0" marL="0">
              <a:lnSpc>
                <a:spcPct val="120000"/>
              </a:lnSpc>
              <a:buNone/>
            </a:pPr>
            <a:r>
              <a:rPr lang="en-US" sz="3800" b="1" spc="-100" kern="0" dirty="0">
                <a:solidFill>
                  <a:srgbClr val="4256C8"/>
                </a:solidFill>
                <a:latin typeface="Malgun Gothic" pitchFamily="34" charset="0"/>
                <a:ea typeface="Malgun Gothic" pitchFamily="34" charset="-122"/>
                <a:cs typeface="Malgun Gothic" pitchFamily="34" charset="-120"/>
              </a:rPr>
              <a:t>85.1%</a:t>
            </a:r>
            <a:endParaRPr lang="en-US" sz="3800" dirty="0"/>
          </a:p>
        </p:txBody>
      </p:sp>
      <p:sp>
        <p:nvSpPr>
          <p:cNvPr id="13" name="Text 11"/>
          <p:cNvSpPr txBox="1"/>
          <p:nvPr/>
        </p:nvSpPr>
        <p:spPr>
          <a:xfrm>
            <a:off x="8188757" y="2834640"/>
            <a:ext cx="3088538" cy="640080"/>
          </a:xfrm>
          <a:prstGeom prst="rect">
            <a:avLst/>
          </a:prstGeom>
          <a:noFill/>
          <a:ln/>
        </p:spPr>
        <p:txBody>
          <a:bodyPr wrap="square" lIns="0" tIns="0" rIns="0" bIns="0" rtlCol="0" anchor="t"/>
          <a:lstStyle/>
          <a:p>
            <a:pPr algn="l" indent="0" marL="0">
              <a:lnSpc>
                <a:spcPct val="130000"/>
              </a:lnSpc>
              <a:buNone/>
            </a:pPr>
            <a:r>
              <a:rPr lang="en-US" sz="1200" dirty="0">
                <a:solidFill>
                  <a:srgbClr val="5B6177"/>
                </a:solidFill>
                <a:latin typeface="Malgun Gothic" pitchFamily="34" charset="0"/>
                <a:ea typeface="Malgun Gothic" pitchFamily="34" charset="-122"/>
                <a:cs typeface="Malgun Gothic" pitchFamily="34" charset="-120"/>
              </a:rPr>
              <a:t>아이의 발달 · 학습 비용을</a:t>
            </a:r>
            <a:endParaRPr lang="en-US" sz="1200" dirty="0"/>
          </a:p>
          <a:p>
            <a:pPr algn="l" indent="0" marL="0">
              <a:lnSpc>
                <a:spcPct val="130000"/>
              </a:lnSpc>
              <a:buNone/>
            </a:pPr>
            <a:r>
              <a:rPr lang="en-US" sz="1200" dirty="0">
                <a:solidFill>
                  <a:srgbClr val="5B6177"/>
                </a:solidFill>
                <a:latin typeface="Malgun Gothic" pitchFamily="34" charset="0"/>
                <a:ea typeface="Malgun Gothic" pitchFamily="34" charset="-122"/>
                <a:cs typeface="Malgun Gothic" pitchFamily="34" charset="-120"/>
              </a:rPr>
              <a:t>사비로 쓴 보호자 (같은 조사) [5]</a:t>
            </a:r>
            <a:endParaRPr lang="en-US" sz="1200" dirty="0"/>
          </a:p>
        </p:txBody>
      </p:sp>
      <p:sp>
        <p:nvSpPr>
          <p:cNvPr id="14" name="Shape 12"/>
          <p:cNvSpPr/>
          <p:nvPr/>
        </p:nvSpPr>
        <p:spPr>
          <a:xfrm>
            <a:off x="777240" y="3794760"/>
            <a:ext cx="10637215" cy="0"/>
          </a:xfrm>
          <a:prstGeom prst="line">
            <a:avLst/>
          </a:prstGeom>
          <a:noFill/>
          <a:ln w="9525">
            <a:solidFill>
              <a:srgbClr val="E2E5EC"/>
            </a:solidFill>
            <a:prstDash val="solid"/>
          </a:ln>
        </p:spPr>
      </p:sp>
      <p:sp>
        <p:nvSpPr>
          <p:cNvPr id="15" name="Text 13"/>
          <p:cNvSpPr txBox="1"/>
          <p:nvPr/>
        </p:nvSpPr>
        <p:spPr>
          <a:xfrm>
            <a:off x="777240" y="4069080"/>
            <a:ext cx="4952848" cy="274320"/>
          </a:xfrm>
          <a:prstGeom prst="rect">
            <a:avLst/>
          </a:prstGeom>
          <a:noFill/>
          <a:ln/>
        </p:spPr>
        <p:txBody>
          <a:bodyPr wrap="square" lIns="0" tIns="0" rIns="0" bIns="0" rtlCol="0" anchor="t"/>
          <a:lstStyle/>
          <a:p>
            <a:pPr algn="l" indent="0" marL="0">
              <a:lnSpc>
                <a:spcPct val="120000"/>
              </a:lnSpc>
              <a:buNone/>
            </a:pPr>
            <a:r>
              <a:rPr lang="en-US" sz="1100" b="1" dirty="0">
                <a:solidFill>
                  <a:srgbClr val="4256C8"/>
                </a:solidFill>
                <a:latin typeface="Malgun Gothic" pitchFamily="34" charset="0"/>
                <a:ea typeface="Malgun Gothic" pitchFamily="34" charset="-122"/>
                <a:cs typeface="Malgun Gothic" pitchFamily="34" charset="-120"/>
              </a:rPr>
              <a:t>부모 대상 연구</a:t>
            </a:r>
            <a:endParaRPr lang="en-US" sz="1100" dirty="0"/>
          </a:p>
        </p:txBody>
      </p:sp>
      <p:sp>
        <p:nvSpPr>
          <p:cNvPr id="16" name="Text 14"/>
          <p:cNvSpPr txBox="1"/>
          <p:nvPr/>
        </p:nvSpPr>
        <p:spPr>
          <a:xfrm>
            <a:off x="777240" y="4389120"/>
            <a:ext cx="4952848" cy="868680"/>
          </a:xfrm>
          <a:prstGeom prst="rect">
            <a:avLst/>
          </a:prstGeom>
          <a:noFill/>
          <a:ln/>
        </p:spPr>
        <p:txBody>
          <a:bodyPr wrap="square" lIns="0" tIns="0" rIns="0" bIns="0" rtlCol="0" anchor="t"/>
          <a:lstStyle/>
          <a:p>
            <a:pPr algn="l" indent="0" marL="0">
              <a:lnSpc>
                <a:spcPct val="140000"/>
              </a:lnSpc>
              <a:buNone/>
            </a:pPr>
            <a:r>
              <a:rPr lang="en-US" sz="1500" b="1" dirty="0">
                <a:solidFill>
                  <a:srgbClr val="262B40"/>
                </a:solidFill>
                <a:latin typeface="Malgun Gothic" pitchFamily="34" charset="0"/>
                <a:ea typeface="Malgun Gothic" pitchFamily="34" charset="-122"/>
                <a:cs typeface="Malgun Gothic" pitchFamily="34" charset="-120"/>
              </a:rPr>
              <a:t>부모들은 “어디에도 속하지 못한 고립과 단절”, 부족한 지원과 열악한 교육 · 돌봄 환경을 이야기합니다</a:t>
            </a:r>
            <a:endParaRPr lang="en-US" sz="1500" dirty="0"/>
          </a:p>
        </p:txBody>
      </p:sp>
      <p:sp>
        <p:nvSpPr>
          <p:cNvPr id="17" name="Text 15"/>
          <p:cNvSpPr txBox="1"/>
          <p:nvPr/>
        </p:nvSpPr>
        <p:spPr>
          <a:xfrm>
            <a:off x="777240" y="5303520"/>
            <a:ext cx="4952848" cy="274320"/>
          </a:xfrm>
          <a:prstGeom prst="rect">
            <a:avLst/>
          </a:prstGeom>
          <a:noFill/>
          <a:ln/>
        </p:spPr>
        <p:txBody>
          <a:bodyPr wrap="square" lIns="0" tIns="0" rIns="0" bIns="0" rtlCol="0" anchor="t"/>
          <a:lstStyle/>
          <a:p>
            <a:pPr algn="l" indent="0" marL="0">
              <a:lnSpc>
                <a:spcPct val="120000"/>
              </a:lnSpc>
              <a:buNone/>
            </a:pPr>
            <a:r>
              <a:rPr lang="en-US" sz="950" dirty="0">
                <a:solidFill>
                  <a:srgbClr val="9399AC"/>
                </a:solidFill>
                <a:latin typeface="Malgun Gothic" pitchFamily="34" charset="0"/>
                <a:ea typeface="Malgun Gothic" pitchFamily="34" charset="-122"/>
                <a:cs typeface="Malgun Gothic" pitchFamily="34" charset="-120"/>
              </a:rPr>
              <a:t>김초은 외 (2023), 한국가족복지학 [1]   손성화 · 백수진 (2025), 특수교육논총 [2]</a:t>
            </a:r>
            <a:endParaRPr lang="en-US" sz="950" dirty="0"/>
          </a:p>
        </p:txBody>
      </p:sp>
      <p:sp>
        <p:nvSpPr>
          <p:cNvPr id="18" name="Text 16"/>
          <p:cNvSpPr txBox="1"/>
          <p:nvPr/>
        </p:nvSpPr>
        <p:spPr>
          <a:xfrm>
            <a:off x="6278728" y="4069080"/>
            <a:ext cx="4952848" cy="274320"/>
          </a:xfrm>
          <a:prstGeom prst="rect">
            <a:avLst/>
          </a:prstGeom>
          <a:noFill/>
          <a:ln/>
        </p:spPr>
        <p:txBody>
          <a:bodyPr wrap="square" lIns="0" tIns="0" rIns="0" bIns="0" rtlCol="0" anchor="t"/>
          <a:lstStyle/>
          <a:p>
            <a:pPr algn="l" indent="0" marL="0">
              <a:lnSpc>
                <a:spcPct val="120000"/>
              </a:lnSpc>
              <a:buNone/>
            </a:pPr>
            <a:r>
              <a:rPr lang="en-US" sz="1100" b="1" dirty="0">
                <a:solidFill>
                  <a:srgbClr val="4256C8"/>
                </a:solidFill>
                <a:latin typeface="Malgun Gothic" pitchFamily="34" charset="0"/>
                <a:ea typeface="Malgun Gothic" pitchFamily="34" charset="-122"/>
                <a:cs typeface="Malgun Gothic" pitchFamily="34" charset="-120"/>
              </a:rPr>
              <a:t>양육경험 연구</a:t>
            </a:r>
            <a:endParaRPr lang="en-US" sz="1100" dirty="0"/>
          </a:p>
        </p:txBody>
      </p:sp>
      <p:sp>
        <p:nvSpPr>
          <p:cNvPr id="19" name="Text 17"/>
          <p:cNvSpPr txBox="1"/>
          <p:nvPr/>
        </p:nvSpPr>
        <p:spPr>
          <a:xfrm>
            <a:off x="6278728" y="4389120"/>
            <a:ext cx="4952848" cy="868680"/>
          </a:xfrm>
          <a:prstGeom prst="rect">
            <a:avLst/>
          </a:prstGeom>
          <a:noFill/>
          <a:ln/>
        </p:spPr>
        <p:txBody>
          <a:bodyPr wrap="square" lIns="0" tIns="0" rIns="0" bIns="0" rtlCol="0" anchor="t"/>
          <a:lstStyle/>
          <a:p>
            <a:pPr algn="l" indent="0" marL="0">
              <a:lnSpc>
                <a:spcPct val="140000"/>
              </a:lnSpc>
              <a:buNone/>
            </a:pPr>
            <a:r>
              <a:rPr lang="en-US" sz="1500" b="1" dirty="0">
                <a:solidFill>
                  <a:srgbClr val="262B40"/>
                </a:solidFill>
                <a:latin typeface="Malgun Gothic" pitchFamily="34" charset="0"/>
                <a:ea typeface="Malgun Gothic" pitchFamily="34" charset="-122"/>
                <a:cs typeface="Malgun Gothic" pitchFamily="34" charset="-120"/>
              </a:rPr>
              <a:t>아이를 또래 속도에 맞추려 애쓰다가, 점차 아이의 특성을 이해하고 아이에게 맞는 환경을 찾아갑니다</a:t>
            </a:r>
            <a:endParaRPr lang="en-US" sz="1500" dirty="0"/>
          </a:p>
        </p:txBody>
      </p:sp>
      <p:sp>
        <p:nvSpPr>
          <p:cNvPr id="20" name="Text 18"/>
          <p:cNvSpPr txBox="1"/>
          <p:nvPr/>
        </p:nvSpPr>
        <p:spPr>
          <a:xfrm>
            <a:off x="6278728" y="5303520"/>
            <a:ext cx="4952848" cy="274320"/>
          </a:xfrm>
          <a:prstGeom prst="rect">
            <a:avLst/>
          </a:prstGeom>
          <a:noFill/>
          <a:ln/>
        </p:spPr>
        <p:txBody>
          <a:bodyPr wrap="square" lIns="0" tIns="0" rIns="0" bIns="0" rtlCol="0" anchor="t"/>
          <a:lstStyle/>
          <a:p>
            <a:pPr algn="l" indent="0" marL="0">
              <a:lnSpc>
                <a:spcPct val="120000"/>
              </a:lnSpc>
              <a:buNone/>
            </a:pPr>
            <a:r>
              <a:rPr lang="en-US" sz="950" dirty="0">
                <a:solidFill>
                  <a:srgbClr val="9399AC"/>
                </a:solidFill>
                <a:latin typeface="Malgun Gothic" pitchFamily="34" charset="0"/>
                <a:ea typeface="Malgun Gothic" pitchFamily="34" charset="-122"/>
                <a:cs typeface="Malgun Gothic" pitchFamily="34" charset="-120"/>
              </a:rPr>
              <a:t>임희진 · 구자경 (2019), 독서치료연구 [3]</a:t>
            </a:r>
            <a:endParaRPr lang="en-US" sz="950" dirty="0"/>
          </a:p>
        </p:txBody>
      </p:sp>
      <p:sp>
        <p:nvSpPr>
          <p:cNvPr id="21" name="Text 19"/>
          <p:cNvSpPr txBox="1"/>
          <p:nvPr/>
        </p:nvSpPr>
        <p:spPr>
          <a:xfrm>
            <a:off x="777240" y="5650992"/>
            <a:ext cx="10637215" cy="292608"/>
          </a:xfrm>
          <a:prstGeom prst="rect">
            <a:avLst/>
          </a:prstGeom>
          <a:noFill/>
          <a:ln/>
        </p:spPr>
        <p:txBody>
          <a:bodyPr wrap="square" lIns="0" tIns="0" rIns="0" bIns="0" rtlCol="0" anchor="t"/>
          <a:lstStyle/>
          <a:p>
            <a:pPr algn="l" indent="0" marL="0">
              <a:lnSpc>
                <a:spcPct val="120000"/>
              </a:lnSpc>
              <a:buNone/>
            </a:pPr>
            <a:r>
              <a:rPr lang="en-US" sz="1200" b="1" dirty="0">
                <a:solidFill>
                  <a:srgbClr val="262B40"/>
                </a:solidFill>
                <a:latin typeface="Malgun Gothic" pitchFamily="34" charset="0"/>
                <a:ea typeface="Malgun Gothic" pitchFamily="34" charset="-122"/>
                <a:cs typeface="Malgun Gothic" pitchFamily="34" charset="-120"/>
              </a:rPr>
              <a:t>아이마다 다른 학습 속도</a:t>
            </a:r>
            <a:pPr algn="l" indent="0" marL="0">
              <a:lnSpc>
                <a:spcPct val="120000"/>
              </a:lnSpc>
              <a:buNone/>
            </a:pPr>
            <a:r>
              <a:rPr lang="en-US" sz="1200" dirty="0">
                <a:solidFill>
                  <a:srgbClr val="4256C8"/>
                </a:solidFill>
                <a:latin typeface="Malgun Gothic" pitchFamily="34" charset="0"/>
                <a:ea typeface="Malgun Gothic" pitchFamily="34" charset="-122"/>
                <a:cs typeface="Malgun Gothic" pitchFamily="34" charset="-120"/>
              </a:rPr>
              <a:t>   →   </a:t>
            </a:r>
            <a:pPr algn="l" indent="0" marL="0">
              <a:lnSpc>
                <a:spcPct val="120000"/>
              </a:lnSpc>
              <a:buNone/>
            </a:pPr>
            <a:r>
              <a:rPr lang="en-US" sz="1200" b="1" dirty="0">
                <a:solidFill>
                  <a:srgbClr val="262B40"/>
                </a:solidFill>
                <a:latin typeface="Malgun Gothic" pitchFamily="34" charset="0"/>
                <a:ea typeface="Malgun Gothic" pitchFamily="34" charset="-122"/>
                <a:cs typeface="Malgun Gothic" pitchFamily="34" charset="-120"/>
              </a:rPr>
              <a:t>기존 방식에 맞추기 어려움</a:t>
            </a:r>
            <a:pPr algn="l" indent="0" marL="0">
              <a:lnSpc>
                <a:spcPct val="120000"/>
              </a:lnSpc>
              <a:buNone/>
            </a:pPr>
            <a:r>
              <a:rPr lang="en-US" sz="1200" dirty="0">
                <a:solidFill>
                  <a:srgbClr val="4256C8"/>
                </a:solidFill>
                <a:latin typeface="Malgun Gothic" pitchFamily="34" charset="0"/>
                <a:ea typeface="Malgun Gothic" pitchFamily="34" charset="-122"/>
                <a:cs typeface="Malgun Gothic" pitchFamily="34" charset="-120"/>
              </a:rPr>
              <a:t>   →   </a:t>
            </a:r>
            <a:pPr algn="l" indent="0" marL="0">
              <a:lnSpc>
                <a:spcPct val="120000"/>
              </a:lnSpc>
              <a:buNone/>
            </a:pPr>
            <a:r>
              <a:rPr lang="en-US" sz="1200" b="1" dirty="0">
                <a:solidFill>
                  <a:srgbClr val="262B40"/>
                </a:solidFill>
                <a:latin typeface="Malgun Gothic" pitchFamily="34" charset="0"/>
                <a:ea typeface="Malgun Gothic" pitchFamily="34" charset="-122"/>
                <a:cs typeface="Malgun Gothic" pitchFamily="34" charset="-120"/>
              </a:rPr>
              <a:t>아이에게 맞는 표현 · 참여 방식</a:t>
            </a:r>
            <a:pPr algn="l" indent="0" marL="0">
              <a:lnSpc>
                <a:spcPct val="120000"/>
              </a:lnSpc>
              <a:buNone/>
            </a:pPr>
            <a:r>
              <a:rPr lang="en-US" sz="1200" dirty="0">
                <a:solidFill>
                  <a:srgbClr val="4256C8"/>
                </a:solidFill>
                <a:latin typeface="Malgun Gothic" pitchFamily="34" charset="0"/>
                <a:ea typeface="Malgun Gothic" pitchFamily="34" charset="-122"/>
                <a:cs typeface="Malgun Gothic" pitchFamily="34" charset="-120"/>
              </a:rPr>
              <a:t>   →   </a:t>
            </a:r>
            <a:pPr algn="l" indent="0" marL="0">
              <a:lnSpc>
                <a:spcPct val="120000"/>
              </a:lnSpc>
              <a:buNone/>
            </a:pPr>
            <a:r>
              <a:rPr lang="en-US" sz="1200" b="1" dirty="0">
                <a:solidFill>
                  <a:srgbClr val="262B40"/>
                </a:solidFill>
                <a:latin typeface="Malgun Gothic" pitchFamily="34" charset="0"/>
                <a:ea typeface="Malgun Gothic" pitchFamily="34" charset="-122"/>
                <a:cs typeface="Malgun Gothic" pitchFamily="34" charset="-120"/>
              </a:rPr>
              <a:t>부모도 아이의 생각을 발견하는 경험</a:t>
            </a:r>
            <a:endParaRPr lang="en-US" sz="1200" dirty="0"/>
          </a:p>
        </p:txBody>
      </p:sp>
      <p:sp>
        <p:nvSpPr>
          <p:cNvPr id="22" name="Text 20"/>
          <p:cNvSpPr txBox="1"/>
          <p:nvPr/>
        </p:nvSpPr>
        <p:spPr>
          <a:xfrm>
            <a:off x="777240" y="5961888"/>
            <a:ext cx="9905695" cy="329184"/>
          </a:xfrm>
          <a:prstGeom prst="rect">
            <a:avLst/>
          </a:prstGeom>
          <a:noFill/>
          <a:ln/>
        </p:spPr>
        <p:txBody>
          <a:bodyPr wrap="square" lIns="0" tIns="0" rIns="0" bIns="0" rtlCol="0" anchor="b"/>
          <a:lstStyle/>
          <a:p>
            <a:pPr algn="l" indent="0" marL="0">
              <a:lnSpc>
                <a:spcPct val="110000"/>
              </a:lnSpc>
              <a:buNone/>
            </a:pPr>
            <a:r>
              <a:rPr lang="en-US" sz="850" dirty="0">
                <a:solidFill>
                  <a:srgbClr val="9399AC"/>
                </a:solidFill>
                <a:latin typeface="Malgun Gothic" pitchFamily="34" charset="0"/>
                <a:ea typeface="Malgun Gothic" pitchFamily="34" charset="-122"/>
                <a:cs typeface="Malgun Gothic" pitchFamily="34" charset="-120"/>
              </a:rPr>
              <a:t>출처: [1] 김초은 · 임해영 · 김초영 (2023)  [2] 손성화 · 백수진 (2025)  [3] 임희진 · 구자경 (2019)  [4] 교육부 2026 특수교육통계 (연합뉴스 2026.9.5)  [5] 한국보건사회연구원 경계선 지능 실태조사 (연합뉴스 2026.7.29)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77240" y="6355080"/>
            <a:ext cx="5486400" cy="274320"/>
          </a:xfrm>
          <a:prstGeom prst="rect">
            <a:avLst/>
          </a:prstGeom>
          <a:noFill/>
          <a:ln/>
        </p:spPr>
        <p:txBody>
          <a:bodyPr wrap="square" lIns="0" tIns="0" rIns="0" bIns="0" rtlCol="0" anchor="t"/>
          <a:lstStyle/>
          <a:p>
            <a:pPr algn="l" indent="0" marL="0">
              <a:lnSpc>
                <a:spcPct val="120000"/>
              </a:lnSpc>
              <a:buNone/>
            </a:pPr>
            <a:r>
              <a:rPr lang="en-US" sz="900" dirty="0">
                <a:solidFill>
                  <a:srgbClr val="9399AC"/>
                </a:solidFill>
                <a:latin typeface="Malgun Gothic" pitchFamily="34" charset="0"/>
                <a:ea typeface="Malgun Gothic" pitchFamily="34" charset="-122"/>
                <a:cs typeface="Malgun Gothic" pitchFamily="34" charset="-120"/>
              </a:rPr>
              <a:t>A  왜 만들었나</a:t>
            </a:r>
            <a:endParaRPr lang="en-US" sz="900" dirty="0"/>
          </a:p>
        </p:txBody>
      </p:sp>
      <p:sp>
        <p:nvSpPr>
          <p:cNvPr id="3" name="Text 1"/>
          <p:cNvSpPr txBox="1"/>
          <p:nvPr/>
        </p:nvSpPr>
        <p:spPr>
          <a:xfrm>
            <a:off x="10865815" y="6355080"/>
            <a:ext cx="548640" cy="274320"/>
          </a:xfrm>
          <a:prstGeom prst="rect">
            <a:avLst/>
          </a:prstGeom>
          <a:noFill/>
          <a:ln/>
        </p:spPr>
        <p:txBody>
          <a:bodyPr wrap="square" lIns="0" tIns="0" rIns="0" bIns="0" rtlCol="0" anchor="t"/>
          <a:lstStyle/>
          <a:p>
            <a:pPr algn="r" indent="0" marL="0">
              <a:lnSpc>
                <a:spcPct val="120000"/>
              </a:lnSpc>
              <a:buNone/>
            </a:pPr>
            <a:r>
              <a:rPr lang="en-US" sz="900" dirty="0">
                <a:solidFill>
                  <a:srgbClr val="9399AC"/>
                </a:solidFill>
                <a:latin typeface="Malgun Gothic" pitchFamily="34" charset="0"/>
                <a:ea typeface="Malgun Gothic" pitchFamily="34" charset="-122"/>
                <a:cs typeface="Malgun Gothic" pitchFamily="34" charset="-120"/>
              </a:rPr>
              <a:t>04</a:t>
            </a:r>
            <a:endParaRPr lang="en-US" sz="900" dirty="0"/>
          </a:p>
        </p:txBody>
      </p:sp>
      <p:sp>
        <p:nvSpPr>
          <p:cNvPr id="4" name="Text 2"/>
          <p:cNvSpPr txBox="1"/>
          <p:nvPr/>
        </p:nvSpPr>
        <p:spPr>
          <a:xfrm>
            <a:off x="777240" y="685800"/>
            <a:ext cx="10637215" cy="685800"/>
          </a:xfrm>
          <a:prstGeom prst="rect">
            <a:avLst/>
          </a:prstGeom>
          <a:noFill/>
          <a:ln/>
        </p:spPr>
        <p:txBody>
          <a:bodyPr wrap="square" lIns="0" tIns="0" rIns="0" bIns="0" rtlCol="0" anchor="t"/>
          <a:lstStyle/>
          <a:p>
            <a:pPr algn="l" indent="0" marL="0">
              <a:lnSpc>
                <a:spcPct val="120000"/>
              </a:lnSpc>
              <a:buNone/>
            </a:pPr>
            <a:r>
              <a:rPr lang="en-US" sz="3000" b="1" spc="-50" kern="0" dirty="0">
                <a:solidFill>
                  <a:srgbClr val="262B40"/>
                </a:solidFill>
                <a:latin typeface="Malgun Gothic" pitchFamily="34" charset="0"/>
                <a:ea typeface="Malgun Gothic" pitchFamily="34" charset="-122"/>
                <a:cs typeface="Malgun Gothic" pitchFamily="34" charset="-120"/>
              </a:rPr>
              <a:t>아이에게 글 이외의 표현 방식을 줄 수 없을까?</a:t>
            </a:r>
            <a:endParaRPr lang="en-US" sz="3000" dirty="0"/>
          </a:p>
        </p:txBody>
      </p:sp>
      <p:sp>
        <p:nvSpPr>
          <p:cNvPr id="5" name="Text 3"/>
          <p:cNvSpPr txBox="1"/>
          <p:nvPr/>
        </p:nvSpPr>
        <p:spPr>
          <a:xfrm>
            <a:off x="777240" y="1399032"/>
            <a:ext cx="10637215" cy="457200"/>
          </a:xfrm>
          <a:prstGeom prst="rect">
            <a:avLst/>
          </a:prstGeom>
          <a:noFill/>
          <a:ln/>
        </p:spPr>
        <p:txBody>
          <a:bodyPr wrap="square" lIns="0" tIns="0" rIns="0" bIns="0" rtlCol="0" anchor="t"/>
          <a:lstStyle/>
          <a:p>
            <a:pPr algn="l" indent="0" marL="0">
              <a:lnSpc>
                <a:spcPct val="120000"/>
              </a:lnSpc>
              <a:buNone/>
            </a:pPr>
            <a:r>
              <a:rPr lang="en-US" sz="1500" dirty="0">
                <a:solidFill>
                  <a:srgbClr val="5B6177"/>
                </a:solidFill>
                <a:latin typeface="Malgun Gothic" pitchFamily="34" charset="0"/>
                <a:ea typeface="Malgun Gothic" pitchFamily="34" charset="-122"/>
                <a:cs typeface="Malgun Gothic" pitchFamily="34" charset="-120"/>
              </a:rPr>
              <a:t>배경조사 ② 교육적 배경</a:t>
            </a:r>
            <a:endParaRPr lang="en-US" sz="1500" dirty="0"/>
          </a:p>
        </p:txBody>
      </p:sp>
      <p:sp>
        <p:nvSpPr>
          <p:cNvPr id="6" name="Text 4"/>
          <p:cNvSpPr txBox="1"/>
          <p:nvPr/>
        </p:nvSpPr>
        <p:spPr>
          <a:xfrm>
            <a:off x="777240" y="2148840"/>
            <a:ext cx="5120640" cy="274320"/>
          </a:xfrm>
          <a:prstGeom prst="rect">
            <a:avLst/>
          </a:prstGeom>
          <a:noFill/>
          <a:ln/>
        </p:spPr>
        <p:txBody>
          <a:bodyPr wrap="square" lIns="0" tIns="0" rIns="0" bIns="0" rtlCol="0" anchor="t"/>
          <a:lstStyle/>
          <a:p>
            <a:pPr algn="l" indent="0" marL="0">
              <a:lnSpc>
                <a:spcPct val="120000"/>
              </a:lnSpc>
              <a:buNone/>
            </a:pPr>
            <a:r>
              <a:rPr lang="en-US" sz="1100" b="1" dirty="0">
                <a:solidFill>
                  <a:srgbClr val="4256C8"/>
                </a:solidFill>
                <a:latin typeface="Malgun Gothic" pitchFamily="34" charset="0"/>
                <a:ea typeface="Malgun Gothic" pitchFamily="34" charset="-122"/>
                <a:cs typeface="Malgun Gothic" pitchFamily="34" charset="-120"/>
              </a:rPr>
              <a:t>Narrative Drawing · 2025</a:t>
            </a:r>
            <a:endParaRPr lang="en-US" sz="1100" dirty="0"/>
          </a:p>
        </p:txBody>
      </p:sp>
      <p:sp>
        <p:nvSpPr>
          <p:cNvPr id="7" name="Text 5"/>
          <p:cNvSpPr txBox="1"/>
          <p:nvPr/>
        </p:nvSpPr>
        <p:spPr>
          <a:xfrm>
            <a:off x="777240" y="2514600"/>
            <a:ext cx="5120640" cy="1463040"/>
          </a:xfrm>
          <a:prstGeom prst="rect">
            <a:avLst/>
          </a:prstGeom>
          <a:noFill/>
          <a:ln/>
        </p:spPr>
        <p:txBody>
          <a:bodyPr wrap="square" lIns="0" tIns="0" rIns="0" bIns="0" rtlCol="0" anchor="t"/>
          <a:lstStyle/>
          <a:p>
            <a:pPr algn="l" indent="0" marL="0">
              <a:lnSpc>
                <a:spcPct val="140000"/>
              </a:lnSpc>
              <a:buNone/>
            </a:pPr>
            <a:r>
              <a:rPr lang="en-US" sz="2100" b="1" dirty="0">
                <a:solidFill>
                  <a:srgbClr val="262B40"/>
                </a:solidFill>
                <a:latin typeface="Malgun Gothic" pitchFamily="34" charset="0"/>
                <a:ea typeface="Malgun Gothic" pitchFamily="34" charset="-122"/>
                <a:cs typeface="Malgun Gothic" pitchFamily="34" charset="-120"/>
              </a:rPr>
              <a:t>아이가 그림을 그리고 그 그림으로 이야기를 지어 보는 활동은 초기 문해로 이어질 가능성이 있습니다</a:t>
            </a:r>
            <a:endParaRPr lang="en-US" sz="2100" dirty="0"/>
          </a:p>
        </p:txBody>
      </p:sp>
      <p:sp>
        <p:nvSpPr>
          <p:cNvPr id="8" name="Text 6"/>
          <p:cNvSpPr txBox="1"/>
          <p:nvPr/>
        </p:nvSpPr>
        <p:spPr>
          <a:xfrm>
            <a:off x="777240" y="4069080"/>
            <a:ext cx="5120640" cy="822960"/>
          </a:xfrm>
          <a:prstGeom prst="rect">
            <a:avLst/>
          </a:prstGeom>
          <a:noFill/>
          <a:ln/>
        </p:spPr>
        <p:txBody>
          <a:bodyPr wrap="square" lIns="0" tIns="0" rIns="0" bIns="0" rtlCol="0" anchor="t"/>
          <a:lstStyle/>
          <a:p>
            <a:pPr algn="l" indent="0" marL="0">
              <a:lnSpc>
                <a:spcPct val="145000"/>
              </a:lnSpc>
              <a:buNone/>
            </a:pPr>
            <a:r>
              <a:rPr lang="en-US" sz="1350" dirty="0">
                <a:solidFill>
                  <a:srgbClr val="5B6177"/>
                </a:solidFill>
                <a:latin typeface="Malgun Gothic" pitchFamily="34" charset="0"/>
                <a:ea typeface="Malgun Gothic" pitchFamily="34" charset="-122"/>
                <a:cs typeface="Malgun Gothic" pitchFamily="34" charset="-120"/>
              </a:rPr>
              <a:t>보편적 학습설계(UDL 3.0)도 글 외에 그림 · 스토리텔링 · 애니메이션 같은 여러 표현 방법을 열어 두라고 권합니다.</a:t>
            </a:r>
            <a:endParaRPr lang="en-US" sz="1350" dirty="0"/>
          </a:p>
        </p:txBody>
      </p:sp>
      <p:sp>
        <p:nvSpPr>
          <p:cNvPr id="9" name="Text 7"/>
          <p:cNvSpPr txBox="1"/>
          <p:nvPr/>
        </p:nvSpPr>
        <p:spPr>
          <a:xfrm>
            <a:off x="777240" y="4983480"/>
            <a:ext cx="5120640" cy="274320"/>
          </a:xfrm>
          <a:prstGeom prst="rect">
            <a:avLst/>
          </a:prstGeom>
          <a:noFill/>
          <a:ln/>
        </p:spPr>
        <p:txBody>
          <a:bodyPr wrap="square" lIns="0" tIns="0" rIns="0" bIns="0" rtlCol="0" anchor="t"/>
          <a:lstStyle/>
          <a:p>
            <a:pPr algn="l" indent="0" marL="0">
              <a:lnSpc>
                <a:spcPct val="120000"/>
              </a:lnSpc>
              <a:buNone/>
            </a:pPr>
            <a:r>
              <a:rPr lang="en-US" sz="950" dirty="0">
                <a:solidFill>
                  <a:srgbClr val="9399AC"/>
                </a:solidFill>
                <a:latin typeface="Malgun Gothic" pitchFamily="34" charset="0"/>
                <a:ea typeface="Malgun Gothic" pitchFamily="34" charset="-122"/>
                <a:cs typeface="Malgun Gothic" pitchFamily="34" charset="-120"/>
              </a:rPr>
              <a:t>Pitri &amp; Michaelidou (2025), Frontiers in Education · 사례연구 [6]   CAST UDL 3.0 (2024) [7]</a:t>
            </a:r>
            <a:endParaRPr lang="en-US" sz="950" dirty="0"/>
          </a:p>
        </p:txBody>
      </p:sp>
      <p:sp>
        <p:nvSpPr>
          <p:cNvPr id="10" name="Shape 8"/>
          <p:cNvSpPr/>
          <p:nvPr/>
        </p:nvSpPr>
        <p:spPr>
          <a:xfrm>
            <a:off x="6309360" y="2194560"/>
            <a:ext cx="0" cy="3108960"/>
          </a:xfrm>
          <a:prstGeom prst="line">
            <a:avLst/>
          </a:prstGeom>
          <a:noFill/>
          <a:ln w="9525">
            <a:solidFill>
              <a:srgbClr val="E2E5EC"/>
            </a:solidFill>
            <a:prstDash val="solid"/>
          </a:ln>
        </p:spPr>
      </p:sp>
      <p:sp>
        <p:nvSpPr>
          <p:cNvPr id="11" name="Text 9"/>
          <p:cNvSpPr txBox="1"/>
          <p:nvPr/>
        </p:nvSpPr>
        <p:spPr>
          <a:xfrm>
            <a:off x="6720840" y="2194560"/>
            <a:ext cx="4693615" cy="274320"/>
          </a:xfrm>
          <a:prstGeom prst="rect">
            <a:avLst/>
          </a:prstGeom>
          <a:noFill/>
          <a:ln/>
        </p:spPr>
        <p:txBody>
          <a:bodyPr wrap="square" lIns="0" tIns="0" rIns="0" bIns="0" rtlCol="0" anchor="t"/>
          <a:lstStyle/>
          <a:p>
            <a:pPr algn="l" indent="0" marL="0">
              <a:lnSpc>
                <a:spcPct val="120000"/>
              </a:lnSpc>
              <a:buNone/>
            </a:pPr>
            <a:r>
              <a:rPr lang="en-US" sz="1200" dirty="0">
                <a:solidFill>
                  <a:srgbClr val="9399AC"/>
                </a:solidFill>
                <a:latin typeface="Malgun Gothic" pitchFamily="34" charset="0"/>
                <a:ea typeface="Malgun Gothic" pitchFamily="34" charset="-122"/>
                <a:cs typeface="Malgun Gothic" pitchFamily="34" charset="-120"/>
              </a:rPr>
              <a:t>학습을 이렇게만 보지 않고</a:t>
            </a:r>
            <a:endParaRPr lang="en-US" sz="1200" dirty="0"/>
          </a:p>
        </p:txBody>
      </p:sp>
      <p:sp>
        <p:nvSpPr>
          <p:cNvPr id="12" name="Text 10"/>
          <p:cNvSpPr txBox="1"/>
          <p:nvPr/>
        </p:nvSpPr>
        <p:spPr>
          <a:xfrm>
            <a:off x="6720840" y="2560320"/>
            <a:ext cx="4693615" cy="457200"/>
          </a:xfrm>
          <a:prstGeom prst="rect">
            <a:avLst/>
          </a:prstGeom>
          <a:noFill/>
          <a:ln/>
        </p:spPr>
        <p:txBody>
          <a:bodyPr wrap="square" lIns="0" tIns="0" rIns="0" bIns="0" rtlCol="0" anchor="t"/>
          <a:lstStyle/>
          <a:p>
            <a:pPr algn="l" indent="0" marL="0">
              <a:lnSpc>
                <a:spcPct val="120000"/>
              </a:lnSpc>
              <a:buNone/>
            </a:pPr>
            <a:r>
              <a:rPr lang="en-US" sz="2000" b="1" dirty="0">
                <a:solidFill>
                  <a:srgbClr val="9399AC"/>
                </a:solidFill>
                <a:latin typeface="Malgun Gothic" pitchFamily="34" charset="0"/>
                <a:ea typeface="Malgun Gothic" pitchFamily="34" charset="-122"/>
                <a:cs typeface="Malgun Gothic" pitchFamily="34" charset="-120"/>
              </a:rPr>
              <a:t>읽기</a:t>
            </a:r>
            <a:pPr algn="l" indent="0" marL="0">
              <a:lnSpc>
                <a:spcPct val="120000"/>
              </a:lnSpc>
              <a:buNone/>
            </a:pPr>
            <a:r>
              <a:rPr lang="en-US" sz="2000" b="1" dirty="0">
                <a:solidFill>
                  <a:srgbClr val="9399AC"/>
                </a:solidFill>
                <a:latin typeface="Malgun Gothic" pitchFamily="34" charset="0"/>
                <a:ea typeface="Malgun Gothic" pitchFamily="34" charset="-122"/>
                <a:cs typeface="Malgun Gothic" pitchFamily="34" charset="-120"/>
              </a:rPr>
              <a:t>   →   </a:t>
            </a:r>
            <a:pPr algn="l" indent="0" marL="0">
              <a:lnSpc>
                <a:spcPct val="120000"/>
              </a:lnSpc>
              <a:buNone/>
            </a:pPr>
            <a:r>
              <a:rPr lang="en-US" sz="2000" b="1" dirty="0">
                <a:solidFill>
                  <a:srgbClr val="9399AC"/>
                </a:solidFill>
                <a:latin typeface="Malgun Gothic" pitchFamily="34" charset="0"/>
                <a:ea typeface="Malgun Gothic" pitchFamily="34" charset="-122"/>
                <a:cs typeface="Malgun Gothic" pitchFamily="34" charset="-120"/>
              </a:rPr>
              <a:t>문제</a:t>
            </a:r>
            <a:pPr algn="l" indent="0" marL="0">
              <a:lnSpc>
                <a:spcPct val="120000"/>
              </a:lnSpc>
              <a:buNone/>
            </a:pPr>
            <a:r>
              <a:rPr lang="en-US" sz="2000" b="1" dirty="0">
                <a:solidFill>
                  <a:srgbClr val="9399AC"/>
                </a:solidFill>
                <a:latin typeface="Malgun Gothic" pitchFamily="34" charset="0"/>
                <a:ea typeface="Malgun Gothic" pitchFamily="34" charset="-122"/>
                <a:cs typeface="Malgun Gothic" pitchFamily="34" charset="-120"/>
              </a:rPr>
              <a:t>   →   </a:t>
            </a:r>
            <a:pPr algn="l" indent="0" marL="0">
              <a:lnSpc>
                <a:spcPct val="120000"/>
              </a:lnSpc>
              <a:buNone/>
            </a:pPr>
            <a:r>
              <a:rPr lang="en-US" sz="2000" b="1" dirty="0">
                <a:solidFill>
                  <a:srgbClr val="9399AC"/>
                </a:solidFill>
                <a:latin typeface="Malgun Gothic" pitchFamily="34" charset="0"/>
                <a:ea typeface="Malgun Gothic" pitchFamily="34" charset="-122"/>
                <a:cs typeface="Malgun Gothic" pitchFamily="34" charset="-120"/>
              </a:rPr>
              <a:t>정답</a:t>
            </a:r>
            <a:endParaRPr lang="en-US" sz="2000" dirty="0"/>
          </a:p>
        </p:txBody>
      </p:sp>
      <p:sp>
        <p:nvSpPr>
          <p:cNvPr id="13" name="Text 11"/>
          <p:cNvSpPr txBox="1"/>
          <p:nvPr/>
        </p:nvSpPr>
        <p:spPr>
          <a:xfrm>
            <a:off x="6720840" y="3429000"/>
            <a:ext cx="4693615" cy="274320"/>
          </a:xfrm>
          <a:prstGeom prst="rect">
            <a:avLst/>
          </a:prstGeom>
          <a:noFill/>
          <a:ln/>
        </p:spPr>
        <p:txBody>
          <a:bodyPr wrap="square" lIns="0" tIns="0" rIns="0" bIns="0" rtlCol="0" anchor="t"/>
          <a:lstStyle/>
          <a:p>
            <a:pPr algn="l" indent="0" marL="0">
              <a:lnSpc>
                <a:spcPct val="120000"/>
              </a:lnSpc>
              <a:buNone/>
            </a:pPr>
            <a:r>
              <a:rPr lang="en-US" sz="1200" b="1" dirty="0">
                <a:solidFill>
                  <a:srgbClr val="4256C8"/>
                </a:solidFill>
                <a:latin typeface="Malgun Gothic" pitchFamily="34" charset="0"/>
                <a:ea typeface="Malgun Gothic" pitchFamily="34" charset="-122"/>
                <a:cs typeface="Malgun Gothic" pitchFamily="34" charset="-120"/>
              </a:rPr>
              <a:t>참여하는 경험으로 접근했습니다</a:t>
            </a:r>
            <a:endParaRPr lang="en-US" sz="1200" dirty="0"/>
          </a:p>
        </p:txBody>
      </p:sp>
      <p:sp>
        <p:nvSpPr>
          <p:cNvPr id="14" name="Shape 12"/>
          <p:cNvSpPr/>
          <p:nvPr/>
        </p:nvSpPr>
        <p:spPr>
          <a:xfrm>
            <a:off x="6720840" y="3931920"/>
            <a:ext cx="146304" cy="146304"/>
          </a:xfrm>
          <a:prstGeom prst="rect">
            <a:avLst/>
          </a:prstGeom>
          <a:solidFill>
            <a:srgbClr val="7FB2F0"/>
          </a:solidFill>
          <a:ln/>
        </p:spPr>
      </p:sp>
      <p:sp>
        <p:nvSpPr>
          <p:cNvPr id="15" name="Text 13"/>
          <p:cNvSpPr txBox="1"/>
          <p:nvPr/>
        </p:nvSpPr>
        <p:spPr>
          <a:xfrm>
            <a:off x="7040880" y="3840480"/>
            <a:ext cx="4373575" cy="347472"/>
          </a:xfrm>
          <a:prstGeom prst="rect">
            <a:avLst/>
          </a:prstGeom>
          <a:noFill/>
          <a:ln/>
        </p:spPr>
        <p:txBody>
          <a:bodyPr wrap="square" lIns="0" tIns="0" rIns="0" bIns="0" rtlCol="0" anchor="t"/>
          <a:lstStyle/>
          <a:p>
            <a:pPr algn="l" indent="0" marL="0">
              <a:lnSpc>
                <a:spcPct val="120000"/>
              </a:lnSpc>
              <a:buNone/>
            </a:pPr>
            <a:r>
              <a:rPr lang="en-US" sz="1800" b="1" dirty="0">
                <a:solidFill>
                  <a:srgbClr val="262B40"/>
                </a:solidFill>
                <a:latin typeface="Malgun Gothic" pitchFamily="34" charset="0"/>
                <a:ea typeface="Malgun Gothic" pitchFamily="34" charset="-122"/>
                <a:cs typeface="Malgun Gothic" pitchFamily="34" charset="-120"/>
              </a:rPr>
              <a:t>그리기</a:t>
            </a:r>
            <a:endParaRPr lang="en-US" sz="1800" dirty="0"/>
          </a:p>
        </p:txBody>
      </p:sp>
      <p:sp>
        <p:nvSpPr>
          <p:cNvPr id="16" name="Shape 14"/>
          <p:cNvSpPr/>
          <p:nvPr/>
        </p:nvSpPr>
        <p:spPr>
          <a:xfrm>
            <a:off x="6720840" y="4315968"/>
            <a:ext cx="146304" cy="146304"/>
          </a:xfrm>
          <a:prstGeom prst="rect">
            <a:avLst/>
          </a:prstGeom>
          <a:solidFill>
            <a:srgbClr val="F4909F"/>
          </a:solidFill>
          <a:ln/>
        </p:spPr>
      </p:sp>
      <p:sp>
        <p:nvSpPr>
          <p:cNvPr id="17" name="Text 15"/>
          <p:cNvSpPr txBox="1"/>
          <p:nvPr/>
        </p:nvSpPr>
        <p:spPr>
          <a:xfrm>
            <a:off x="7040880" y="4224528"/>
            <a:ext cx="4373575" cy="347472"/>
          </a:xfrm>
          <a:prstGeom prst="rect">
            <a:avLst/>
          </a:prstGeom>
          <a:noFill/>
          <a:ln/>
        </p:spPr>
        <p:txBody>
          <a:bodyPr wrap="square" lIns="0" tIns="0" rIns="0" bIns="0" rtlCol="0" anchor="t"/>
          <a:lstStyle/>
          <a:p>
            <a:pPr algn="l" indent="0" marL="0">
              <a:lnSpc>
                <a:spcPct val="120000"/>
              </a:lnSpc>
              <a:buNone/>
            </a:pPr>
            <a:r>
              <a:rPr lang="en-US" sz="1800" b="1" dirty="0">
                <a:solidFill>
                  <a:srgbClr val="262B40"/>
                </a:solidFill>
                <a:latin typeface="Malgun Gothic" pitchFamily="34" charset="0"/>
                <a:ea typeface="Malgun Gothic" pitchFamily="34" charset="-122"/>
                <a:cs typeface="Malgun Gothic" pitchFamily="34" charset="-120"/>
              </a:rPr>
              <a:t>표현</a:t>
            </a:r>
            <a:endParaRPr lang="en-US" sz="1800" dirty="0"/>
          </a:p>
        </p:txBody>
      </p:sp>
      <p:sp>
        <p:nvSpPr>
          <p:cNvPr id="18" name="Shape 16"/>
          <p:cNvSpPr/>
          <p:nvPr/>
        </p:nvSpPr>
        <p:spPr>
          <a:xfrm>
            <a:off x="6720840" y="4700016"/>
            <a:ext cx="146304" cy="146304"/>
          </a:xfrm>
          <a:prstGeom prst="rect">
            <a:avLst/>
          </a:prstGeom>
          <a:solidFill>
            <a:srgbClr val="74CDAE"/>
          </a:solidFill>
          <a:ln/>
        </p:spPr>
      </p:sp>
      <p:sp>
        <p:nvSpPr>
          <p:cNvPr id="19" name="Text 17"/>
          <p:cNvSpPr txBox="1"/>
          <p:nvPr/>
        </p:nvSpPr>
        <p:spPr>
          <a:xfrm>
            <a:off x="7040880" y="4608576"/>
            <a:ext cx="4373575" cy="347472"/>
          </a:xfrm>
          <a:prstGeom prst="rect">
            <a:avLst/>
          </a:prstGeom>
          <a:noFill/>
          <a:ln/>
        </p:spPr>
        <p:txBody>
          <a:bodyPr wrap="square" lIns="0" tIns="0" rIns="0" bIns="0" rtlCol="0" anchor="t"/>
          <a:lstStyle/>
          <a:p>
            <a:pPr algn="l" indent="0" marL="0">
              <a:lnSpc>
                <a:spcPct val="120000"/>
              </a:lnSpc>
              <a:buNone/>
            </a:pPr>
            <a:r>
              <a:rPr lang="en-US" sz="1800" b="1" dirty="0">
                <a:solidFill>
                  <a:srgbClr val="262B40"/>
                </a:solidFill>
                <a:latin typeface="Malgun Gothic" pitchFamily="34" charset="0"/>
                <a:ea typeface="Malgun Gothic" pitchFamily="34" charset="-122"/>
                <a:cs typeface="Malgun Gothic" pitchFamily="34" charset="-120"/>
              </a:rPr>
              <a:t>선택</a:t>
            </a:r>
            <a:endParaRPr lang="en-US" sz="1800" dirty="0"/>
          </a:p>
        </p:txBody>
      </p:sp>
      <p:sp>
        <p:nvSpPr>
          <p:cNvPr id="20" name="Shape 18"/>
          <p:cNvSpPr/>
          <p:nvPr/>
        </p:nvSpPr>
        <p:spPr>
          <a:xfrm>
            <a:off x="6720840" y="5084064"/>
            <a:ext cx="146304" cy="146304"/>
          </a:xfrm>
          <a:prstGeom prst="rect">
            <a:avLst/>
          </a:prstGeom>
          <a:solidFill>
            <a:srgbClr val="F5C46B"/>
          </a:solidFill>
          <a:ln/>
        </p:spPr>
      </p:sp>
      <p:sp>
        <p:nvSpPr>
          <p:cNvPr id="21" name="Text 19"/>
          <p:cNvSpPr txBox="1"/>
          <p:nvPr/>
        </p:nvSpPr>
        <p:spPr>
          <a:xfrm>
            <a:off x="7040880" y="4992624"/>
            <a:ext cx="4373575" cy="347472"/>
          </a:xfrm>
          <a:prstGeom prst="rect">
            <a:avLst/>
          </a:prstGeom>
          <a:noFill/>
          <a:ln/>
        </p:spPr>
        <p:txBody>
          <a:bodyPr wrap="square" lIns="0" tIns="0" rIns="0" bIns="0" rtlCol="0" anchor="t"/>
          <a:lstStyle/>
          <a:p>
            <a:pPr algn="l" indent="0" marL="0">
              <a:lnSpc>
                <a:spcPct val="120000"/>
              </a:lnSpc>
              <a:buNone/>
            </a:pPr>
            <a:r>
              <a:rPr lang="en-US" sz="1800" b="1" dirty="0">
                <a:solidFill>
                  <a:srgbClr val="262B40"/>
                </a:solidFill>
                <a:latin typeface="Malgun Gothic" pitchFamily="34" charset="0"/>
                <a:ea typeface="Malgun Gothic" pitchFamily="34" charset="-122"/>
                <a:cs typeface="Malgun Gothic" pitchFamily="34" charset="-120"/>
              </a:rPr>
              <a:t>이야기 구성</a:t>
            </a:r>
            <a:endParaRPr lang="en-US" sz="1800" dirty="0"/>
          </a:p>
        </p:txBody>
      </p:sp>
      <p:sp>
        <p:nvSpPr>
          <p:cNvPr id="22" name="Text 20"/>
          <p:cNvSpPr txBox="1"/>
          <p:nvPr/>
        </p:nvSpPr>
        <p:spPr>
          <a:xfrm>
            <a:off x="777240" y="5577840"/>
            <a:ext cx="10637215" cy="274320"/>
          </a:xfrm>
          <a:prstGeom prst="rect">
            <a:avLst/>
          </a:prstGeom>
          <a:noFill/>
          <a:ln/>
        </p:spPr>
        <p:txBody>
          <a:bodyPr wrap="square" lIns="0" tIns="0" rIns="0" bIns="0" rtlCol="0" anchor="t"/>
          <a:lstStyle/>
          <a:p>
            <a:pPr algn="l" indent="0" marL="0">
              <a:lnSpc>
                <a:spcPct val="120000"/>
              </a:lnSpc>
              <a:buNone/>
            </a:pPr>
            <a:r>
              <a:rPr lang="en-US" sz="1150" dirty="0">
                <a:solidFill>
                  <a:srgbClr val="5B6177"/>
                </a:solidFill>
                <a:latin typeface="Malgun Gothic" pitchFamily="34" charset="0"/>
                <a:ea typeface="Malgun Gothic" pitchFamily="34" charset="-122"/>
                <a:cs typeface="Malgun Gothic" pitchFamily="34" charset="-120"/>
              </a:rPr>
              <a:t>그림이 창의성을 높인다고 단정하지 않습니다. 선행연구를 근거로 ‘그림 + 이야기’라는 방식을 골랐습니다.</a:t>
            </a:r>
            <a:endParaRPr lang="en-US" sz="1150" dirty="0"/>
          </a:p>
        </p:txBody>
      </p:sp>
      <p:sp>
        <p:nvSpPr>
          <p:cNvPr id="23" name="Text 21"/>
          <p:cNvSpPr txBox="1"/>
          <p:nvPr/>
        </p:nvSpPr>
        <p:spPr>
          <a:xfrm>
            <a:off x="777240" y="5961888"/>
            <a:ext cx="9905695" cy="329184"/>
          </a:xfrm>
          <a:prstGeom prst="rect">
            <a:avLst/>
          </a:prstGeom>
          <a:noFill/>
          <a:ln/>
        </p:spPr>
        <p:txBody>
          <a:bodyPr wrap="square" lIns="0" tIns="0" rIns="0" bIns="0" rtlCol="0" anchor="b"/>
          <a:lstStyle/>
          <a:p>
            <a:pPr algn="l" indent="0" marL="0">
              <a:lnSpc>
                <a:spcPct val="110000"/>
              </a:lnSpc>
              <a:buNone/>
            </a:pPr>
            <a:r>
              <a:rPr lang="en-US" sz="850" dirty="0">
                <a:solidFill>
                  <a:srgbClr val="9399AC"/>
                </a:solidFill>
                <a:latin typeface="Malgun Gothic" pitchFamily="34" charset="0"/>
                <a:ea typeface="Malgun Gothic" pitchFamily="34" charset="-122"/>
                <a:cs typeface="Malgun Gothic" pitchFamily="34" charset="-120"/>
              </a:rPr>
              <a:t>출처: [6] Pitri, E. &amp; Michaelidou, A. (2025). The contribution of narrative drawing in early literacy. Frontiers in Education, 10.  [7] CAST (2024). UDL Guidelines 3.0, 5.1 Use multiple media for communication</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77240" y="6355080"/>
            <a:ext cx="5486400" cy="274320"/>
          </a:xfrm>
          <a:prstGeom prst="rect">
            <a:avLst/>
          </a:prstGeom>
          <a:noFill/>
          <a:ln/>
        </p:spPr>
        <p:txBody>
          <a:bodyPr wrap="square" lIns="0" tIns="0" rIns="0" bIns="0" rtlCol="0" anchor="t"/>
          <a:lstStyle/>
          <a:p>
            <a:pPr algn="l" indent="0" marL="0">
              <a:lnSpc>
                <a:spcPct val="120000"/>
              </a:lnSpc>
              <a:buNone/>
            </a:pPr>
            <a:r>
              <a:rPr lang="en-US" sz="900" dirty="0">
                <a:solidFill>
                  <a:srgbClr val="9399AC"/>
                </a:solidFill>
                <a:latin typeface="Malgun Gothic" pitchFamily="34" charset="0"/>
                <a:ea typeface="Malgun Gothic" pitchFamily="34" charset="-122"/>
                <a:cs typeface="Malgun Gothic" pitchFamily="34" charset="-120"/>
              </a:rPr>
              <a:t>A  왜 만들었나</a:t>
            </a:r>
            <a:endParaRPr lang="en-US" sz="900" dirty="0"/>
          </a:p>
        </p:txBody>
      </p:sp>
      <p:sp>
        <p:nvSpPr>
          <p:cNvPr id="3" name="Text 1"/>
          <p:cNvSpPr txBox="1"/>
          <p:nvPr/>
        </p:nvSpPr>
        <p:spPr>
          <a:xfrm>
            <a:off x="10865815" y="6355080"/>
            <a:ext cx="548640" cy="274320"/>
          </a:xfrm>
          <a:prstGeom prst="rect">
            <a:avLst/>
          </a:prstGeom>
          <a:noFill/>
          <a:ln/>
        </p:spPr>
        <p:txBody>
          <a:bodyPr wrap="square" lIns="0" tIns="0" rIns="0" bIns="0" rtlCol="0" anchor="t"/>
          <a:lstStyle/>
          <a:p>
            <a:pPr algn="r" indent="0" marL="0">
              <a:lnSpc>
                <a:spcPct val="120000"/>
              </a:lnSpc>
              <a:buNone/>
            </a:pPr>
            <a:r>
              <a:rPr lang="en-US" sz="900" dirty="0">
                <a:solidFill>
                  <a:srgbClr val="9399AC"/>
                </a:solidFill>
                <a:latin typeface="Malgun Gothic" pitchFamily="34" charset="0"/>
                <a:ea typeface="Malgun Gothic" pitchFamily="34" charset="-122"/>
                <a:cs typeface="Malgun Gothic" pitchFamily="34" charset="-120"/>
              </a:rPr>
              <a:t>05</a:t>
            </a:r>
            <a:endParaRPr lang="en-US" sz="900" dirty="0"/>
          </a:p>
        </p:txBody>
      </p:sp>
      <p:sp>
        <p:nvSpPr>
          <p:cNvPr id="4" name="Text 2"/>
          <p:cNvSpPr txBox="1"/>
          <p:nvPr/>
        </p:nvSpPr>
        <p:spPr>
          <a:xfrm>
            <a:off x="777240" y="685800"/>
            <a:ext cx="10637215" cy="685800"/>
          </a:xfrm>
          <a:prstGeom prst="rect">
            <a:avLst/>
          </a:prstGeom>
          <a:noFill/>
          <a:ln/>
        </p:spPr>
        <p:txBody>
          <a:bodyPr wrap="square" lIns="0" tIns="0" rIns="0" bIns="0" rtlCol="0" anchor="t"/>
          <a:lstStyle/>
          <a:p>
            <a:pPr algn="l" indent="0" marL="0">
              <a:lnSpc>
                <a:spcPct val="120000"/>
              </a:lnSpc>
              <a:buNone/>
            </a:pPr>
            <a:r>
              <a:rPr lang="en-US" sz="3000" b="1" spc="-50" kern="0" dirty="0">
                <a:solidFill>
                  <a:srgbClr val="262B40"/>
                </a:solidFill>
                <a:latin typeface="Malgun Gothic" pitchFamily="34" charset="0"/>
                <a:ea typeface="Malgun Gothic" pitchFamily="34" charset="-122"/>
                <a:cs typeface="Malgun Gothic" pitchFamily="34" charset="-120"/>
              </a:rPr>
              <a:t>아이의 그림을 실제로 움직일 수 있을까?</a:t>
            </a:r>
            <a:endParaRPr lang="en-US" sz="3000" dirty="0"/>
          </a:p>
        </p:txBody>
      </p:sp>
      <p:sp>
        <p:nvSpPr>
          <p:cNvPr id="5" name="Text 3"/>
          <p:cNvSpPr txBox="1"/>
          <p:nvPr/>
        </p:nvSpPr>
        <p:spPr>
          <a:xfrm>
            <a:off x="777240" y="1399032"/>
            <a:ext cx="10637215" cy="457200"/>
          </a:xfrm>
          <a:prstGeom prst="rect">
            <a:avLst/>
          </a:prstGeom>
          <a:noFill/>
          <a:ln/>
        </p:spPr>
        <p:txBody>
          <a:bodyPr wrap="square" lIns="0" tIns="0" rIns="0" bIns="0" rtlCol="0" anchor="t"/>
          <a:lstStyle/>
          <a:p>
            <a:pPr algn="l" indent="0" marL="0">
              <a:lnSpc>
                <a:spcPct val="120000"/>
              </a:lnSpc>
              <a:buNone/>
            </a:pPr>
            <a:r>
              <a:rPr lang="en-US" sz="1500" dirty="0">
                <a:solidFill>
                  <a:srgbClr val="5B6177"/>
                </a:solidFill>
                <a:latin typeface="Malgun Gothic" pitchFamily="34" charset="0"/>
                <a:ea typeface="Malgun Gothic" pitchFamily="34" charset="-122"/>
                <a:cs typeface="Malgun Gothic" pitchFamily="34" charset="-120"/>
              </a:rPr>
              <a:t>배경조사 ③ 기술 조사</a:t>
            </a:r>
            <a:endParaRPr lang="en-US" sz="1500" dirty="0"/>
          </a:p>
        </p:txBody>
      </p:sp>
      <p:pic>
        <p:nvPicPr>
          <p:cNvPr id="6" name="Image 0" descr="C:\Users\Omnyumyum\Desktop\hankan-story\drawtale-pt_docs\tools\deck\char-plain-sm.jpg">    </p:cNvPr>
          <p:cNvPicPr>
            <a:picLocks noChangeAspect="1"/>
          </p:cNvPicPr>
          <p:nvPr/>
        </p:nvPicPr>
        <p:blipFill>
          <a:blip r:embed="rId1"/>
          <a:stretch>
            <a:fillRect/>
          </a:stretch>
        </p:blipFill>
        <p:spPr>
          <a:xfrm>
            <a:off x="777240" y="2148840"/>
            <a:ext cx="1417320" cy="1679580"/>
          </a:xfrm>
          <a:prstGeom prst="rect">
            <a:avLst/>
          </a:prstGeom>
        </p:spPr>
      </p:pic>
      <p:sp>
        <p:nvSpPr>
          <p:cNvPr id="7" name="Text 4"/>
          <p:cNvSpPr txBox="1"/>
          <p:nvPr/>
        </p:nvSpPr>
        <p:spPr>
          <a:xfrm>
            <a:off x="777240" y="3938148"/>
            <a:ext cx="1417320" cy="274320"/>
          </a:xfrm>
          <a:prstGeom prst="rect">
            <a:avLst/>
          </a:prstGeom>
          <a:noFill/>
          <a:ln/>
        </p:spPr>
        <p:txBody>
          <a:bodyPr wrap="square" lIns="0" tIns="0" rIns="0" bIns="0" rtlCol="0" anchor="t"/>
          <a:lstStyle/>
          <a:p>
            <a:pPr algn="l" indent="0" marL="0">
              <a:lnSpc>
                <a:spcPct val="120000"/>
              </a:lnSpc>
              <a:buNone/>
            </a:pPr>
            <a:r>
              <a:rPr lang="en-US" sz="1200" b="1" dirty="0">
                <a:solidFill>
                  <a:srgbClr val="262B40"/>
                </a:solidFill>
                <a:latin typeface="Malgun Gothic" pitchFamily="34" charset="0"/>
                <a:ea typeface="Malgun Gothic" pitchFamily="34" charset="-122"/>
                <a:cs typeface="Malgun Gothic" pitchFamily="34" charset="-120"/>
              </a:rPr>
              <a:t>1  아이의 그림</a:t>
            </a:r>
            <a:endParaRPr lang="en-US" sz="1200" dirty="0"/>
          </a:p>
        </p:txBody>
      </p:sp>
      <p:pic>
        <p:nvPicPr>
          <p:cNvPr id="8" name="Image 1" descr="C:\Users\Omnyumyum\Desktop\hankan-story\drawtale-pt_docs\tools\deck\char-bbox-sm.jpg">    </p:cNvPr>
          <p:cNvPicPr>
            <a:picLocks noChangeAspect="1"/>
          </p:cNvPicPr>
          <p:nvPr/>
        </p:nvPicPr>
        <p:blipFill>
          <a:blip r:embed="rId2"/>
          <a:stretch>
            <a:fillRect/>
          </a:stretch>
        </p:blipFill>
        <p:spPr>
          <a:xfrm>
            <a:off x="2450592" y="2148840"/>
            <a:ext cx="1417320" cy="1679580"/>
          </a:xfrm>
          <a:prstGeom prst="rect">
            <a:avLst/>
          </a:prstGeom>
        </p:spPr>
      </p:pic>
      <p:sp>
        <p:nvSpPr>
          <p:cNvPr id="9" name="Text 5"/>
          <p:cNvSpPr txBox="1"/>
          <p:nvPr/>
        </p:nvSpPr>
        <p:spPr>
          <a:xfrm>
            <a:off x="2450592" y="3938148"/>
            <a:ext cx="1417320" cy="274320"/>
          </a:xfrm>
          <a:prstGeom prst="rect">
            <a:avLst/>
          </a:prstGeom>
          <a:noFill/>
          <a:ln/>
        </p:spPr>
        <p:txBody>
          <a:bodyPr wrap="square" lIns="0" tIns="0" rIns="0" bIns="0" rtlCol="0" anchor="t"/>
          <a:lstStyle/>
          <a:p>
            <a:pPr algn="l" indent="0" marL="0">
              <a:lnSpc>
                <a:spcPct val="120000"/>
              </a:lnSpc>
              <a:buNone/>
            </a:pPr>
            <a:r>
              <a:rPr lang="en-US" sz="1200" b="1" dirty="0">
                <a:solidFill>
                  <a:srgbClr val="262B40"/>
                </a:solidFill>
                <a:latin typeface="Malgun Gothic" pitchFamily="34" charset="0"/>
                <a:ea typeface="Malgun Gothic" pitchFamily="34" charset="-122"/>
                <a:cs typeface="Malgun Gothic" pitchFamily="34" charset="-120"/>
              </a:rPr>
              <a:t>2  캐릭터 찾기</a:t>
            </a:r>
            <a:endParaRPr lang="en-US" sz="1200" dirty="0"/>
          </a:p>
        </p:txBody>
      </p:sp>
      <p:pic>
        <p:nvPicPr>
          <p:cNvPr id="10" name="Image 2" descr="C:\Users\Omnyumyum\Desktop\hankan-story\drawtale-pt_docs\tools\deck\char-mask-sm.jpg">    </p:cNvPr>
          <p:cNvPicPr>
            <a:picLocks noChangeAspect="1"/>
          </p:cNvPicPr>
          <p:nvPr/>
        </p:nvPicPr>
        <p:blipFill>
          <a:blip r:embed="rId3"/>
          <a:stretch>
            <a:fillRect/>
          </a:stretch>
        </p:blipFill>
        <p:spPr>
          <a:xfrm>
            <a:off x="4123944" y="2148840"/>
            <a:ext cx="1417320" cy="1679580"/>
          </a:xfrm>
          <a:prstGeom prst="rect">
            <a:avLst/>
          </a:prstGeom>
        </p:spPr>
      </p:pic>
      <p:sp>
        <p:nvSpPr>
          <p:cNvPr id="11" name="Text 6"/>
          <p:cNvSpPr txBox="1"/>
          <p:nvPr/>
        </p:nvSpPr>
        <p:spPr>
          <a:xfrm>
            <a:off x="4123944" y="3938148"/>
            <a:ext cx="1417320" cy="274320"/>
          </a:xfrm>
          <a:prstGeom prst="rect">
            <a:avLst/>
          </a:prstGeom>
          <a:noFill/>
          <a:ln/>
        </p:spPr>
        <p:txBody>
          <a:bodyPr wrap="square" lIns="0" tIns="0" rIns="0" bIns="0" rtlCol="0" anchor="t"/>
          <a:lstStyle/>
          <a:p>
            <a:pPr algn="l" indent="0" marL="0">
              <a:lnSpc>
                <a:spcPct val="120000"/>
              </a:lnSpc>
              <a:buNone/>
            </a:pPr>
            <a:r>
              <a:rPr lang="en-US" sz="1200" b="1" dirty="0">
                <a:solidFill>
                  <a:srgbClr val="262B40"/>
                </a:solidFill>
                <a:latin typeface="Malgun Gothic" pitchFamily="34" charset="0"/>
                <a:ea typeface="Malgun Gothic" pitchFamily="34" charset="-122"/>
                <a:cs typeface="Malgun Gothic" pitchFamily="34" charset="-120"/>
              </a:rPr>
              <a:t>3  영역 떼어 내기</a:t>
            </a:r>
            <a:endParaRPr lang="en-US" sz="1200" dirty="0"/>
          </a:p>
        </p:txBody>
      </p:sp>
      <p:pic>
        <p:nvPicPr>
          <p:cNvPr id="12" name="Image 3" descr="C:\Users\Omnyumyum\Desktop\hankan-story\drawtale-pt_docs\tools\deck\char-joints-sm.jpg">    </p:cNvPr>
          <p:cNvPicPr>
            <a:picLocks noChangeAspect="1"/>
          </p:cNvPicPr>
          <p:nvPr/>
        </p:nvPicPr>
        <p:blipFill>
          <a:blip r:embed="rId4"/>
          <a:stretch>
            <a:fillRect/>
          </a:stretch>
        </p:blipFill>
        <p:spPr>
          <a:xfrm>
            <a:off x="5797296" y="2148840"/>
            <a:ext cx="1417320" cy="1679580"/>
          </a:xfrm>
          <a:prstGeom prst="rect">
            <a:avLst/>
          </a:prstGeom>
        </p:spPr>
      </p:pic>
      <p:sp>
        <p:nvSpPr>
          <p:cNvPr id="13" name="Text 7"/>
          <p:cNvSpPr txBox="1"/>
          <p:nvPr/>
        </p:nvSpPr>
        <p:spPr>
          <a:xfrm>
            <a:off x="5797296" y="3938148"/>
            <a:ext cx="1417320" cy="274320"/>
          </a:xfrm>
          <a:prstGeom prst="rect">
            <a:avLst/>
          </a:prstGeom>
          <a:noFill/>
          <a:ln/>
        </p:spPr>
        <p:txBody>
          <a:bodyPr wrap="square" lIns="0" tIns="0" rIns="0" bIns="0" rtlCol="0" anchor="t"/>
          <a:lstStyle/>
          <a:p>
            <a:pPr algn="l" indent="0" marL="0">
              <a:lnSpc>
                <a:spcPct val="120000"/>
              </a:lnSpc>
              <a:buNone/>
            </a:pPr>
            <a:r>
              <a:rPr lang="en-US" sz="1200" b="1" dirty="0">
                <a:solidFill>
                  <a:srgbClr val="262B40"/>
                </a:solidFill>
                <a:latin typeface="Malgun Gothic" pitchFamily="34" charset="0"/>
                <a:ea typeface="Malgun Gothic" pitchFamily="34" charset="-122"/>
                <a:cs typeface="Malgun Gothic" pitchFamily="34" charset="-120"/>
              </a:rPr>
              <a:t>4  관절 찾기</a:t>
            </a:r>
            <a:endParaRPr lang="en-US" sz="1200" dirty="0"/>
          </a:p>
        </p:txBody>
      </p:sp>
      <p:sp>
        <p:nvSpPr>
          <p:cNvPr id="14" name="Text 8"/>
          <p:cNvSpPr txBox="1"/>
          <p:nvPr/>
        </p:nvSpPr>
        <p:spPr>
          <a:xfrm>
            <a:off x="777240" y="4526280"/>
            <a:ext cx="6437376" cy="1005840"/>
          </a:xfrm>
          <a:prstGeom prst="rect">
            <a:avLst/>
          </a:prstGeom>
          <a:noFill/>
          <a:ln/>
        </p:spPr>
        <p:txBody>
          <a:bodyPr wrap="square" lIns="0" tIns="0" rIns="0" bIns="0" rtlCol="0" anchor="t"/>
          <a:lstStyle/>
          <a:p>
            <a:pPr algn="l" indent="0" marL="0">
              <a:lnSpc>
                <a:spcPct val="145000"/>
              </a:lnSpc>
              <a:buNone/>
            </a:pPr>
            <a:r>
              <a:rPr lang="en-US" sz="1250" dirty="0">
                <a:solidFill>
                  <a:srgbClr val="5B6177"/>
                </a:solidFill>
                <a:latin typeface="Malgun Gothic" pitchFamily="34" charset="0"/>
                <a:ea typeface="Malgun Gothic" pitchFamily="34" charset="-122"/>
                <a:cs typeface="Malgun Gothic" pitchFamily="34" charset="-120"/>
              </a:rPr>
              <a:t>Meta의 Animated Drawings 연구는 아이와 아마추어가 그린 사람 그림을 ‘캐릭터 찾기 → 영역 떼어 내기 → 관절 찾기 → 애니메이션’ 네 단계로 움직였습니다. 2021년 데모를 연 뒤 9개월 동안 670만 장의 그림이 올라왔고, 2023년에는 코드와 데이터셋을 공개했습니다.</a:t>
            </a:r>
            <a:endParaRPr lang="en-US" sz="1250" dirty="0"/>
          </a:p>
        </p:txBody>
      </p:sp>
      <p:sp>
        <p:nvSpPr>
          <p:cNvPr id="15" name="Shape 9"/>
          <p:cNvSpPr/>
          <p:nvPr/>
        </p:nvSpPr>
        <p:spPr>
          <a:xfrm>
            <a:off x="7534656" y="2194560"/>
            <a:ext cx="0" cy="3291840"/>
          </a:xfrm>
          <a:prstGeom prst="line">
            <a:avLst/>
          </a:prstGeom>
          <a:noFill/>
          <a:ln w="9525">
            <a:solidFill>
              <a:srgbClr val="E2E5EC"/>
            </a:solidFill>
            <a:prstDash val="solid"/>
          </a:ln>
        </p:spPr>
      </p:sp>
      <p:sp>
        <p:nvSpPr>
          <p:cNvPr id="16" name="Text 10"/>
          <p:cNvSpPr txBox="1"/>
          <p:nvPr/>
        </p:nvSpPr>
        <p:spPr>
          <a:xfrm>
            <a:off x="7854696" y="2103120"/>
            <a:ext cx="3559759" cy="777240"/>
          </a:xfrm>
          <a:prstGeom prst="rect">
            <a:avLst/>
          </a:prstGeom>
          <a:noFill/>
          <a:ln/>
        </p:spPr>
        <p:txBody>
          <a:bodyPr wrap="square" lIns="0" tIns="0" rIns="0" bIns="0" rtlCol="0" anchor="t"/>
          <a:lstStyle/>
          <a:p>
            <a:pPr algn="l" indent="0" marL="0">
              <a:lnSpc>
                <a:spcPct val="120000"/>
              </a:lnSpc>
              <a:buNone/>
            </a:pPr>
            <a:r>
              <a:rPr lang="en-US" sz="4400" b="1" spc="-100" kern="0" dirty="0">
                <a:solidFill>
                  <a:srgbClr val="4256C8"/>
                </a:solidFill>
                <a:latin typeface="Malgun Gothic" pitchFamily="34" charset="0"/>
                <a:ea typeface="Malgun Gothic" pitchFamily="34" charset="-122"/>
                <a:cs typeface="Malgun Gothic" pitchFamily="34" charset="-120"/>
              </a:rPr>
              <a:t>178,166장</a:t>
            </a:r>
            <a:endParaRPr lang="en-US" sz="4400" dirty="0"/>
          </a:p>
        </p:txBody>
      </p:sp>
      <p:sp>
        <p:nvSpPr>
          <p:cNvPr id="17" name="Text 11"/>
          <p:cNvSpPr txBox="1"/>
          <p:nvPr/>
        </p:nvSpPr>
        <p:spPr>
          <a:xfrm>
            <a:off x="7854696" y="2926080"/>
            <a:ext cx="3559759" cy="731520"/>
          </a:xfrm>
          <a:prstGeom prst="rect">
            <a:avLst/>
          </a:prstGeom>
          <a:noFill/>
          <a:ln/>
        </p:spPr>
        <p:txBody>
          <a:bodyPr wrap="square" lIns="0" tIns="0" rIns="0" bIns="0" rtlCol="0" anchor="t"/>
          <a:lstStyle/>
          <a:p>
            <a:pPr algn="l" indent="0" marL="0">
              <a:lnSpc>
                <a:spcPct val="135000"/>
              </a:lnSpc>
              <a:buNone/>
            </a:pPr>
            <a:r>
              <a:rPr lang="en-US" sz="1200" dirty="0">
                <a:solidFill>
                  <a:srgbClr val="5B6177"/>
                </a:solidFill>
                <a:latin typeface="Malgun Gothic" pitchFamily="34" charset="0"/>
                <a:ea typeface="Malgun Gothic" pitchFamily="34" charset="-122"/>
                <a:cs typeface="Malgun Gothic" pitchFamily="34" charset="-120"/>
              </a:rPr>
              <a:t>Meta Amateur Drawings Dataset</a:t>
            </a:r>
            <a:endParaRPr lang="en-US" sz="1200" dirty="0"/>
          </a:p>
          <a:p>
            <a:pPr algn="l" indent="0" marL="0">
              <a:lnSpc>
                <a:spcPct val="135000"/>
              </a:lnSpc>
              <a:buNone/>
            </a:pPr>
            <a:r>
              <a:rPr lang="en-US" sz="1200" dirty="0">
                <a:solidFill>
                  <a:srgbClr val="5B6177"/>
                </a:solidFill>
                <a:latin typeface="Malgun Gothic" pitchFamily="34" charset="0"/>
                <a:ea typeface="Malgun Gothic" pitchFamily="34" charset="-122"/>
                <a:cs typeface="Malgun Gothic" pitchFamily="34" charset="-120"/>
              </a:rPr>
              <a:t>캐릭터 상자 · 영역 마스크 · 관절 표시 포함, MIT 오픈소스 [8][9]</a:t>
            </a:r>
            <a:endParaRPr lang="en-US" sz="1200" dirty="0"/>
          </a:p>
        </p:txBody>
      </p:sp>
      <p:sp>
        <p:nvSpPr>
          <p:cNvPr id="18" name="Shape 12"/>
          <p:cNvSpPr/>
          <p:nvPr/>
        </p:nvSpPr>
        <p:spPr>
          <a:xfrm>
            <a:off x="7854696" y="3977640"/>
            <a:ext cx="3559759" cy="0"/>
          </a:xfrm>
          <a:prstGeom prst="line">
            <a:avLst/>
          </a:prstGeom>
          <a:noFill/>
          <a:ln w="9525">
            <a:solidFill>
              <a:srgbClr val="E2E5EC"/>
            </a:solidFill>
            <a:prstDash val="solid"/>
          </a:ln>
        </p:spPr>
      </p:sp>
      <p:sp>
        <p:nvSpPr>
          <p:cNvPr id="19" name="Text 13"/>
          <p:cNvSpPr txBox="1"/>
          <p:nvPr/>
        </p:nvSpPr>
        <p:spPr>
          <a:xfrm>
            <a:off x="7854696" y="4206240"/>
            <a:ext cx="3559759" cy="1097280"/>
          </a:xfrm>
          <a:prstGeom prst="rect">
            <a:avLst/>
          </a:prstGeom>
          <a:noFill/>
          <a:ln/>
        </p:spPr>
        <p:txBody>
          <a:bodyPr wrap="square" lIns="0" tIns="0" rIns="0" bIns="0" rtlCol="0" anchor="t"/>
          <a:lstStyle/>
          <a:p>
            <a:pPr algn="l" indent="0" marL="0">
              <a:lnSpc>
                <a:spcPct val="145000"/>
              </a:lnSpc>
              <a:buNone/>
            </a:pPr>
            <a:r>
              <a:rPr lang="en-US" sz="1600" b="1" dirty="0">
                <a:solidFill>
                  <a:srgbClr val="262B40"/>
                </a:solidFill>
                <a:latin typeface="Malgun Gothic" pitchFamily="34" charset="0"/>
                <a:ea typeface="Malgun Gothic" pitchFamily="34" charset="-122"/>
                <a:cs typeface="Malgun Gothic" pitchFamily="34" charset="-120"/>
              </a:rPr>
              <a:t>아이의 그림을 이야기 속에서 실제로 움직이는 주인공으로 쓸 수 있겠다고 판단했습니다.</a:t>
            </a:r>
            <a:endParaRPr lang="en-US" sz="1600" dirty="0"/>
          </a:p>
        </p:txBody>
      </p:sp>
      <p:sp>
        <p:nvSpPr>
          <p:cNvPr id="20" name="Text 14"/>
          <p:cNvSpPr txBox="1"/>
          <p:nvPr/>
        </p:nvSpPr>
        <p:spPr>
          <a:xfrm>
            <a:off x="777240" y="5961888"/>
            <a:ext cx="9905695" cy="329184"/>
          </a:xfrm>
          <a:prstGeom prst="rect">
            <a:avLst/>
          </a:prstGeom>
          <a:noFill/>
          <a:ln/>
        </p:spPr>
        <p:txBody>
          <a:bodyPr wrap="square" lIns="0" tIns="0" rIns="0" bIns="0" rtlCol="0" anchor="b"/>
          <a:lstStyle/>
          <a:p>
            <a:pPr algn="l" indent="0" marL="0">
              <a:lnSpc>
                <a:spcPct val="110000"/>
              </a:lnSpc>
              <a:buNone/>
            </a:pPr>
            <a:r>
              <a:rPr lang="en-US" sz="850" dirty="0">
                <a:solidFill>
                  <a:srgbClr val="9399AC"/>
                </a:solidFill>
                <a:latin typeface="Malgun Gothic" pitchFamily="34" charset="0"/>
                <a:ea typeface="Malgun Gothic" pitchFamily="34" charset="-122"/>
                <a:cs typeface="Malgun Gothic" pitchFamily="34" charset="-120"/>
              </a:rPr>
              <a:t>출처: [8] Smith, H. J. et al. (2023). A Method for Animating Children's Drawings of the Human Figure. ACM Transactions on Graphics 42(3).  [9] Meta AI (2023.4.13). Animated Drawings 오픈소스 공개.  그림: 저장소 예제 char1 (MIT)</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77240" y="6355080"/>
            <a:ext cx="5486400" cy="274320"/>
          </a:xfrm>
          <a:prstGeom prst="rect">
            <a:avLst/>
          </a:prstGeom>
          <a:noFill/>
          <a:ln/>
        </p:spPr>
        <p:txBody>
          <a:bodyPr wrap="square" lIns="0" tIns="0" rIns="0" bIns="0" rtlCol="0" anchor="t"/>
          <a:lstStyle/>
          <a:p>
            <a:pPr algn="l" indent="0" marL="0">
              <a:lnSpc>
                <a:spcPct val="120000"/>
              </a:lnSpc>
              <a:buNone/>
            </a:pPr>
            <a:r>
              <a:rPr lang="en-US" sz="900" dirty="0">
                <a:solidFill>
                  <a:srgbClr val="9399AC"/>
                </a:solidFill>
                <a:latin typeface="Malgun Gothic" pitchFamily="34" charset="0"/>
                <a:ea typeface="Malgun Gothic" pitchFamily="34" charset="-122"/>
                <a:cs typeface="Malgun Gothic" pitchFamily="34" charset="-120"/>
              </a:rPr>
              <a:t>A  왜 만들었나</a:t>
            </a:r>
            <a:endParaRPr lang="en-US" sz="900" dirty="0"/>
          </a:p>
        </p:txBody>
      </p:sp>
      <p:sp>
        <p:nvSpPr>
          <p:cNvPr id="3" name="Text 1"/>
          <p:cNvSpPr txBox="1"/>
          <p:nvPr/>
        </p:nvSpPr>
        <p:spPr>
          <a:xfrm>
            <a:off x="10865815" y="6355080"/>
            <a:ext cx="548640" cy="274320"/>
          </a:xfrm>
          <a:prstGeom prst="rect">
            <a:avLst/>
          </a:prstGeom>
          <a:noFill/>
          <a:ln/>
        </p:spPr>
        <p:txBody>
          <a:bodyPr wrap="square" lIns="0" tIns="0" rIns="0" bIns="0" rtlCol="0" anchor="t"/>
          <a:lstStyle/>
          <a:p>
            <a:pPr algn="r" indent="0" marL="0">
              <a:lnSpc>
                <a:spcPct val="120000"/>
              </a:lnSpc>
              <a:buNone/>
            </a:pPr>
            <a:r>
              <a:rPr lang="en-US" sz="900" dirty="0">
                <a:solidFill>
                  <a:srgbClr val="9399AC"/>
                </a:solidFill>
                <a:latin typeface="Malgun Gothic" pitchFamily="34" charset="0"/>
                <a:ea typeface="Malgun Gothic" pitchFamily="34" charset="-122"/>
                <a:cs typeface="Malgun Gothic" pitchFamily="34" charset="-120"/>
              </a:rPr>
              <a:t>06</a:t>
            </a:r>
            <a:endParaRPr lang="en-US" sz="900" dirty="0"/>
          </a:p>
        </p:txBody>
      </p:sp>
      <p:sp>
        <p:nvSpPr>
          <p:cNvPr id="4" name="Text 2"/>
          <p:cNvSpPr txBox="1"/>
          <p:nvPr/>
        </p:nvSpPr>
        <p:spPr>
          <a:xfrm>
            <a:off x="777240" y="685800"/>
            <a:ext cx="10637215" cy="685800"/>
          </a:xfrm>
          <a:prstGeom prst="rect">
            <a:avLst/>
          </a:prstGeom>
          <a:noFill/>
          <a:ln/>
        </p:spPr>
        <p:txBody>
          <a:bodyPr wrap="square" lIns="0" tIns="0" rIns="0" bIns="0" rtlCol="0" anchor="t"/>
          <a:lstStyle/>
          <a:p>
            <a:pPr algn="l" indent="0" marL="0">
              <a:lnSpc>
                <a:spcPct val="120000"/>
              </a:lnSpc>
              <a:buNone/>
            </a:pPr>
            <a:r>
              <a:rPr lang="en-US" sz="3000" b="1" spc="-50" kern="0" dirty="0">
                <a:solidFill>
                  <a:srgbClr val="262B40"/>
                </a:solidFill>
                <a:latin typeface="Malgun Gothic" pitchFamily="34" charset="0"/>
                <a:ea typeface="Malgun Gothic" pitchFamily="34" charset="-122"/>
                <a:cs typeface="Malgun Gothic" pitchFamily="34" charset="-120"/>
              </a:rPr>
              <a:t>그런데, 이미 비슷한 서비스가 있지 않을까?</a:t>
            </a:r>
            <a:endParaRPr lang="en-US" sz="3000" dirty="0"/>
          </a:p>
        </p:txBody>
      </p:sp>
      <p:sp>
        <p:nvSpPr>
          <p:cNvPr id="5" name="Text 3"/>
          <p:cNvSpPr txBox="1"/>
          <p:nvPr/>
        </p:nvSpPr>
        <p:spPr>
          <a:xfrm>
            <a:off x="777240" y="1399032"/>
            <a:ext cx="10637215" cy="457200"/>
          </a:xfrm>
          <a:prstGeom prst="rect">
            <a:avLst/>
          </a:prstGeom>
          <a:noFill/>
          <a:ln/>
        </p:spPr>
        <p:txBody>
          <a:bodyPr wrap="square" lIns="0" tIns="0" rIns="0" bIns="0" rtlCol="0" anchor="t"/>
          <a:lstStyle/>
          <a:p>
            <a:pPr algn="l" indent="0" marL="0">
              <a:lnSpc>
                <a:spcPct val="120000"/>
              </a:lnSpc>
              <a:buNone/>
            </a:pPr>
            <a:r>
              <a:rPr lang="en-US" sz="1500" dirty="0">
                <a:solidFill>
                  <a:srgbClr val="5B6177"/>
                </a:solidFill>
                <a:latin typeface="Malgun Gothic" pitchFamily="34" charset="0"/>
                <a:ea typeface="Malgun Gothic" pitchFamily="34" charset="-122"/>
                <a:cs typeface="Malgun Gothic" pitchFamily="34" charset="-120"/>
              </a:rPr>
              <a:t>기존 서비스 조사</a:t>
            </a:r>
            <a:endParaRPr lang="en-US" sz="1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77240" y="2103120"/>
          <a:ext cx="10637215" cy="914400"/>
        </p:xfrm>
        <a:graphic>
          <a:graphicData uri="http://schemas.openxmlformats.org/drawingml/2006/table">
            <a:tbl>
              <a:tblPr/>
              <a:tblGrid>
                <a:gridCol w="3044952"/>
                <a:gridCol w="1508760"/>
                <a:gridCol w="1508760"/>
                <a:gridCol w="1508760"/>
                <a:gridCol w="1508760"/>
                <a:gridCol w="1557223"/>
              </a:tblGrid>
              <a:tr h="548640">
                <a:tc>
                  <a:txBody>
                    <a:bodyPr/>
                    <a:lstStyle/>
                    <a:p>
                      <a:pPr algn="l" indent="0" marL="0">
                        <a:buNone/>
                      </a:pPr>
                      <a:endParaRPr lang="en-US" sz="1100" dirty="0">
                        <a:latin typeface="Malgun Gothic" charset="0"/>
                        <a:ea typeface="Malgun Gothic" charset="0"/>
                        <a:cs typeface="Malgun Gothic" charset="0"/>
                      </a:endParaRPr>
                    </a:p>
                  </a:txBody>
                  <a:tcPr marL="109728" marR="109728" marT="0" marB="0" anchor="ctr">
                    <a:lnL w="0" cap="flat" cmpd="sng" algn="ctr">
                      <a:noFill/>
                    </a:lnL>
                    <a:lnR w="0" cap="flat" cmpd="sng" algn="ctr">
                      <a:noFill/>
                    </a:lnR>
                    <a:lnT w="0" cap="flat" cmpd="sng" algn="ctr">
                      <a:noFill/>
                    </a:lnT>
                    <a:lnB w="9525" cap="flat" cmpd="sng" algn="ctr">
                      <a:solidFill>
                        <a:srgbClr val="E2E5EC"/>
                      </a:solidFill>
                      <a:prstDash val="solid"/>
                      <a:round/>
                      <a:headEnd type="none" w="med" len="med"/>
                      <a:tailEnd type="none" w="med" len="med"/>
                    </a:lnB>
                  </a:tcPr>
                </a:tc>
                <a:tc>
                  <a:txBody>
                    <a:bodyPr/>
                    <a:lstStyle/>
                    <a:p>
                      <a:pPr algn="ctr" indent="0" marL="0">
                        <a:buNone/>
                      </a:pPr>
                      <a:r>
                        <a:rPr lang="en-US" sz="1100" b="1" dirty="0">
                          <a:solidFill>
                            <a:srgbClr val="9399AC"/>
                          </a:solidFill>
                          <a:latin typeface="Malgun Gothic" pitchFamily="34" charset="0"/>
                          <a:ea typeface="Malgun Gothic" pitchFamily="34" charset="-122"/>
                          <a:cs typeface="Malgun Gothic" pitchFamily="34" charset="-120"/>
                        </a:rPr>
                        <a:t>그림 입력</a:t>
                      </a:r>
                      <a:endParaRPr lang="en-US" sz="1100" dirty="0">
                        <a:latin typeface="Malgun Gothic" charset="0"/>
                        <a:ea typeface="Malgun Gothic" charset="0"/>
                        <a:cs typeface="Malgun Gothic" charset="0"/>
                      </a:endParaRPr>
                    </a:p>
                  </a:txBody>
                  <a:tcPr marL="109728" marR="109728" marT="0" marB="0" anchor="ctr">
                    <a:lnL w="0" cap="flat" cmpd="sng" algn="ctr">
                      <a:noFill/>
                    </a:lnL>
                    <a:lnR w="0" cap="flat" cmpd="sng" algn="ctr">
                      <a:noFill/>
                    </a:lnR>
                    <a:lnT w="0" cap="flat" cmpd="sng" algn="ctr">
                      <a:noFill/>
                    </a:lnT>
                    <a:lnB w="9525" cap="flat" cmpd="sng" algn="ctr">
                      <a:solidFill>
                        <a:srgbClr val="E2E5EC"/>
                      </a:solidFill>
                      <a:prstDash val="solid"/>
                      <a:round/>
                      <a:headEnd type="none" w="med" len="med"/>
                      <a:tailEnd type="none" w="med" len="med"/>
                    </a:lnB>
                  </a:tcPr>
                </a:tc>
                <a:tc>
                  <a:txBody>
                    <a:bodyPr/>
                    <a:lstStyle/>
                    <a:p>
                      <a:pPr algn="ctr" indent="0" marL="0">
                        <a:buNone/>
                      </a:pPr>
                      <a:r>
                        <a:rPr lang="en-US" sz="1100" b="1" dirty="0">
                          <a:solidFill>
                            <a:srgbClr val="9399AC"/>
                          </a:solidFill>
                          <a:latin typeface="Malgun Gothic" pitchFamily="34" charset="0"/>
                          <a:ea typeface="Malgun Gothic" pitchFamily="34" charset="-122"/>
                          <a:cs typeface="Malgun Gothic" pitchFamily="34" charset="-120"/>
                        </a:rPr>
                        <a:t>애니메이션</a:t>
                      </a:r>
                      <a:endParaRPr lang="en-US" sz="1100" dirty="0">
                        <a:latin typeface="Malgun Gothic" charset="0"/>
                        <a:ea typeface="Malgun Gothic" charset="0"/>
                        <a:cs typeface="Malgun Gothic" charset="0"/>
                      </a:endParaRPr>
                    </a:p>
                  </a:txBody>
                  <a:tcPr marL="109728" marR="109728" marT="0" marB="0" anchor="ctr">
                    <a:lnL w="0" cap="flat" cmpd="sng" algn="ctr">
                      <a:noFill/>
                    </a:lnL>
                    <a:lnR w="0" cap="flat" cmpd="sng" algn="ctr">
                      <a:noFill/>
                    </a:lnR>
                    <a:lnT w="0" cap="flat" cmpd="sng" algn="ctr">
                      <a:noFill/>
                    </a:lnT>
                    <a:lnB w="9525" cap="flat" cmpd="sng" algn="ctr">
                      <a:solidFill>
                        <a:srgbClr val="E2E5EC"/>
                      </a:solidFill>
                      <a:prstDash val="solid"/>
                      <a:round/>
                      <a:headEnd type="none" w="med" len="med"/>
                      <a:tailEnd type="none" w="med" len="med"/>
                    </a:lnB>
                  </a:tcPr>
                </a:tc>
                <a:tc>
                  <a:txBody>
                    <a:bodyPr/>
                    <a:lstStyle/>
                    <a:p>
                      <a:pPr algn="ctr" indent="0" marL="0">
                        <a:buNone/>
                      </a:pPr>
                      <a:r>
                        <a:rPr lang="en-US" sz="1100" b="1" dirty="0">
                          <a:solidFill>
                            <a:srgbClr val="9399AC"/>
                          </a:solidFill>
                          <a:latin typeface="Malgun Gothic" pitchFamily="34" charset="0"/>
                          <a:ea typeface="Malgun Gothic" pitchFamily="34" charset="-122"/>
                          <a:cs typeface="Malgun Gothic" pitchFamily="34" charset="-120"/>
                        </a:rPr>
                        <a:t>이야기</a:t>
                      </a:r>
                      <a:endParaRPr lang="en-US" sz="1100" dirty="0">
                        <a:latin typeface="Malgun Gothic" charset="0"/>
                        <a:ea typeface="Malgun Gothic" charset="0"/>
                        <a:cs typeface="Malgun Gothic" charset="0"/>
                      </a:endParaRPr>
                    </a:p>
                  </a:txBody>
                  <a:tcPr marL="109728" marR="109728" marT="0" marB="0" anchor="ctr">
                    <a:lnL w="0" cap="flat" cmpd="sng" algn="ctr">
                      <a:noFill/>
                    </a:lnL>
                    <a:lnR w="0" cap="flat" cmpd="sng" algn="ctr">
                      <a:noFill/>
                    </a:lnR>
                    <a:lnT w="0" cap="flat" cmpd="sng" algn="ctr">
                      <a:noFill/>
                    </a:lnT>
                    <a:lnB w="9525" cap="flat" cmpd="sng" algn="ctr">
                      <a:solidFill>
                        <a:srgbClr val="E2E5EC"/>
                      </a:solidFill>
                      <a:prstDash val="solid"/>
                      <a:round/>
                      <a:headEnd type="none" w="med" len="med"/>
                      <a:tailEnd type="none" w="med" len="med"/>
                    </a:lnB>
                  </a:tcPr>
                </a:tc>
                <a:tc>
                  <a:txBody>
                    <a:bodyPr/>
                    <a:lstStyle/>
                    <a:p>
                      <a:pPr algn="ctr" indent="0" marL="0">
                        <a:buNone/>
                      </a:pPr>
                      <a:r>
                        <a:rPr lang="en-US" sz="1100" b="1" dirty="0">
                          <a:solidFill>
                            <a:srgbClr val="9399AC"/>
                          </a:solidFill>
                          <a:latin typeface="Malgun Gothic" pitchFamily="34" charset="0"/>
                          <a:ea typeface="Malgun Gothic" pitchFamily="34" charset="-122"/>
                          <a:cs typeface="Malgun Gothic" pitchFamily="34" charset="-120"/>
                        </a:rPr>
                        <a:t>아이의 선택</a:t>
                      </a:r>
                      <a:endParaRPr lang="en-US" sz="1100" dirty="0">
                        <a:latin typeface="Malgun Gothic" charset="0"/>
                        <a:ea typeface="Malgun Gothic" charset="0"/>
                        <a:cs typeface="Malgun Gothic" charset="0"/>
                      </a:endParaRPr>
                    </a:p>
                  </a:txBody>
                  <a:tcPr marL="109728" marR="109728" marT="0" marB="0" anchor="ctr">
                    <a:lnL w="0" cap="flat" cmpd="sng" algn="ctr">
                      <a:noFill/>
                    </a:lnL>
                    <a:lnR w="0" cap="flat" cmpd="sng" algn="ctr">
                      <a:noFill/>
                    </a:lnR>
                    <a:lnT w="0" cap="flat" cmpd="sng" algn="ctr">
                      <a:noFill/>
                    </a:lnT>
                    <a:lnB w="9525" cap="flat" cmpd="sng" algn="ctr">
                      <a:solidFill>
                        <a:srgbClr val="E2E5EC"/>
                      </a:solidFill>
                      <a:prstDash val="solid"/>
                      <a:round/>
                      <a:headEnd type="none" w="med" len="med"/>
                      <a:tailEnd type="none" w="med" len="med"/>
                    </a:lnB>
                  </a:tcPr>
                </a:tc>
                <a:tc>
                  <a:txBody>
                    <a:bodyPr/>
                    <a:lstStyle/>
                    <a:p>
                      <a:pPr algn="ctr" indent="0" marL="0">
                        <a:buNone/>
                      </a:pPr>
                      <a:r>
                        <a:rPr lang="en-US" sz="1100" b="1" dirty="0">
                          <a:solidFill>
                            <a:srgbClr val="9399AC"/>
                          </a:solidFill>
                          <a:latin typeface="Malgun Gothic" pitchFamily="34" charset="0"/>
                          <a:ea typeface="Malgun Gothic" pitchFamily="34" charset="-122"/>
                          <a:cs typeface="Malgun Gothic" pitchFamily="34" charset="-120"/>
                        </a:rPr>
                        <a:t>관절 직접 보정</a:t>
                      </a:r>
                      <a:endParaRPr lang="en-US" sz="1100" dirty="0">
                        <a:latin typeface="Malgun Gothic" charset="0"/>
                        <a:ea typeface="Malgun Gothic" charset="0"/>
                        <a:cs typeface="Malgun Gothic" charset="0"/>
                      </a:endParaRPr>
                    </a:p>
                  </a:txBody>
                  <a:tcPr marL="109728" marR="109728" marT="0" marB="0" anchor="ctr">
                    <a:lnL w="0" cap="flat" cmpd="sng" algn="ctr">
                      <a:noFill/>
                    </a:lnL>
                    <a:lnR w="0" cap="flat" cmpd="sng" algn="ctr">
                      <a:noFill/>
                    </a:lnR>
                    <a:lnT w="0" cap="flat" cmpd="sng" algn="ctr">
                      <a:noFill/>
                    </a:lnT>
                    <a:lnB w="9525" cap="flat" cmpd="sng" algn="ctr">
                      <a:solidFill>
                        <a:srgbClr val="E2E5EC"/>
                      </a:solidFill>
                      <a:prstDash val="solid"/>
                      <a:round/>
                      <a:headEnd type="none" w="med" len="med"/>
                      <a:tailEnd type="none" w="med" len="med"/>
                    </a:lnB>
                  </a:tcPr>
                </a:tc>
              </a:tr>
              <a:tr h="548640">
                <a:tc>
                  <a:txBody>
                    <a:bodyPr/>
                    <a:lstStyle/>
                    <a:p>
                      <a:pPr indent="0" marL="0">
                        <a:buNone/>
                      </a:pPr>
                      <a:r>
                        <a:rPr lang="en-US" sz="1400" b="1" dirty="0">
                          <a:solidFill>
                            <a:srgbClr val="262B40"/>
                          </a:solidFill>
                          <a:latin typeface="Malgun Gothic" pitchFamily="34" charset="0"/>
                          <a:ea typeface="Malgun Gothic" pitchFamily="34" charset="-122"/>
                          <a:cs typeface="Malgun Gothic" pitchFamily="34" charset="-120"/>
                        </a:rPr>
                        <a:t>Meta Animated Drawings 데모</a:t>
                      </a:r>
                      <a:endParaRPr lang="en-US" sz="1400" dirty="0">
                        <a:latin typeface="Malgun Gothic" charset="0"/>
                        <a:ea typeface="Malgun Gothic" charset="0"/>
                        <a:cs typeface="Malgun Gothic" charset="0"/>
                      </a:endParaRPr>
                    </a:p>
                  </a:txBody>
                  <a:tcPr marL="109728" marR="109728" marT="0" marB="0" anchor="ctr">
                    <a:lnL w="0" cap="flat" cmpd="sng" algn="ctr">
                      <a:noFill/>
                    </a:lnL>
                    <a:lnR w="0" cap="flat" cmpd="sng" algn="ctr">
                      <a:noFill/>
                    </a:lnR>
                    <a:lnT w="0" cap="flat" cmpd="sng" algn="ctr">
                      <a:noFill/>
                    </a:lnT>
                    <a:lnB w="9525" cap="flat" cmpd="sng" algn="ctr">
                      <a:solidFill>
                        <a:srgbClr val="E2E5EC"/>
                      </a:solidFill>
                      <a:prstDash val="solid"/>
                      <a:round/>
                      <a:headEnd type="none" w="med" len="med"/>
                      <a:tailEnd type="none" w="med" len="med"/>
                    </a:lnB>
                  </a:tcPr>
                </a:tc>
                <a:tc>
                  <a:txBody>
                    <a:bodyPr/>
                    <a:lstStyle/>
                    <a:p>
                      <a:pPr algn="ctr" indent="0" marL="0">
                        <a:buNone/>
                      </a:pPr>
                      <a:r>
                        <a:rPr lang="en-US" sz="1400" dirty="0">
                          <a:solidFill>
                            <a:srgbClr val="262B40"/>
                          </a:solidFill>
                          <a:latin typeface="Malgun Gothic" pitchFamily="34" charset="0"/>
                          <a:ea typeface="Malgun Gothic" pitchFamily="34" charset="-122"/>
                          <a:cs typeface="Malgun Gothic" pitchFamily="34" charset="-120"/>
                        </a:rPr>
                        <a:t>●</a:t>
                      </a:r>
                      <a:endParaRPr lang="en-US" sz="1400" dirty="0">
                        <a:latin typeface="Malgun Gothic" charset="0"/>
                        <a:ea typeface="Malgun Gothic" charset="0"/>
                        <a:cs typeface="Malgun Gothic" charset="0"/>
                      </a:endParaRPr>
                    </a:p>
                  </a:txBody>
                  <a:tcPr marL="109728" marR="109728" marT="0" marB="0" anchor="ctr">
                    <a:lnL w="0" cap="flat" cmpd="sng" algn="ctr">
                      <a:noFill/>
                    </a:lnL>
                    <a:lnR w="0" cap="flat" cmpd="sng" algn="ctr">
                      <a:noFill/>
                    </a:lnR>
                    <a:lnT w="0" cap="flat" cmpd="sng" algn="ctr">
                      <a:noFill/>
                    </a:lnT>
                    <a:lnB w="9525" cap="flat" cmpd="sng" algn="ctr">
                      <a:solidFill>
                        <a:srgbClr val="E2E5EC"/>
                      </a:solidFill>
                      <a:prstDash val="solid"/>
                      <a:round/>
                      <a:headEnd type="none" w="med" len="med"/>
                      <a:tailEnd type="none" w="med" len="med"/>
                    </a:lnB>
                  </a:tcPr>
                </a:tc>
                <a:tc>
                  <a:txBody>
                    <a:bodyPr/>
                    <a:lstStyle/>
                    <a:p>
                      <a:pPr algn="ctr" indent="0" marL="0">
                        <a:buNone/>
                      </a:pPr>
                      <a:r>
                        <a:rPr lang="en-US" sz="1400" dirty="0">
                          <a:solidFill>
                            <a:srgbClr val="262B40"/>
                          </a:solidFill>
                          <a:latin typeface="Malgun Gothic" pitchFamily="34" charset="0"/>
                          <a:ea typeface="Malgun Gothic" pitchFamily="34" charset="-122"/>
                          <a:cs typeface="Malgun Gothic" pitchFamily="34" charset="-120"/>
                        </a:rPr>
                        <a:t>●</a:t>
                      </a:r>
                      <a:endParaRPr lang="en-US" sz="1400" dirty="0">
                        <a:latin typeface="Malgun Gothic" charset="0"/>
                        <a:ea typeface="Malgun Gothic" charset="0"/>
                        <a:cs typeface="Malgun Gothic" charset="0"/>
                      </a:endParaRPr>
                    </a:p>
                  </a:txBody>
                  <a:tcPr marL="109728" marR="109728" marT="0" marB="0" anchor="ctr">
                    <a:lnL w="0" cap="flat" cmpd="sng" algn="ctr">
                      <a:noFill/>
                    </a:lnL>
                    <a:lnR w="0" cap="flat" cmpd="sng" algn="ctr">
                      <a:noFill/>
                    </a:lnR>
                    <a:lnT w="0" cap="flat" cmpd="sng" algn="ctr">
                      <a:noFill/>
                    </a:lnT>
                    <a:lnB w="9525" cap="flat" cmpd="sng" algn="ctr">
                      <a:solidFill>
                        <a:srgbClr val="E2E5EC"/>
                      </a:solidFill>
                      <a:prstDash val="solid"/>
                      <a:round/>
                      <a:headEnd type="none" w="med" len="med"/>
                      <a:tailEnd type="none" w="med" len="med"/>
                    </a:lnB>
                  </a:tcPr>
                </a:tc>
                <a:tc>
                  <a:txBody>
                    <a:bodyPr/>
                    <a:lstStyle/>
                    <a:p>
                      <a:pPr algn="ctr" indent="0" marL="0">
                        <a:buNone/>
                      </a:pPr>
                      <a:r>
                        <a:rPr lang="en-US" sz="1400" dirty="0">
                          <a:solidFill>
                            <a:srgbClr val="9399AC"/>
                          </a:solidFill>
                          <a:latin typeface="Malgun Gothic" pitchFamily="34" charset="0"/>
                          <a:ea typeface="Malgun Gothic" pitchFamily="34" charset="-122"/>
                          <a:cs typeface="Malgun Gothic" pitchFamily="34" charset="-120"/>
                        </a:rPr>
                        <a:t>–</a:t>
                      </a:r>
                      <a:endParaRPr lang="en-US" sz="1400" dirty="0">
                        <a:latin typeface="Malgun Gothic" charset="0"/>
                        <a:ea typeface="Malgun Gothic" charset="0"/>
                        <a:cs typeface="Malgun Gothic" charset="0"/>
                      </a:endParaRPr>
                    </a:p>
                  </a:txBody>
                  <a:tcPr marL="109728" marR="109728" marT="0" marB="0" anchor="ctr">
                    <a:lnL w="0" cap="flat" cmpd="sng" algn="ctr">
                      <a:noFill/>
                    </a:lnL>
                    <a:lnR w="0" cap="flat" cmpd="sng" algn="ctr">
                      <a:noFill/>
                    </a:lnR>
                    <a:lnT w="0" cap="flat" cmpd="sng" algn="ctr">
                      <a:noFill/>
                    </a:lnT>
                    <a:lnB w="9525" cap="flat" cmpd="sng" algn="ctr">
                      <a:solidFill>
                        <a:srgbClr val="E2E5EC"/>
                      </a:solidFill>
                      <a:prstDash val="solid"/>
                      <a:round/>
                      <a:headEnd type="none" w="med" len="med"/>
                      <a:tailEnd type="none" w="med" len="med"/>
                    </a:lnB>
                  </a:tcPr>
                </a:tc>
                <a:tc>
                  <a:txBody>
                    <a:bodyPr/>
                    <a:lstStyle/>
                    <a:p>
                      <a:pPr algn="ctr" indent="0" marL="0">
                        <a:buNone/>
                      </a:pPr>
                      <a:r>
                        <a:rPr lang="en-US" sz="1400" dirty="0">
                          <a:solidFill>
                            <a:srgbClr val="9399AC"/>
                          </a:solidFill>
                          <a:latin typeface="Malgun Gothic" pitchFamily="34" charset="0"/>
                          <a:ea typeface="Malgun Gothic" pitchFamily="34" charset="-122"/>
                          <a:cs typeface="Malgun Gothic" pitchFamily="34" charset="-120"/>
                        </a:rPr>
                        <a:t>–</a:t>
                      </a:r>
                      <a:endParaRPr lang="en-US" sz="1400" dirty="0">
                        <a:latin typeface="Malgun Gothic" charset="0"/>
                        <a:ea typeface="Malgun Gothic" charset="0"/>
                        <a:cs typeface="Malgun Gothic" charset="0"/>
                      </a:endParaRPr>
                    </a:p>
                  </a:txBody>
                  <a:tcPr marL="109728" marR="109728" marT="0" marB="0" anchor="ctr">
                    <a:lnL w="0" cap="flat" cmpd="sng" algn="ctr">
                      <a:noFill/>
                    </a:lnL>
                    <a:lnR w="0" cap="flat" cmpd="sng" algn="ctr">
                      <a:noFill/>
                    </a:lnR>
                    <a:lnT w="0" cap="flat" cmpd="sng" algn="ctr">
                      <a:noFill/>
                    </a:lnT>
                    <a:lnB w="9525" cap="flat" cmpd="sng" algn="ctr">
                      <a:solidFill>
                        <a:srgbClr val="E2E5EC"/>
                      </a:solidFill>
                      <a:prstDash val="solid"/>
                      <a:round/>
                      <a:headEnd type="none" w="med" len="med"/>
                      <a:tailEnd type="none" w="med" len="med"/>
                    </a:lnB>
                  </a:tcPr>
                </a:tc>
                <a:tc>
                  <a:txBody>
                    <a:bodyPr/>
                    <a:lstStyle/>
                    <a:p>
                      <a:pPr algn="ctr" indent="0" marL="0">
                        <a:buNone/>
                      </a:pPr>
                      <a:r>
                        <a:rPr lang="en-US" sz="1400" dirty="0">
                          <a:solidFill>
                            <a:srgbClr val="262B40"/>
                          </a:solidFill>
                          <a:latin typeface="Malgun Gothic" pitchFamily="34" charset="0"/>
                          <a:ea typeface="Malgun Gothic" pitchFamily="34" charset="-122"/>
                          <a:cs typeface="Malgun Gothic" pitchFamily="34" charset="-120"/>
                        </a:rPr>
                        <a:t>●</a:t>
                      </a:r>
                      <a:endParaRPr lang="en-US" sz="1400" dirty="0">
                        <a:latin typeface="Malgun Gothic" charset="0"/>
                        <a:ea typeface="Malgun Gothic" charset="0"/>
                        <a:cs typeface="Malgun Gothic" charset="0"/>
                      </a:endParaRPr>
                    </a:p>
                  </a:txBody>
                  <a:tcPr marL="109728" marR="109728" marT="0" marB="0" anchor="ctr">
                    <a:lnL w="0" cap="flat" cmpd="sng" algn="ctr">
                      <a:noFill/>
                    </a:lnL>
                    <a:lnR w="0" cap="flat" cmpd="sng" algn="ctr">
                      <a:noFill/>
                    </a:lnR>
                    <a:lnT w="0" cap="flat" cmpd="sng" algn="ctr">
                      <a:noFill/>
                    </a:lnT>
                    <a:lnB w="9525" cap="flat" cmpd="sng" algn="ctr">
                      <a:solidFill>
                        <a:srgbClr val="E2E5EC"/>
                      </a:solidFill>
                      <a:prstDash val="solid"/>
                      <a:round/>
                      <a:headEnd type="none" w="med" len="med"/>
                      <a:tailEnd type="none" w="med" len="med"/>
                    </a:lnB>
                  </a:tcPr>
                </a:tc>
              </a:tr>
              <a:tr h="548640">
                <a:tc>
                  <a:txBody>
                    <a:bodyPr/>
                    <a:lstStyle/>
                    <a:p>
                      <a:pPr indent="0" marL="0">
                        <a:buNone/>
                      </a:pPr>
                      <a:r>
                        <a:rPr lang="en-US" sz="1400" b="1" dirty="0">
                          <a:solidFill>
                            <a:srgbClr val="262B40"/>
                          </a:solidFill>
                          <a:latin typeface="Malgun Gothic" pitchFamily="34" charset="0"/>
                          <a:ea typeface="Malgun Gothic" pitchFamily="34" charset="-122"/>
                          <a:cs typeface="Malgun Gothic" pitchFamily="34" charset="-120"/>
                        </a:rPr>
                        <a:t>Drawings Alive</a:t>
                      </a:r>
                      <a:endParaRPr lang="en-US" sz="1400" dirty="0">
                        <a:latin typeface="Malgun Gothic" charset="0"/>
                        <a:ea typeface="Malgun Gothic" charset="0"/>
                        <a:cs typeface="Malgun Gothic" charset="0"/>
                      </a:endParaRPr>
                    </a:p>
                  </a:txBody>
                  <a:tcPr marL="109728" marR="109728" marT="0" marB="0" anchor="ctr">
                    <a:lnL w="0" cap="flat" cmpd="sng" algn="ctr">
                      <a:noFill/>
                    </a:lnL>
                    <a:lnR w="0" cap="flat" cmpd="sng" algn="ctr">
                      <a:noFill/>
                    </a:lnR>
                    <a:lnT w="0" cap="flat" cmpd="sng" algn="ctr">
                      <a:noFill/>
                    </a:lnT>
                    <a:lnB w="9525" cap="flat" cmpd="sng" algn="ctr">
                      <a:solidFill>
                        <a:srgbClr val="E2E5EC"/>
                      </a:solidFill>
                      <a:prstDash val="solid"/>
                      <a:round/>
                      <a:headEnd type="none" w="med" len="med"/>
                      <a:tailEnd type="none" w="med" len="med"/>
                    </a:lnB>
                  </a:tcPr>
                </a:tc>
                <a:tc>
                  <a:txBody>
                    <a:bodyPr/>
                    <a:lstStyle/>
                    <a:p>
                      <a:pPr algn="ctr" indent="0" marL="0">
                        <a:buNone/>
                      </a:pPr>
                      <a:r>
                        <a:rPr lang="en-US" sz="1400" dirty="0">
                          <a:solidFill>
                            <a:srgbClr val="262B40"/>
                          </a:solidFill>
                          <a:latin typeface="Malgun Gothic" pitchFamily="34" charset="0"/>
                          <a:ea typeface="Malgun Gothic" pitchFamily="34" charset="-122"/>
                          <a:cs typeface="Malgun Gothic" pitchFamily="34" charset="-120"/>
                        </a:rPr>
                        <a:t>●</a:t>
                      </a:r>
                      <a:endParaRPr lang="en-US" sz="1400" dirty="0">
                        <a:latin typeface="Malgun Gothic" charset="0"/>
                        <a:ea typeface="Malgun Gothic" charset="0"/>
                        <a:cs typeface="Malgun Gothic" charset="0"/>
                      </a:endParaRPr>
                    </a:p>
                  </a:txBody>
                  <a:tcPr marL="109728" marR="109728" marT="0" marB="0" anchor="ctr">
                    <a:lnL w="0" cap="flat" cmpd="sng" algn="ctr">
                      <a:noFill/>
                    </a:lnL>
                    <a:lnR w="0" cap="flat" cmpd="sng" algn="ctr">
                      <a:noFill/>
                    </a:lnR>
                    <a:lnT w="0" cap="flat" cmpd="sng" algn="ctr">
                      <a:noFill/>
                    </a:lnT>
                    <a:lnB w="9525" cap="flat" cmpd="sng" algn="ctr">
                      <a:solidFill>
                        <a:srgbClr val="E2E5EC"/>
                      </a:solidFill>
                      <a:prstDash val="solid"/>
                      <a:round/>
                      <a:headEnd type="none" w="med" len="med"/>
                      <a:tailEnd type="none" w="med" len="med"/>
                    </a:lnB>
                  </a:tcPr>
                </a:tc>
                <a:tc>
                  <a:txBody>
                    <a:bodyPr/>
                    <a:lstStyle/>
                    <a:p>
                      <a:pPr algn="ctr" indent="0" marL="0">
                        <a:buNone/>
                      </a:pPr>
                      <a:r>
                        <a:rPr lang="en-US" sz="1400" dirty="0">
                          <a:solidFill>
                            <a:srgbClr val="262B40"/>
                          </a:solidFill>
                          <a:latin typeface="Malgun Gothic" pitchFamily="34" charset="0"/>
                          <a:ea typeface="Malgun Gothic" pitchFamily="34" charset="-122"/>
                          <a:cs typeface="Malgun Gothic" pitchFamily="34" charset="-120"/>
                        </a:rPr>
                        <a:t>●</a:t>
                      </a:r>
                      <a:endParaRPr lang="en-US" sz="1400" dirty="0">
                        <a:latin typeface="Malgun Gothic" charset="0"/>
                        <a:ea typeface="Malgun Gothic" charset="0"/>
                        <a:cs typeface="Malgun Gothic" charset="0"/>
                      </a:endParaRPr>
                    </a:p>
                  </a:txBody>
                  <a:tcPr marL="109728" marR="109728" marT="0" marB="0" anchor="ctr">
                    <a:lnL w="0" cap="flat" cmpd="sng" algn="ctr">
                      <a:noFill/>
                    </a:lnL>
                    <a:lnR w="0" cap="flat" cmpd="sng" algn="ctr">
                      <a:noFill/>
                    </a:lnR>
                    <a:lnT w="0" cap="flat" cmpd="sng" algn="ctr">
                      <a:noFill/>
                    </a:lnT>
                    <a:lnB w="9525" cap="flat" cmpd="sng" algn="ctr">
                      <a:solidFill>
                        <a:srgbClr val="E2E5EC"/>
                      </a:solidFill>
                      <a:prstDash val="solid"/>
                      <a:round/>
                      <a:headEnd type="none" w="med" len="med"/>
                      <a:tailEnd type="none" w="med" len="med"/>
                    </a:lnB>
                  </a:tcPr>
                </a:tc>
                <a:tc>
                  <a:txBody>
                    <a:bodyPr/>
                    <a:lstStyle/>
                    <a:p>
                      <a:pPr algn="ctr" indent="0" marL="0">
                        <a:buNone/>
                      </a:pPr>
                      <a:r>
                        <a:rPr lang="en-US" sz="1400" dirty="0">
                          <a:solidFill>
                            <a:srgbClr val="9399AC"/>
                          </a:solidFill>
                          <a:latin typeface="Malgun Gothic" pitchFamily="34" charset="0"/>
                          <a:ea typeface="Malgun Gothic" pitchFamily="34" charset="-122"/>
                          <a:cs typeface="Malgun Gothic" pitchFamily="34" charset="-120"/>
                        </a:rPr>
                        <a:t>–</a:t>
                      </a:r>
                      <a:endParaRPr lang="en-US" sz="1400" dirty="0">
                        <a:latin typeface="Malgun Gothic" charset="0"/>
                        <a:ea typeface="Malgun Gothic" charset="0"/>
                        <a:cs typeface="Malgun Gothic" charset="0"/>
                      </a:endParaRPr>
                    </a:p>
                  </a:txBody>
                  <a:tcPr marL="109728" marR="109728" marT="0" marB="0" anchor="ctr">
                    <a:lnL w="0" cap="flat" cmpd="sng" algn="ctr">
                      <a:noFill/>
                    </a:lnL>
                    <a:lnR w="0" cap="flat" cmpd="sng" algn="ctr">
                      <a:noFill/>
                    </a:lnR>
                    <a:lnT w="0" cap="flat" cmpd="sng" algn="ctr">
                      <a:noFill/>
                    </a:lnT>
                    <a:lnB w="9525" cap="flat" cmpd="sng" algn="ctr">
                      <a:solidFill>
                        <a:srgbClr val="E2E5EC"/>
                      </a:solidFill>
                      <a:prstDash val="solid"/>
                      <a:round/>
                      <a:headEnd type="none" w="med" len="med"/>
                      <a:tailEnd type="none" w="med" len="med"/>
                    </a:lnB>
                  </a:tcPr>
                </a:tc>
                <a:tc>
                  <a:txBody>
                    <a:bodyPr/>
                    <a:lstStyle/>
                    <a:p>
                      <a:pPr algn="ctr" indent="0" marL="0">
                        <a:buNone/>
                      </a:pPr>
                      <a:r>
                        <a:rPr lang="en-US" sz="1400" dirty="0">
                          <a:solidFill>
                            <a:srgbClr val="9399AC"/>
                          </a:solidFill>
                          <a:latin typeface="Malgun Gothic" pitchFamily="34" charset="0"/>
                          <a:ea typeface="Malgun Gothic" pitchFamily="34" charset="-122"/>
                          <a:cs typeface="Malgun Gothic" pitchFamily="34" charset="-120"/>
                        </a:rPr>
                        <a:t>–</a:t>
                      </a:r>
                      <a:endParaRPr lang="en-US" sz="1400" dirty="0">
                        <a:latin typeface="Malgun Gothic" charset="0"/>
                        <a:ea typeface="Malgun Gothic" charset="0"/>
                        <a:cs typeface="Malgun Gothic" charset="0"/>
                      </a:endParaRPr>
                    </a:p>
                  </a:txBody>
                  <a:tcPr marL="109728" marR="109728" marT="0" marB="0" anchor="ctr">
                    <a:lnL w="0" cap="flat" cmpd="sng" algn="ctr">
                      <a:noFill/>
                    </a:lnL>
                    <a:lnR w="0" cap="flat" cmpd="sng" algn="ctr">
                      <a:noFill/>
                    </a:lnR>
                    <a:lnT w="0" cap="flat" cmpd="sng" algn="ctr">
                      <a:noFill/>
                    </a:lnT>
                    <a:lnB w="9525" cap="flat" cmpd="sng" algn="ctr">
                      <a:solidFill>
                        <a:srgbClr val="E2E5EC"/>
                      </a:solidFill>
                      <a:prstDash val="solid"/>
                      <a:round/>
                      <a:headEnd type="none" w="med" len="med"/>
                      <a:tailEnd type="none" w="med" len="med"/>
                    </a:lnB>
                  </a:tcPr>
                </a:tc>
                <a:tc>
                  <a:txBody>
                    <a:bodyPr/>
                    <a:lstStyle/>
                    <a:p>
                      <a:pPr algn="ctr" indent="0" marL="0">
                        <a:buNone/>
                      </a:pPr>
                      <a:r>
                        <a:rPr lang="en-US" sz="1400" dirty="0">
                          <a:solidFill>
                            <a:srgbClr val="9399AC"/>
                          </a:solidFill>
                          <a:latin typeface="Malgun Gothic" pitchFamily="34" charset="0"/>
                          <a:ea typeface="Malgun Gothic" pitchFamily="34" charset="-122"/>
                          <a:cs typeface="Malgun Gothic" pitchFamily="34" charset="-120"/>
                        </a:rPr>
                        <a:t>–</a:t>
                      </a:r>
                      <a:endParaRPr lang="en-US" sz="1400" dirty="0">
                        <a:latin typeface="Malgun Gothic" charset="0"/>
                        <a:ea typeface="Malgun Gothic" charset="0"/>
                        <a:cs typeface="Malgun Gothic" charset="0"/>
                      </a:endParaRPr>
                    </a:p>
                  </a:txBody>
                  <a:tcPr marL="109728" marR="109728" marT="0" marB="0" anchor="ctr">
                    <a:lnL w="0" cap="flat" cmpd="sng" algn="ctr">
                      <a:noFill/>
                    </a:lnL>
                    <a:lnR w="0" cap="flat" cmpd="sng" algn="ctr">
                      <a:noFill/>
                    </a:lnR>
                    <a:lnT w="0" cap="flat" cmpd="sng" algn="ctr">
                      <a:noFill/>
                    </a:lnT>
                    <a:lnB w="9525" cap="flat" cmpd="sng" algn="ctr">
                      <a:solidFill>
                        <a:srgbClr val="E2E5EC"/>
                      </a:solidFill>
                      <a:prstDash val="solid"/>
                      <a:round/>
                      <a:headEnd type="none" w="med" len="med"/>
                      <a:tailEnd type="none" w="med" len="med"/>
                    </a:lnB>
                  </a:tcPr>
                </a:tc>
              </a:tr>
              <a:tr h="548640">
                <a:tc>
                  <a:txBody>
                    <a:bodyPr/>
                    <a:lstStyle/>
                    <a:p>
                      <a:pPr indent="0" marL="0">
                        <a:buNone/>
                      </a:pPr>
                      <a:r>
                        <a:rPr lang="en-US" sz="1400" b="1" dirty="0">
                          <a:solidFill>
                            <a:srgbClr val="262B40"/>
                          </a:solidFill>
                          <a:latin typeface="Malgun Gothic" pitchFamily="34" charset="0"/>
                          <a:ea typeface="Malgun Gothic" pitchFamily="34" charset="-122"/>
                          <a:cs typeface="Malgun Gothic" pitchFamily="34" charset="-120"/>
                        </a:rPr>
                        <a:t>Drawalive</a:t>
                      </a:r>
                      <a:endParaRPr lang="en-US" sz="1400" dirty="0">
                        <a:latin typeface="Malgun Gothic" charset="0"/>
                        <a:ea typeface="Malgun Gothic" charset="0"/>
                        <a:cs typeface="Malgun Gothic" charset="0"/>
                      </a:endParaRPr>
                    </a:p>
                  </a:txBody>
                  <a:tcPr marL="109728" marR="109728" marT="0" marB="0" anchor="ctr">
                    <a:lnL w="0" cap="flat" cmpd="sng" algn="ctr">
                      <a:noFill/>
                    </a:lnL>
                    <a:lnR w="0" cap="flat" cmpd="sng" algn="ctr">
                      <a:noFill/>
                    </a:lnR>
                    <a:lnT w="0" cap="flat" cmpd="sng" algn="ctr">
                      <a:noFill/>
                    </a:lnT>
                    <a:lnB w="9525" cap="flat" cmpd="sng" algn="ctr">
                      <a:solidFill>
                        <a:srgbClr val="E2E5EC"/>
                      </a:solidFill>
                      <a:prstDash val="solid"/>
                      <a:round/>
                      <a:headEnd type="none" w="med" len="med"/>
                      <a:tailEnd type="none" w="med" len="med"/>
                    </a:lnB>
                  </a:tcPr>
                </a:tc>
                <a:tc>
                  <a:txBody>
                    <a:bodyPr/>
                    <a:lstStyle/>
                    <a:p>
                      <a:pPr algn="ctr" indent="0" marL="0">
                        <a:buNone/>
                      </a:pPr>
                      <a:r>
                        <a:rPr lang="en-US" sz="1400" dirty="0">
                          <a:solidFill>
                            <a:srgbClr val="262B40"/>
                          </a:solidFill>
                          <a:latin typeface="Malgun Gothic" pitchFamily="34" charset="0"/>
                          <a:ea typeface="Malgun Gothic" pitchFamily="34" charset="-122"/>
                          <a:cs typeface="Malgun Gothic" pitchFamily="34" charset="-120"/>
                        </a:rPr>
                        <a:t>●</a:t>
                      </a:r>
                      <a:endParaRPr lang="en-US" sz="1400" dirty="0">
                        <a:latin typeface="Malgun Gothic" charset="0"/>
                        <a:ea typeface="Malgun Gothic" charset="0"/>
                        <a:cs typeface="Malgun Gothic" charset="0"/>
                      </a:endParaRPr>
                    </a:p>
                  </a:txBody>
                  <a:tcPr marL="109728" marR="109728" marT="0" marB="0" anchor="ctr">
                    <a:lnL w="0" cap="flat" cmpd="sng" algn="ctr">
                      <a:noFill/>
                    </a:lnL>
                    <a:lnR w="0" cap="flat" cmpd="sng" algn="ctr">
                      <a:noFill/>
                    </a:lnR>
                    <a:lnT w="0" cap="flat" cmpd="sng" algn="ctr">
                      <a:noFill/>
                    </a:lnT>
                    <a:lnB w="9525" cap="flat" cmpd="sng" algn="ctr">
                      <a:solidFill>
                        <a:srgbClr val="E2E5EC"/>
                      </a:solidFill>
                      <a:prstDash val="solid"/>
                      <a:round/>
                      <a:headEnd type="none" w="med" len="med"/>
                      <a:tailEnd type="none" w="med" len="med"/>
                    </a:lnB>
                  </a:tcPr>
                </a:tc>
                <a:tc>
                  <a:txBody>
                    <a:bodyPr/>
                    <a:lstStyle/>
                    <a:p>
                      <a:pPr algn="ctr" indent="0" marL="0">
                        <a:buNone/>
                      </a:pPr>
                      <a:r>
                        <a:rPr lang="en-US" sz="1400" dirty="0">
                          <a:solidFill>
                            <a:srgbClr val="262B40"/>
                          </a:solidFill>
                          <a:latin typeface="Malgun Gothic" pitchFamily="34" charset="0"/>
                          <a:ea typeface="Malgun Gothic" pitchFamily="34" charset="-122"/>
                          <a:cs typeface="Malgun Gothic" pitchFamily="34" charset="-120"/>
                        </a:rPr>
                        <a:t>●</a:t>
                      </a:r>
                      <a:endParaRPr lang="en-US" sz="1400" dirty="0">
                        <a:latin typeface="Malgun Gothic" charset="0"/>
                        <a:ea typeface="Malgun Gothic" charset="0"/>
                        <a:cs typeface="Malgun Gothic" charset="0"/>
                      </a:endParaRPr>
                    </a:p>
                  </a:txBody>
                  <a:tcPr marL="109728" marR="109728" marT="0" marB="0" anchor="ctr">
                    <a:lnL w="0" cap="flat" cmpd="sng" algn="ctr">
                      <a:noFill/>
                    </a:lnL>
                    <a:lnR w="0" cap="flat" cmpd="sng" algn="ctr">
                      <a:noFill/>
                    </a:lnR>
                    <a:lnT w="0" cap="flat" cmpd="sng" algn="ctr">
                      <a:noFill/>
                    </a:lnT>
                    <a:lnB w="9525" cap="flat" cmpd="sng" algn="ctr">
                      <a:solidFill>
                        <a:srgbClr val="E2E5EC"/>
                      </a:solidFill>
                      <a:prstDash val="solid"/>
                      <a:round/>
                      <a:headEnd type="none" w="med" len="med"/>
                      <a:tailEnd type="none" w="med" len="med"/>
                    </a:lnB>
                  </a:tcPr>
                </a:tc>
                <a:tc>
                  <a:txBody>
                    <a:bodyPr/>
                    <a:lstStyle/>
                    <a:p>
                      <a:pPr algn="ctr" indent="0" marL="0">
                        <a:buNone/>
                      </a:pPr>
                      <a:r>
                        <a:rPr lang="en-US" sz="1400" dirty="0">
                          <a:solidFill>
                            <a:srgbClr val="262B40"/>
                          </a:solidFill>
                          <a:latin typeface="Malgun Gothic" pitchFamily="34" charset="0"/>
                          <a:ea typeface="Malgun Gothic" pitchFamily="34" charset="-122"/>
                          <a:cs typeface="Malgun Gothic" pitchFamily="34" charset="-120"/>
                        </a:rPr>
                        <a:t>◐ 일부</a:t>
                      </a:r>
                      <a:endParaRPr lang="en-US" sz="1400" dirty="0">
                        <a:latin typeface="Malgun Gothic" charset="0"/>
                        <a:ea typeface="Malgun Gothic" charset="0"/>
                        <a:cs typeface="Malgun Gothic" charset="0"/>
                      </a:endParaRPr>
                    </a:p>
                  </a:txBody>
                  <a:tcPr marL="109728" marR="109728" marT="0" marB="0" anchor="ctr">
                    <a:lnL w="0" cap="flat" cmpd="sng" algn="ctr">
                      <a:noFill/>
                    </a:lnL>
                    <a:lnR w="0" cap="flat" cmpd="sng" algn="ctr">
                      <a:noFill/>
                    </a:lnR>
                    <a:lnT w="0" cap="flat" cmpd="sng" algn="ctr">
                      <a:noFill/>
                    </a:lnT>
                    <a:lnB w="9525" cap="flat" cmpd="sng" algn="ctr">
                      <a:solidFill>
                        <a:srgbClr val="E2E5EC"/>
                      </a:solidFill>
                      <a:prstDash val="solid"/>
                      <a:round/>
                      <a:headEnd type="none" w="med" len="med"/>
                      <a:tailEnd type="none" w="med" len="med"/>
                    </a:lnB>
                  </a:tcPr>
                </a:tc>
                <a:tc>
                  <a:txBody>
                    <a:bodyPr/>
                    <a:lstStyle/>
                    <a:p>
                      <a:pPr algn="ctr" indent="0" marL="0">
                        <a:buNone/>
                      </a:pPr>
                      <a:r>
                        <a:rPr lang="en-US" sz="1400" dirty="0">
                          <a:solidFill>
                            <a:srgbClr val="9399AC"/>
                          </a:solidFill>
                          <a:latin typeface="Malgun Gothic" pitchFamily="34" charset="0"/>
                          <a:ea typeface="Malgun Gothic" pitchFamily="34" charset="-122"/>
                          <a:cs typeface="Malgun Gothic" pitchFamily="34" charset="-120"/>
                        </a:rPr>
                        <a:t>–</a:t>
                      </a:r>
                      <a:endParaRPr lang="en-US" sz="1400" dirty="0">
                        <a:latin typeface="Malgun Gothic" charset="0"/>
                        <a:ea typeface="Malgun Gothic" charset="0"/>
                        <a:cs typeface="Malgun Gothic" charset="0"/>
                      </a:endParaRPr>
                    </a:p>
                  </a:txBody>
                  <a:tcPr marL="109728" marR="109728" marT="0" marB="0" anchor="ctr">
                    <a:lnL w="0" cap="flat" cmpd="sng" algn="ctr">
                      <a:noFill/>
                    </a:lnL>
                    <a:lnR w="0" cap="flat" cmpd="sng" algn="ctr">
                      <a:noFill/>
                    </a:lnR>
                    <a:lnT w="0" cap="flat" cmpd="sng" algn="ctr">
                      <a:noFill/>
                    </a:lnT>
                    <a:lnB w="9525" cap="flat" cmpd="sng" algn="ctr">
                      <a:solidFill>
                        <a:srgbClr val="E2E5EC"/>
                      </a:solidFill>
                      <a:prstDash val="solid"/>
                      <a:round/>
                      <a:headEnd type="none" w="med" len="med"/>
                      <a:tailEnd type="none" w="med" len="med"/>
                    </a:lnB>
                  </a:tcPr>
                </a:tc>
                <a:tc>
                  <a:txBody>
                    <a:bodyPr/>
                    <a:lstStyle/>
                    <a:p>
                      <a:pPr algn="ctr" indent="0" marL="0">
                        <a:buNone/>
                      </a:pPr>
                      <a:r>
                        <a:rPr lang="en-US" sz="1400" dirty="0">
                          <a:solidFill>
                            <a:srgbClr val="9399AC"/>
                          </a:solidFill>
                          <a:latin typeface="Malgun Gothic" pitchFamily="34" charset="0"/>
                          <a:ea typeface="Malgun Gothic" pitchFamily="34" charset="-122"/>
                          <a:cs typeface="Malgun Gothic" pitchFamily="34" charset="-120"/>
                        </a:rPr>
                        <a:t>–</a:t>
                      </a:r>
                      <a:endParaRPr lang="en-US" sz="1400" dirty="0">
                        <a:latin typeface="Malgun Gothic" charset="0"/>
                        <a:ea typeface="Malgun Gothic" charset="0"/>
                        <a:cs typeface="Malgun Gothic" charset="0"/>
                      </a:endParaRPr>
                    </a:p>
                  </a:txBody>
                  <a:tcPr marL="109728" marR="109728" marT="0" marB="0" anchor="ctr">
                    <a:lnL w="0" cap="flat" cmpd="sng" algn="ctr">
                      <a:noFill/>
                    </a:lnL>
                    <a:lnR w="0" cap="flat" cmpd="sng" algn="ctr">
                      <a:noFill/>
                    </a:lnR>
                    <a:lnT w="0" cap="flat" cmpd="sng" algn="ctr">
                      <a:noFill/>
                    </a:lnT>
                    <a:lnB w="9525" cap="flat" cmpd="sng" algn="ctr">
                      <a:solidFill>
                        <a:srgbClr val="E2E5EC"/>
                      </a:solidFill>
                      <a:prstDash val="solid"/>
                      <a:round/>
                      <a:headEnd type="none" w="med" len="med"/>
                      <a:tailEnd type="none" w="med" len="med"/>
                    </a:lnB>
                  </a:tcPr>
                </a:tc>
              </a:tr>
              <a:tr h="548640">
                <a:tc>
                  <a:txBody>
                    <a:bodyPr/>
                    <a:lstStyle/>
                    <a:p>
                      <a:pPr indent="0" marL="0">
                        <a:buNone/>
                      </a:pPr>
                      <a:r>
                        <a:rPr lang="en-US" sz="1400" b="1" dirty="0">
                          <a:solidFill>
                            <a:srgbClr val="262B40"/>
                          </a:solidFill>
                          <a:latin typeface="Malgun Gothic" pitchFamily="34" charset="0"/>
                          <a:ea typeface="Malgun Gothic" pitchFamily="34" charset="-122"/>
                          <a:cs typeface="Malgun Gothic" pitchFamily="34" charset="-120"/>
                        </a:rPr>
                        <a:t>Looma *</a:t>
                      </a:r>
                      <a:endParaRPr lang="en-US" sz="1400" dirty="0">
                        <a:latin typeface="Malgun Gothic" charset="0"/>
                        <a:ea typeface="Malgun Gothic" charset="0"/>
                        <a:cs typeface="Malgun Gothic" charset="0"/>
                      </a:endParaRPr>
                    </a:p>
                  </a:txBody>
                  <a:tcPr marL="109728" marR="109728" marT="0" marB="0" anchor="ctr">
                    <a:lnL w="0" cap="flat" cmpd="sng" algn="ctr">
                      <a:noFill/>
                    </a:lnL>
                    <a:lnR w="0" cap="flat" cmpd="sng" algn="ctr">
                      <a:noFill/>
                    </a:lnR>
                    <a:lnT w="0" cap="flat" cmpd="sng" algn="ctr">
                      <a:noFill/>
                    </a:lnT>
                    <a:lnB w="9525" cap="flat" cmpd="sng" algn="ctr">
                      <a:solidFill>
                        <a:srgbClr val="E2E5EC"/>
                      </a:solidFill>
                      <a:prstDash val="solid"/>
                      <a:round/>
                      <a:headEnd type="none" w="med" len="med"/>
                      <a:tailEnd type="none" w="med" len="med"/>
                    </a:lnB>
                  </a:tcPr>
                </a:tc>
                <a:tc>
                  <a:txBody>
                    <a:bodyPr/>
                    <a:lstStyle/>
                    <a:p>
                      <a:pPr algn="ctr" indent="0" marL="0">
                        <a:buNone/>
                      </a:pPr>
                      <a:r>
                        <a:rPr lang="en-US" sz="1400" dirty="0">
                          <a:solidFill>
                            <a:srgbClr val="262B40"/>
                          </a:solidFill>
                          <a:latin typeface="Malgun Gothic" pitchFamily="34" charset="0"/>
                          <a:ea typeface="Malgun Gothic" pitchFamily="34" charset="-122"/>
                          <a:cs typeface="Malgun Gothic" pitchFamily="34" charset="-120"/>
                        </a:rPr>
                        <a:t>●</a:t>
                      </a:r>
                      <a:endParaRPr lang="en-US" sz="1400" dirty="0">
                        <a:latin typeface="Malgun Gothic" charset="0"/>
                        <a:ea typeface="Malgun Gothic" charset="0"/>
                        <a:cs typeface="Malgun Gothic" charset="0"/>
                      </a:endParaRPr>
                    </a:p>
                  </a:txBody>
                  <a:tcPr marL="109728" marR="109728" marT="0" marB="0" anchor="ctr">
                    <a:lnL w="0" cap="flat" cmpd="sng" algn="ctr">
                      <a:noFill/>
                    </a:lnL>
                    <a:lnR w="0" cap="flat" cmpd="sng" algn="ctr">
                      <a:noFill/>
                    </a:lnR>
                    <a:lnT w="0" cap="flat" cmpd="sng" algn="ctr">
                      <a:noFill/>
                    </a:lnT>
                    <a:lnB w="9525" cap="flat" cmpd="sng" algn="ctr">
                      <a:solidFill>
                        <a:srgbClr val="E2E5EC"/>
                      </a:solidFill>
                      <a:prstDash val="solid"/>
                      <a:round/>
                      <a:headEnd type="none" w="med" len="med"/>
                      <a:tailEnd type="none" w="med" len="med"/>
                    </a:lnB>
                  </a:tcPr>
                </a:tc>
                <a:tc>
                  <a:txBody>
                    <a:bodyPr/>
                    <a:lstStyle/>
                    <a:p>
                      <a:pPr algn="ctr" indent="0" marL="0">
                        <a:buNone/>
                      </a:pPr>
                      <a:r>
                        <a:rPr lang="en-US" sz="1400" dirty="0">
                          <a:solidFill>
                            <a:srgbClr val="262B40"/>
                          </a:solidFill>
                          <a:latin typeface="Malgun Gothic" pitchFamily="34" charset="0"/>
                          <a:ea typeface="Malgun Gothic" pitchFamily="34" charset="-122"/>
                          <a:cs typeface="Malgun Gothic" pitchFamily="34" charset="-120"/>
                        </a:rPr>
                        <a:t>●</a:t>
                      </a:r>
                      <a:endParaRPr lang="en-US" sz="1400" dirty="0">
                        <a:latin typeface="Malgun Gothic" charset="0"/>
                        <a:ea typeface="Malgun Gothic" charset="0"/>
                        <a:cs typeface="Malgun Gothic" charset="0"/>
                      </a:endParaRPr>
                    </a:p>
                  </a:txBody>
                  <a:tcPr marL="109728" marR="109728" marT="0" marB="0" anchor="ctr">
                    <a:lnL w="0" cap="flat" cmpd="sng" algn="ctr">
                      <a:noFill/>
                    </a:lnL>
                    <a:lnR w="0" cap="flat" cmpd="sng" algn="ctr">
                      <a:noFill/>
                    </a:lnR>
                    <a:lnT w="0" cap="flat" cmpd="sng" algn="ctr">
                      <a:noFill/>
                    </a:lnT>
                    <a:lnB w="9525" cap="flat" cmpd="sng" algn="ctr">
                      <a:solidFill>
                        <a:srgbClr val="E2E5EC"/>
                      </a:solidFill>
                      <a:prstDash val="solid"/>
                      <a:round/>
                      <a:headEnd type="none" w="med" len="med"/>
                      <a:tailEnd type="none" w="med" len="med"/>
                    </a:lnB>
                  </a:tcPr>
                </a:tc>
                <a:tc>
                  <a:txBody>
                    <a:bodyPr/>
                    <a:lstStyle/>
                    <a:p>
                      <a:pPr algn="ctr" indent="0" marL="0">
                        <a:buNone/>
                      </a:pPr>
                      <a:r>
                        <a:rPr lang="en-US" sz="1400" dirty="0">
                          <a:solidFill>
                            <a:srgbClr val="262B40"/>
                          </a:solidFill>
                          <a:latin typeface="Malgun Gothic" pitchFamily="34" charset="0"/>
                          <a:ea typeface="Malgun Gothic" pitchFamily="34" charset="-122"/>
                          <a:cs typeface="Malgun Gothic" pitchFamily="34" charset="-120"/>
                        </a:rPr>
                        <a:t>●</a:t>
                      </a:r>
                      <a:endParaRPr lang="en-US" sz="1400" dirty="0">
                        <a:latin typeface="Malgun Gothic" charset="0"/>
                        <a:ea typeface="Malgun Gothic" charset="0"/>
                        <a:cs typeface="Malgun Gothic" charset="0"/>
                      </a:endParaRPr>
                    </a:p>
                  </a:txBody>
                  <a:tcPr marL="109728" marR="109728" marT="0" marB="0" anchor="ctr">
                    <a:lnL w="0" cap="flat" cmpd="sng" algn="ctr">
                      <a:noFill/>
                    </a:lnL>
                    <a:lnR w="0" cap="flat" cmpd="sng" algn="ctr">
                      <a:noFill/>
                    </a:lnR>
                    <a:lnT w="0" cap="flat" cmpd="sng" algn="ctr">
                      <a:noFill/>
                    </a:lnT>
                    <a:lnB w="9525" cap="flat" cmpd="sng" algn="ctr">
                      <a:solidFill>
                        <a:srgbClr val="E2E5EC"/>
                      </a:solidFill>
                      <a:prstDash val="solid"/>
                      <a:round/>
                      <a:headEnd type="none" w="med" len="med"/>
                      <a:tailEnd type="none" w="med" len="med"/>
                    </a:lnB>
                  </a:tcPr>
                </a:tc>
                <a:tc>
                  <a:txBody>
                    <a:bodyPr/>
                    <a:lstStyle/>
                    <a:p>
                      <a:pPr algn="ctr" indent="0" marL="0">
                        <a:buNone/>
                      </a:pPr>
                      <a:r>
                        <a:rPr lang="en-US" sz="1400" dirty="0">
                          <a:solidFill>
                            <a:srgbClr val="262B40"/>
                          </a:solidFill>
                          <a:latin typeface="Malgun Gothic" pitchFamily="34" charset="0"/>
                          <a:ea typeface="Malgun Gothic" pitchFamily="34" charset="-122"/>
                          <a:cs typeface="Malgun Gothic" pitchFamily="34" charset="-120"/>
                        </a:rPr>
                        <a:t>◐ 제한적</a:t>
                      </a:r>
                      <a:endParaRPr lang="en-US" sz="1400" dirty="0">
                        <a:latin typeface="Malgun Gothic" charset="0"/>
                        <a:ea typeface="Malgun Gothic" charset="0"/>
                        <a:cs typeface="Malgun Gothic" charset="0"/>
                      </a:endParaRPr>
                    </a:p>
                  </a:txBody>
                  <a:tcPr marL="109728" marR="109728" marT="0" marB="0" anchor="ctr">
                    <a:lnL w="0" cap="flat" cmpd="sng" algn="ctr">
                      <a:noFill/>
                    </a:lnL>
                    <a:lnR w="0" cap="flat" cmpd="sng" algn="ctr">
                      <a:noFill/>
                    </a:lnR>
                    <a:lnT w="0" cap="flat" cmpd="sng" algn="ctr">
                      <a:noFill/>
                    </a:lnT>
                    <a:lnB w="9525" cap="flat" cmpd="sng" algn="ctr">
                      <a:solidFill>
                        <a:srgbClr val="E2E5EC"/>
                      </a:solidFill>
                      <a:prstDash val="solid"/>
                      <a:round/>
                      <a:headEnd type="none" w="med" len="med"/>
                      <a:tailEnd type="none" w="med" len="med"/>
                    </a:lnB>
                  </a:tcPr>
                </a:tc>
                <a:tc>
                  <a:txBody>
                    <a:bodyPr/>
                    <a:lstStyle/>
                    <a:p>
                      <a:pPr algn="ctr" indent="0" marL="0">
                        <a:buNone/>
                      </a:pPr>
                      <a:r>
                        <a:rPr lang="en-US" sz="1400" dirty="0">
                          <a:solidFill>
                            <a:srgbClr val="9399AC"/>
                          </a:solidFill>
                          <a:latin typeface="Malgun Gothic" pitchFamily="34" charset="0"/>
                          <a:ea typeface="Malgun Gothic" pitchFamily="34" charset="-122"/>
                          <a:cs typeface="Malgun Gothic" pitchFamily="34" charset="-120"/>
                        </a:rPr>
                        <a:t>–</a:t>
                      </a:r>
                      <a:endParaRPr lang="en-US" sz="1400" dirty="0">
                        <a:latin typeface="Malgun Gothic" charset="0"/>
                        <a:ea typeface="Malgun Gothic" charset="0"/>
                        <a:cs typeface="Malgun Gothic" charset="0"/>
                      </a:endParaRPr>
                    </a:p>
                  </a:txBody>
                  <a:tcPr marL="109728" marR="109728" marT="0" marB="0" anchor="ctr">
                    <a:lnL w="0" cap="flat" cmpd="sng" algn="ctr">
                      <a:noFill/>
                    </a:lnL>
                    <a:lnR w="0" cap="flat" cmpd="sng" algn="ctr">
                      <a:noFill/>
                    </a:lnR>
                    <a:lnT w="0" cap="flat" cmpd="sng" algn="ctr">
                      <a:noFill/>
                    </a:lnT>
                    <a:lnB w="9525" cap="flat" cmpd="sng" algn="ctr">
                      <a:solidFill>
                        <a:srgbClr val="E2E5EC"/>
                      </a:solidFill>
                      <a:prstDash val="solid"/>
                      <a:round/>
                      <a:headEnd type="none" w="med" len="med"/>
                      <a:tailEnd type="none" w="med" len="med"/>
                    </a:lnB>
                  </a:tcPr>
                </a:tc>
              </a:tr>
              <a:tr h="548640">
                <a:tc>
                  <a:txBody>
                    <a:bodyPr/>
                    <a:lstStyle/>
                    <a:p>
                      <a:pPr indent="0" marL="0">
                        <a:buNone/>
                      </a:pPr>
                      <a:r>
                        <a:rPr lang="en-US" sz="1400" b="1" dirty="0">
                          <a:solidFill>
                            <a:srgbClr val="4256C8"/>
                          </a:solidFill>
                          <a:latin typeface="Malgun Gothic" pitchFamily="34" charset="0"/>
                          <a:ea typeface="Malgun Gothic" pitchFamily="34" charset="-122"/>
                          <a:cs typeface="Malgun Gothic" pitchFamily="34" charset="-120"/>
                        </a:rPr>
                        <a:t>DrawTale</a:t>
                      </a:r>
                      <a:endParaRPr lang="en-US" sz="1400" dirty="0">
                        <a:latin typeface="Malgun Gothic" charset="0"/>
                        <a:ea typeface="Malgun Gothic" charset="0"/>
                        <a:cs typeface="Malgun Gothic" charset="0"/>
                      </a:endParaRPr>
                    </a:p>
                  </a:txBody>
                  <a:tcPr marL="109728" marR="109728" marT="0" marB="0" anchor="ctr">
                    <a:lnL w="0" cap="flat" cmpd="sng" algn="ctr">
                      <a:noFill/>
                    </a:lnL>
                    <a:lnR w="0" cap="flat" cmpd="sng" algn="ctr">
                      <a:noFill/>
                    </a:lnR>
                    <a:lnT w="0" cap="flat" cmpd="sng" algn="ctr">
                      <a:noFill/>
                    </a:lnT>
                    <a:lnB w="9525" cap="flat" cmpd="sng" algn="ctr">
                      <a:solidFill>
                        <a:srgbClr val="E2E5EC"/>
                      </a:solidFill>
                      <a:prstDash val="solid"/>
                      <a:round/>
                      <a:headEnd type="none" w="med" len="med"/>
                      <a:tailEnd type="none" w="med" len="med"/>
                    </a:lnB>
                    <a:solidFill>
                      <a:srgbClr val="ECEFFB"/>
                    </a:solidFill>
                  </a:tcPr>
                </a:tc>
                <a:tc>
                  <a:txBody>
                    <a:bodyPr/>
                    <a:lstStyle/>
                    <a:p>
                      <a:pPr algn="ctr" indent="0" marL="0">
                        <a:buNone/>
                      </a:pPr>
                      <a:r>
                        <a:rPr lang="en-US" sz="1400" b="1" dirty="0">
                          <a:solidFill>
                            <a:srgbClr val="4256C8"/>
                          </a:solidFill>
                          <a:latin typeface="Malgun Gothic" pitchFamily="34" charset="0"/>
                          <a:ea typeface="Malgun Gothic" pitchFamily="34" charset="-122"/>
                          <a:cs typeface="Malgun Gothic" pitchFamily="34" charset="-120"/>
                        </a:rPr>
                        <a:t>●</a:t>
                      </a:r>
                      <a:endParaRPr lang="en-US" sz="1400" dirty="0">
                        <a:latin typeface="Malgun Gothic" charset="0"/>
                        <a:ea typeface="Malgun Gothic" charset="0"/>
                        <a:cs typeface="Malgun Gothic" charset="0"/>
                      </a:endParaRPr>
                    </a:p>
                  </a:txBody>
                  <a:tcPr marL="109728" marR="109728" marT="0" marB="0" anchor="ctr">
                    <a:lnL w="0" cap="flat" cmpd="sng" algn="ctr">
                      <a:noFill/>
                    </a:lnL>
                    <a:lnR w="0" cap="flat" cmpd="sng" algn="ctr">
                      <a:noFill/>
                    </a:lnR>
                    <a:lnT w="0" cap="flat" cmpd="sng" algn="ctr">
                      <a:noFill/>
                    </a:lnT>
                    <a:lnB w="9525" cap="flat" cmpd="sng" algn="ctr">
                      <a:solidFill>
                        <a:srgbClr val="E2E5EC"/>
                      </a:solidFill>
                      <a:prstDash val="solid"/>
                      <a:round/>
                      <a:headEnd type="none" w="med" len="med"/>
                      <a:tailEnd type="none" w="med" len="med"/>
                    </a:lnB>
                    <a:solidFill>
                      <a:srgbClr val="ECEFFB"/>
                    </a:solidFill>
                  </a:tcPr>
                </a:tc>
                <a:tc>
                  <a:txBody>
                    <a:bodyPr/>
                    <a:lstStyle/>
                    <a:p>
                      <a:pPr algn="ctr" indent="0" marL="0">
                        <a:buNone/>
                      </a:pPr>
                      <a:r>
                        <a:rPr lang="en-US" sz="1400" b="1" dirty="0">
                          <a:solidFill>
                            <a:srgbClr val="4256C8"/>
                          </a:solidFill>
                          <a:latin typeface="Malgun Gothic" pitchFamily="34" charset="0"/>
                          <a:ea typeface="Malgun Gothic" pitchFamily="34" charset="-122"/>
                          <a:cs typeface="Malgun Gothic" pitchFamily="34" charset="-120"/>
                        </a:rPr>
                        <a:t>●</a:t>
                      </a:r>
                      <a:endParaRPr lang="en-US" sz="1400" dirty="0">
                        <a:latin typeface="Malgun Gothic" charset="0"/>
                        <a:ea typeface="Malgun Gothic" charset="0"/>
                        <a:cs typeface="Malgun Gothic" charset="0"/>
                      </a:endParaRPr>
                    </a:p>
                  </a:txBody>
                  <a:tcPr marL="109728" marR="109728" marT="0" marB="0" anchor="ctr">
                    <a:lnL w="0" cap="flat" cmpd="sng" algn="ctr">
                      <a:noFill/>
                    </a:lnL>
                    <a:lnR w="0" cap="flat" cmpd="sng" algn="ctr">
                      <a:noFill/>
                    </a:lnR>
                    <a:lnT w="0" cap="flat" cmpd="sng" algn="ctr">
                      <a:noFill/>
                    </a:lnT>
                    <a:lnB w="9525" cap="flat" cmpd="sng" algn="ctr">
                      <a:solidFill>
                        <a:srgbClr val="E2E5EC"/>
                      </a:solidFill>
                      <a:prstDash val="solid"/>
                      <a:round/>
                      <a:headEnd type="none" w="med" len="med"/>
                      <a:tailEnd type="none" w="med" len="med"/>
                    </a:lnB>
                    <a:solidFill>
                      <a:srgbClr val="ECEFFB"/>
                    </a:solidFill>
                  </a:tcPr>
                </a:tc>
                <a:tc>
                  <a:txBody>
                    <a:bodyPr/>
                    <a:lstStyle/>
                    <a:p>
                      <a:pPr algn="ctr" indent="0" marL="0">
                        <a:buNone/>
                      </a:pPr>
                      <a:r>
                        <a:rPr lang="en-US" sz="1400" b="1" dirty="0">
                          <a:solidFill>
                            <a:srgbClr val="4256C8"/>
                          </a:solidFill>
                          <a:latin typeface="Malgun Gothic" pitchFamily="34" charset="0"/>
                          <a:ea typeface="Malgun Gothic" pitchFamily="34" charset="-122"/>
                          <a:cs typeface="Malgun Gothic" pitchFamily="34" charset="-120"/>
                        </a:rPr>
                        <a:t>●</a:t>
                      </a:r>
                      <a:endParaRPr lang="en-US" sz="1400" dirty="0">
                        <a:latin typeface="Malgun Gothic" charset="0"/>
                        <a:ea typeface="Malgun Gothic" charset="0"/>
                        <a:cs typeface="Malgun Gothic" charset="0"/>
                      </a:endParaRPr>
                    </a:p>
                  </a:txBody>
                  <a:tcPr marL="109728" marR="109728" marT="0" marB="0" anchor="ctr">
                    <a:lnL w="0" cap="flat" cmpd="sng" algn="ctr">
                      <a:noFill/>
                    </a:lnL>
                    <a:lnR w="0" cap="flat" cmpd="sng" algn="ctr">
                      <a:noFill/>
                    </a:lnR>
                    <a:lnT w="0" cap="flat" cmpd="sng" algn="ctr">
                      <a:noFill/>
                    </a:lnT>
                    <a:lnB w="9525" cap="flat" cmpd="sng" algn="ctr">
                      <a:solidFill>
                        <a:srgbClr val="E2E5EC"/>
                      </a:solidFill>
                      <a:prstDash val="solid"/>
                      <a:round/>
                      <a:headEnd type="none" w="med" len="med"/>
                      <a:tailEnd type="none" w="med" len="med"/>
                    </a:lnB>
                    <a:solidFill>
                      <a:srgbClr val="ECEFFB"/>
                    </a:solidFill>
                  </a:tcPr>
                </a:tc>
                <a:tc>
                  <a:txBody>
                    <a:bodyPr/>
                    <a:lstStyle/>
                    <a:p>
                      <a:pPr algn="ctr" indent="0" marL="0">
                        <a:buNone/>
                      </a:pPr>
                      <a:r>
                        <a:rPr lang="en-US" sz="1400" b="1" dirty="0">
                          <a:solidFill>
                            <a:srgbClr val="4256C8"/>
                          </a:solidFill>
                          <a:latin typeface="Malgun Gothic" pitchFamily="34" charset="0"/>
                          <a:ea typeface="Malgun Gothic" pitchFamily="34" charset="-122"/>
                          <a:cs typeface="Malgun Gothic" pitchFamily="34" charset="-120"/>
                        </a:rPr>
                        <a:t>●</a:t>
                      </a:r>
                      <a:endParaRPr lang="en-US" sz="1400" dirty="0">
                        <a:latin typeface="Malgun Gothic" charset="0"/>
                        <a:ea typeface="Malgun Gothic" charset="0"/>
                        <a:cs typeface="Malgun Gothic" charset="0"/>
                      </a:endParaRPr>
                    </a:p>
                  </a:txBody>
                  <a:tcPr marL="109728" marR="109728" marT="0" marB="0" anchor="ctr">
                    <a:lnL w="0" cap="flat" cmpd="sng" algn="ctr">
                      <a:noFill/>
                    </a:lnL>
                    <a:lnR w="0" cap="flat" cmpd="sng" algn="ctr">
                      <a:noFill/>
                    </a:lnR>
                    <a:lnT w="0" cap="flat" cmpd="sng" algn="ctr">
                      <a:noFill/>
                    </a:lnT>
                    <a:lnB w="9525" cap="flat" cmpd="sng" algn="ctr">
                      <a:solidFill>
                        <a:srgbClr val="E2E5EC"/>
                      </a:solidFill>
                      <a:prstDash val="solid"/>
                      <a:round/>
                      <a:headEnd type="none" w="med" len="med"/>
                      <a:tailEnd type="none" w="med" len="med"/>
                    </a:lnB>
                    <a:solidFill>
                      <a:srgbClr val="ECEFFB"/>
                    </a:solidFill>
                  </a:tcPr>
                </a:tc>
                <a:tc>
                  <a:txBody>
                    <a:bodyPr/>
                    <a:lstStyle/>
                    <a:p>
                      <a:pPr algn="ctr" indent="0" marL="0">
                        <a:buNone/>
                      </a:pPr>
                      <a:r>
                        <a:rPr lang="en-US" sz="1400" b="1" dirty="0">
                          <a:solidFill>
                            <a:srgbClr val="4256C8"/>
                          </a:solidFill>
                          <a:latin typeface="Malgun Gothic" pitchFamily="34" charset="0"/>
                          <a:ea typeface="Malgun Gothic" pitchFamily="34" charset="-122"/>
                          <a:cs typeface="Malgun Gothic" pitchFamily="34" charset="-120"/>
                        </a:rPr>
                        <a:t>●</a:t>
                      </a:r>
                      <a:endParaRPr lang="en-US" sz="1400" dirty="0">
                        <a:latin typeface="Malgun Gothic" charset="0"/>
                        <a:ea typeface="Malgun Gothic" charset="0"/>
                        <a:cs typeface="Malgun Gothic" charset="0"/>
                      </a:endParaRPr>
                    </a:p>
                  </a:txBody>
                  <a:tcPr marL="109728" marR="109728" marT="0" marB="0" anchor="ctr">
                    <a:lnL w="0" cap="flat" cmpd="sng" algn="ctr">
                      <a:noFill/>
                    </a:lnL>
                    <a:lnR w="0" cap="flat" cmpd="sng" algn="ctr">
                      <a:noFill/>
                    </a:lnR>
                    <a:lnT w="0" cap="flat" cmpd="sng" algn="ctr">
                      <a:noFill/>
                    </a:lnT>
                    <a:lnB w="9525" cap="flat" cmpd="sng" algn="ctr">
                      <a:solidFill>
                        <a:srgbClr val="E2E5EC"/>
                      </a:solidFill>
                      <a:prstDash val="solid"/>
                      <a:round/>
                      <a:headEnd type="none" w="med" len="med"/>
                      <a:tailEnd type="none" w="med" len="med"/>
                    </a:lnB>
                    <a:solidFill>
                      <a:srgbClr val="ECEFFB"/>
                    </a:solidFill>
                  </a:tcPr>
                </a:tc>
              </a:tr>
            </a:tbl>
          </a:graphicData>
        </a:graphic>
      </p:graphicFrame>
      <p:sp>
        <p:nvSpPr>
          <p:cNvPr id="7" name="Text 4"/>
          <p:cNvSpPr txBox="1"/>
          <p:nvPr/>
        </p:nvSpPr>
        <p:spPr>
          <a:xfrm>
            <a:off x="777240" y="5532120"/>
            <a:ext cx="5486400" cy="274320"/>
          </a:xfrm>
          <a:prstGeom prst="rect">
            <a:avLst/>
          </a:prstGeom>
          <a:noFill/>
          <a:ln/>
        </p:spPr>
        <p:txBody>
          <a:bodyPr wrap="square" lIns="0" tIns="0" rIns="0" bIns="0" rtlCol="0" anchor="t"/>
          <a:lstStyle/>
          <a:p>
            <a:pPr algn="l" indent="0" marL="0">
              <a:lnSpc>
                <a:spcPct val="120000"/>
              </a:lnSpc>
              <a:buNone/>
            </a:pPr>
            <a:r>
              <a:rPr lang="en-US" sz="1050" dirty="0">
                <a:solidFill>
                  <a:srgbClr val="5B6177"/>
                </a:solidFill>
                <a:latin typeface="Malgun Gothic" pitchFamily="34" charset="0"/>
                <a:ea typeface="Malgun Gothic" pitchFamily="34" charset="-122"/>
                <a:cs typeface="Malgun Gothic" pitchFamily="34" charset="-120"/>
              </a:rPr>
              <a:t>●  있음      ◐  일부 · 제한적      –  없음</a:t>
            </a:r>
            <a:endParaRPr lang="en-US" sz="1050" dirty="0"/>
          </a:p>
        </p:txBody>
      </p:sp>
      <p:sp>
        <p:nvSpPr>
          <p:cNvPr id="8" name="Text 5"/>
          <p:cNvSpPr txBox="1"/>
          <p:nvPr/>
        </p:nvSpPr>
        <p:spPr>
          <a:xfrm>
            <a:off x="777240" y="5961888"/>
            <a:ext cx="9905695" cy="329184"/>
          </a:xfrm>
          <a:prstGeom prst="rect">
            <a:avLst/>
          </a:prstGeom>
          <a:noFill/>
          <a:ln/>
        </p:spPr>
        <p:txBody>
          <a:bodyPr wrap="square" lIns="0" tIns="0" rIns="0" bIns="0" rtlCol="0" anchor="b"/>
          <a:lstStyle/>
          <a:p>
            <a:pPr algn="l" indent="0" marL="0">
              <a:lnSpc>
                <a:spcPct val="110000"/>
              </a:lnSpc>
              <a:buNone/>
            </a:pPr>
            <a:r>
              <a:rPr lang="en-US" sz="850" dirty="0">
                <a:solidFill>
                  <a:srgbClr val="9399AC"/>
                </a:solidFill>
                <a:latin typeface="Malgun Gothic" pitchFamily="34" charset="0"/>
                <a:ea typeface="Malgun Gothic" pitchFamily="34" charset="-122"/>
                <a:cs typeface="Malgun Gothic" pitchFamily="34" charset="-120"/>
              </a:rPr>
              <a:t>출처: 각 서비스 공식 사이트 · 스토어 설명 (2026.9.30 확인) [10][11], Meta 데모는 논문 Fig. 9 [8].  * Looma는 팀원 조사 기준이며 공식 사이트를 아직 확인하지 못했습니다. 발표 직전 각 서비스의 최신 기능을 다시 확인합니다.</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77240" y="6355080"/>
            <a:ext cx="5486400" cy="274320"/>
          </a:xfrm>
          <a:prstGeom prst="rect">
            <a:avLst/>
          </a:prstGeom>
          <a:noFill/>
          <a:ln/>
        </p:spPr>
        <p:txBody>
          <a:bodyPr wrap="square" lIns="0" tIns="0" rIns="0" bIns="0" rtlCol="0" anchor="t"/>
          <a:lstStyle/>
          <a:p>
            <a:pPr algn="l" indent="0" marL="0">
              <a:lnSpc>
                <a:spcPct val="120000"/>
              </a:lnSpc>
              <a:buNone/>
            </a:pPr>
            <a:r>
              <a:rPr lang="en-US" sz="900" dirty="0">
                <a:solidFill>
                  <a:srgbClr val="9399AC"/>
                </a:solidFill>
                <a:latin typeface="Malgun Gothic" pitchFamily="34" charset="0"/>
                <a:ea typeface="Malgun Gothic" pitchFamily="34" charset="-122"/>
                <a:cs typeface="Malgun Gothic" pitchFamily="34" charset="-120"/>
              </a:rPr>
              <a:t>A  왜 만들었나</a:t>
            </a:r>
            <a:endParaRPr lang="en-US" sz="900" dirty="0"/>
          </a:p>
        </p:txBody>
      </p:sp>
      <p:sp>
        <p:nvSpPr>
          <p:cNvPr id="3" name="Text 1"/>
          <p:cNvSpPr txBox="1"/>
          <p:nvPr/>
        </p:nvSpPr>
        <p:spPr>
          <a:xfrm>
            <a:off x="10865815" y="6355080"/>
            <a:ext cx="548640" cy="274320"/>
          </a:xfrm>
          <a:prstGeom prst="rect">
            <a:avLst/>
          </a:prstGeom>
          <a:noFill/>
          <a:ln/>
        </p:spPr>
        <p:txBody>
          <a:bodyPr wrap="square" lIns="0" tIns="0" rIns="0" bIns="0" rtlCol="0" anchor="t"/>
          <a:lstStyle/>
          <a:p>
            <a:pPr algn="r" indent="0" marL="0">
              <a:lnSpc>
                <a:spcPct val="120000"/>
              </a:lnSpc>
              <a:buNone/>
            </a:pPr>
            <a:r>
              <a:rPr lang="en-US" sz="900" dirty="0">
                <a:solidFill>
                  <a:srgbClr val="9399AC"/>
                </a:solidFill>
                <a:latin typeface="Malgun Gothic" pitchFamily="34" charset="0"/>
                <a:ea typeface="Malgun Gothic" pitchFamily="34" charset="-122"/>
                <a:cs typeface="Malgun Gothic" pitchFamily="34" charset="-120"/>
              </a:rPr>
              <a:t>07</a:t>
            </a:r>
            <a:endParaRPr lang="en-US" sz="900" dirty="0"/>
          </a:p>
        </p:txBody>
      </p:sp>
      <p:sp>
        <p:nvSpPr>
          <p:cNvPr id="4" name="Text 2"/>
          <p:cNvSpPr txBox="1"/>
          <p:nvPr/>
        </p:nvSpPr>
        <p:spPr>
          <a:xfrm>
            <a:off x="777240" y="685800"/>
            <a:ext cx="10637215" cy="685800"/>
          </a:xfrm>
          <a:prstGeom prst="rect">
            <a:avLst/>
          </a:prstGeom>
          <a:noFill/>
          <a:ln/>
        </p:spPr>
        <p:txBody>
          <a:bodyPr wrap="square" lIns="0" tIns="0" rIns="0" bIns="0" rtlCol="0" anchor="t"/>
          <a:lstStyle/>
          <a:p>
            <a:pPr algn="l" indent="0" marL="0">
              <a:lnSpc>
                <a:spcPct val="120000"/>
              </a:lnSpc>
              <a:buNone/>
            </a:pPr>
            <a:r>
              <a:rPr lang="en-US" sz="3000" b="1" spc="-50" kern="0" dirty="0">
                <a:solidFill>
                  <a:srgbClr val="262B40"/>
                </a:solidFill>
                <a:latin typeface="Malgun Gothic" pitchFamily="34" charset="0"/>
                <a:ea typeface="Malgun Gothic" pitchFamily="34" charset="-122"/>
                <a:cs typeface="Malgun Gothic" pitchFamily="34" charset="-120"/>
              </a:rPr>
              <a:t>그림을 움직이는 서비스는 이미 있었습니다</a:t>
            </a:r>
            <a:endParaRPr lang="en-US" sz="3000" dirty="0"/>
          </a:p>
        </p:txBody>
      </p:sp>
      <p:sp>
        <p:nvSpPr>
          <p:cNvPr id="5" name="Text 3"/>
          <p:cNvSpPr txBox="1"/>
          <p:nvPr/>
        </p:nvSpPr>
        <p:spPr>
          <a:xfrm>
            <a:off x="777240" y="1399032"/>
            <a:ext cx="10637215" cy="457200"/>
          </a:xfrm>
          <a:prstGeom prst="rect">
            <a:avLst/>
          </a:prstGeom>
          <a:noFill/>
          <a:ln/>
        </p:spPr>
        <p:txBody>
          <a:bodyPr wrap="square" lIns="0" tIns="0" rIns="0" bIns="0" rtlCol="0" anchor="t"/>
          <a:lstStyle/>
          <a:p>
            <a:pPr algn="l" indent="0" marL="0">
              <a:lnSpc>
                <a:spcPct val="120000"/>
              </a:lnSpc>
              <a:buNone/>
            </a:pPr>
            <a:r>
              <a:rPr lang="en-US" sz="1500" dirty="0">
                <a:solidFill>
                  <a:srgbClr val="5B6177"/>
                </a:solidFill>
                <a:latin typeface="Malgun Gothic" pitchFamily="34" charset="0"/>
                <a:ea typeface="Malgun Gothic" pitchFamily="34" charset="-122"/>
                <a:cs typeface="Malgun Gothic" pitchFamily="34" charset="-120"/>
              </a:rPr>
              <a:t>우리가 집중한 것은 결과물의 화려함이 아니라, 아이가 만드는 과정에 얼마나 계속 참여하느냐입니다</a:t>
            </a:r>
            <a:endParaRPr lang="en-US" sz="1500" dirty="0"/>
          </a:p>
        </p:txBody>
      </p:sp>
      <p:sp>
        <p:nvSpPr>
          <p:cNvPr id="6" name="Text 4"/>
          <p:cNvSpPr txBox="1"/>
          <p:nvPr/>
        </p:nvSpPr>
        <p:spPr>
          <a:xfrm>
            <a:off x="777240" y="2331720"/>
            <a:ext cx="4861408" cy="365760"/>
          </a:xfrm>
          <a:prstGeom prst="rect">
            <a:avLst/>
          </a:prstGeom>
          <a:noFill/>
          <a:ln/>
        </p:spPr>
        <p:txBody>
          <a:bodyPr wrap="square" lIns="0" tIns="0" rIns="0" bIns="0" rtlCol="0" anchor="t"/>
          <a:lstStyle/>
          <a:p>
            <a:pPr algn="l" indent="0" marL="0">
              <a:lnSpc>
                <a:spcPct val="120000"/>
              </a:lnSpc>
              <a:buNone/>
            </a:pPr>
            <a:r>
              <a:rPr lang="en-US" sz="1800" b="1" dirty="0">
                <a:solidFill>
                  <a:srgbClr val="9399AC"/>
                </a:solidFill>
                <a:latin typeface="Malgun Gothic" pitchFamily="34" charset="0"/>
                <a:ea typeface="Malgun Gothic" pitchFamily="34" charset="-122"/>
                <a:cs typeface="Malgun Gothic" pitchFamily="34" charset="-120"/>
              </a:rPr>
              <a:t>AI가 만들어 주는 결과</a:t>
            </a:r>
            <a:endParaRPr lang="en-US" sz="1800" dirty="0"/>
          </a:p>
        </p:txBody>
      </p:sp>
      <p:sp>
        <p:nvSpPr>
          <p:cNvPr id="7" name="Shape 5"/>
          <p:cNvSpPr/>
          <p:nvPr/>
        </p:nvSpPr>
        <p:spPr>
          <a:xfrm>
            <a:off x="777240" y="2880360"/>
            <a:ext cx="4769968" cy="0"/>
          </a:xfrm>
          <a:prstGeom prst="line">
            <a:avLst/>
          </a:prstGeom>
          <a:noFill/>
          <a:ln w="9525">
            <a:solidFill>
              <a:srgbClr val="E2E5EC"/>
            </a:solidFill>
            <a:prstDash val="solid"/>
          </a:ln>
        </p:spPr>
      </p:sp>
      <p:sp>
        <p:nvSpPr>
          <p:cNvPr id="8" name="Text 6"/>
          <p:cNvSpPr txBox="1"/>
          <p:nvPr/>
        </p:nvSpPr>
        <p:spPr>
          <a:xfrm>
            <a:off x="777240" y="2990088"/>
            <a:ext cx="4769968" cy="365760"/>
          </a:xfrm>
          <a:prstGeom prst="rect">
            <a:avLst/>
          </a:prstGeom>
          <a:noFill/>
          <a:ln/>
        </p:spPr>
        <p:txBody>
          <a:bodyPr wrap="square" lIns="0" tIns="0" rIns="0" bIns="0" rtlCol="0" anchor="t"/>
          <a:lstStyle/>
          <a:p>
            <a:pPr algn="l" indent="0" marL="0">
              <a:lnSpc>
                <a:spcPct val="120000"/>
              </a:lnSpc>
              <a:buNone/>
            </a:pPr>
            <a:r>
              <a:rPr lang="en-US" sz="1500" dirty="0">
                <a:solidFill>
                  <a:srgbClr val="5B6177"/>
                </a:solidFill>
                <a:latin typeface="Malgun Gothic" pitchFamily="34" charset="0"/>
                <a:ea typeface="Malgun Gothic" pitchFamily="34" charset="-122"/>
                <a:cs typeface="Malgun Gothic" pitchFamily="34" charset="-120"/>
              </a:rPr>
              <a:t>그림을 넣으면</a:t>
            </a:r>
            <a:endParaRPr lang="en-US" sz="1500" dirty="0"/>
          </a:p>
        </p:txBody>
      </p:sp>
      <p:sp>
        <p:nvSpPr>
          <p:cNvPr id="9" name="Shape 7"/>
          <p:cNvSpPr/>
          <p:nvPr/>
        </p:nvSpPr>
        <p:spPr>
          <a:xfrm>
            <a:off x="777240" y="3447288"/>
            <a:ext cx="4769968" cy="0"/>
          </a:xfrm>
          <a:prstGeom prst="line">
            <a:avLst/>
          </a:prstGeom>
          <a:noFill/>
          <a:ln w="9525">
            <a:solidFill>
              <a:srgbClr val="E2E5EC"/>
            </a:solidFill>
            <a:prstDash val="solid"/>
          </a:ln>
        </p:spPr>
      </p:sp>
      <p:sp>
        <p:nvSpPr>
          <p:cNvPr id="10" name="Text 8"/>
          <p:cNvSpPr txBox="1"/>
          <p:nvPr/>
        </p:nvSpPr>
        <p:spPr>
          <a:xfrm>
            <a:off x="777240" y="3557016"/>
            <a:ext cx="4769968" cy="365760"/>
          </a:xfrm>
          <a:prstGeom prst="rect">
            <a:avLst/>
          </a:prstGeom>
          <a:noFill/>
          <a:ln/>
        </p:spPr>
        <p:txBody>
          <a:bodyPr wrap="square" lIns="0" tIns="0" rIns="0" bIns="0" rtlCol="0" anchor="t"/>
          <a:lstStyle/>
          <a:p>
            <a:pPr algn="l" indent="0" marL="0">
              <a:lnSpc>
                <a:spcPct val="120000"/>
              </a:lnSpc>
              <a:buNone/>
            </a:pPr>
            <a:r>
              <a:rPr lang="en-US" sz="1500" dirty="0">
                <a:solidFill>
                  <a:srgbClr val="5B6177"/>
                </a:solidFill>
                <a:latin typeface="Malgun Gothic" pitchFamily="34" charset="0"/>
                <a:ea typeface="Malgun Gothic" pitchFamily="34" charset="-122"/>
                <a:cs typeface="Malgun Gothic" pitchFamily="34" charset="-120"/>
              </a:rPr>
              <a:t>AI가 영상 하나를 만들고</a:t>
            </a:r>
            <a:endParaRPr lang="en-US" sz="1500" dirty="0"/>
          </a:p>
        </p:txBody>
      </p:sp>
      <p:sp>
        <p:nvSpPr>
          <p:cNvPr id="11" name="Shape 9"/>
          <p:cNvSpPr/>
          <p:nvPr/>
        </p:nvSpPr>
        <p:spPr>
          <a:xfrm>
            <a:off x="777240" y="4014216"/>
            <a:ext cx="4769968" cy="0"/>
          </a:xfrm>
          <a:prstGeom prst="line">
            <a:avLst/>
          </a:prstGeom>
          <a:noFill/>
          <a:ln w="9525">
            <a:solidFill>
              <a:srgbClr val="E2E5EC"/>
            </a:solidFill>
            <a:prstDash val="solid"/>
          </a:ln>
        </p:spPr>
      </p:sp>
      <p:sp>
        <p:nvSpPr>
          <p:cNvPr id="12" name="Text 10"/>
          <p:cNvSpPr txBox="1"/>
          <p:nvPr/>
        </p:nvSpPr>
        <p:spPr>
          <a:xfrm>
            <a:off x="777240" y="4123944"/>
            <a:ext cx="4769968" cy="365760"/>
          </a:xfrm>
          <a:prstGeom prst="rect">
            <a:avLst/>
          </a:prstGeom>
          <a:noFill/>
          <a:ln/>
        </p:spPr>
        <p:txBody>
          <a:bodyPr wrap="square" lIns="0" tIns="0" rIns="0" bIns="0" rtlCol="0" anchor="t"/>
          <a:lstStyle/>
          <a:p>
            <a:pPr algn="l" indent="0" marL="0">
              <a:lnSpc>
                <a:spcPct val="120000"/>
              </a:lnSpc>
              <a:buNone/>
            </a:pPr>
            <a:r>
              <a:rPr lang="en-US" sz="1500" dirty="0">
                <a:solidFill>
                  <a:srgbClr val="5B6177"/>
                </a:solidFill>
                <a:latin typeface="Malgun Gothic" pitchFamily="34" charset="0"/>
                <a:ea typeface="Malgun Gothic" pitchFamily="34" charset="-122"/>
                <a:cs typeface="Malgun Gothic" pitchFamily="34" charset="-120"/>
              </a:rPr>
              <a:t>아이는 결과를 감상합니다</a:t>
            </a:r>
            <a:endParaRPr lang="en-US" sz="1500" dirty="0"/>
          </a:p>
        </p:txBody>
      </p:sp>
      <p:sp>
        <p:nvSpPr>
          <p:cNvPr id="13" name="Text 11"/>
          <p:cNvSpPr txBox="1"/>
          <p:nvPr/>
        </p:nvSpPr>
        <p:spPr>
          <a:xfrm>
            <a:off x="6598768" y="2331720"/>
            <a:ext cx="4861408" cy="365760"/>
          </a:xfrm>
          <a:prstGeom prst="rect">
            <a:avLst/>
          </a:prstGeom>
          <a:noFill/>
          <a:ln/>
        </p:spPr>
        <p:txBody>
          <a:bodyPr wrap="square" lIns="0" tIns="0" rIns="0" bIns="0" rtlCol="0" anchor="t"/>
          <a:lstStyle/>
          <a:p>
            <a:pPr algn="l" indent="0" marL="0">
              <a:lnSpc>
                <a:spcPct val="120000"/>
              </a:lnSpc>
              <a:buNone/>
            </a:pPr>
            <a:r>
              <a:rPr lang="en-US" sz="1800" b="1" dirty="0">
                <a:solidFill>
                  <a:srgbClr val="4256C8"/>
                </a:solidFill>
                <a:latin typeface="Malgun Gothic" pitchFamily="34" charset="0"/>
                <a:ea typeface="Malgun Gothic" pitchFamily="34" charset="-122"/>
                <a:cs typeface="Malgun Gothic" pitchFamily="34" charset="-120"/>
              </a:rPr>
              <a:t>아이가 이어 가는 과정</a:t>
            </a:r>
            <a:endParaRPr lang="en-US" sz="1800" dirty="0"/>
          </a:p>
        </p:txBody>
      </p:sp>
      <p:sp>
        <p:nvSpPr>
          <p:cNvPr id="14" name="Shape 12"/>
          <p:cNvSpPr/>
          <p:nvPr/>
        </p:nvSpPr>
        <p:spPr>
          <a:xfrm>
            <a:off x="6598768" y="2880360"/>
            <a:ext cx="4769968" cy="0"/>
          </a:xfrm>
          <a:prstGeom prst="line">
            <a:avLst/>
          </a:prstGeom>
          <a:noFill/>
          <a:ln w="9525">
            <a:solidFill>
              <a:srgbClr val="E2E5EC"/>
            </a:solidFill>
            <a:prstDash val="solid"/>
          </a:ln>
        </p:spPr>
      </p:sp>
      <p:sp>
        <p:nvSpPr>
          <p:cNvPr id="15" name="Text 13"/>
          <p:cNvSpPr txBox="1"/>
          <p:nvPr/>
        </p:nvSpPr>
        <p:spPr>
          <a:xfrm>
            <a:off x="6598768" y="2990088"/>
            <a:ext cx="4769968" cy="365760"/>
          </a:xfrm>
          <a:prstGeom prst="rect">
            <a:avLst/>
          </a:prstGeom>
          <a:noFill/>
          <a:ln/>
        </p:spPr>
        <p:txBody>
          <a:bodyPr wrap="square" lIns="0" tIns="0" rIns="0" bIns="0" rtlCol="0" anchor="t"/>
          <a:lstStyle/>
          <a:p>
            <a:pPr algn="l" indent="0" marL="0">
              <a:lnSpc>
                <a:spcPct val="120000"/>
              </a:lnSpc>
              <a:buNone/>
            </a:pPr>
            <a:r>
              <a:rPr lang="en-US" sz="1500" b="1" dirty="0">
                <a:solidFill>
                  <a:srgbClr val="262B40"/>
                </a:solidFill>
                <a:latin typeface="Malgun Gothic" pitchFamily="34" charset="0"/>
                <a:ea typeface="Malgun Gothic" pitchFamily="34" charset="-122"/>
                <a:cs typeface="Malgun Gothic" pitchFamily="34" charset="-120"/>
              </a:rPr>
              <a:t>내 그림이 주인공이 되고</a:t>
            </a:r>
            <a:endParaRPr lang="en-US" sz="1500" dirty="0"/>
          </a:p>
        </p:txBody>
      </p:sp>
      <p:sp>
        <p:nvSpPr>
          <p:cNvPr id="16" name="Shape 14"/>
          <p:cNvSpPr/>
          <p:nvPr/>
        </p:nvSpPr>
        <p:spPr>
          <a:xfrm>
            <a:off x="6598768" y="3447288"/>
            <a:ext cx="4769968" cy="0"/>
          </a:xfrm>
          <a:prstGeom prst="line">
            <a:avLst/>
          </a:prstGeom>
          <a:noFill/>
          <a:ln w="9525">
            <a:solidFill>
              <a:srgbClr val="E2E5EC"/>
            </a:solidFill>
            <a:prstDash val="solid"/>
          </a:ln>
        </p:spPr>
      </p:sp>
      <p:sp>
        <p:nvSpPr>
          <p:cNvPr id="17" name="Text 15"/>
          <p:cNvSpPr txBox="1"/>
          <p:nvPr/>
        </p:nvSpPr>
        <p:spPr>
          <a:xfrm>
            <a:off x="6598768" y="3557016"/>
            <a:ext cx="4769968" cy="365760"/>
          </a:xfrm>
          <a:prstGeom prst="rect">
            <a:avLst/>
          </a:prstGeom>
          <a:noFill/>
          <a:ln/>
        </p:spPr>
        <p:txBody>
          <a:bodyPr wrap="square" lIns="0" tIns="0" rIns="0" bIns="0" rtlCol="0" anchor="t"/>
          <a:lstStyle/>
          <a:p>
            <a:pPr algn="l" indent="0" marL="0">
              <a:lnSpc>
                <a:spcPct val="120000"/>
              </a:lnSpc>
              <a:buNone/>
            </a:pPr>
            <a:r>
              <a:rPr lang="en-US" sz="1500" b="1" dirty="0">
                <a:solidFill>
                  <a:srgbClr val="262B40"/>
                </a:solidFill>
                <a:latin typeface="Malgun Gothic" pitchFamily="34" charset="0"/>
                <a:ea typeface="Malgun Gothic" pitchFamily="34" charset="-122"/>
                <a:cs typeface="Malgun Gothic" pitchFamily="34" charset="-120"/>
              </a:rPr>
              <a:t>다음에 무슨 일이 일어날지 아이가 고르고</a:t>
            </a:r>
            <a:endParaRPr lang="en-US" sz="1500" dirty="0"/>
          </a:p>
        </p:txBody>
      </p:sp>
      <p:sp>
        <p:nvSpPr>
          <p:cNvPr id="18" name="Shape 16"/>
          <p:cNvSpPr/>
          <p:nvPr/>
        </p:nvSpPr>
        <p:spPr>
          <a:xfrm>
            <a:off x="6598768" y="4014216"/>
            <a:ext cx="4769968" cy="0"/>
          </a:xfrm>
          <a:prstGeom prst="line">
            <a:avLst/>
          </a:prstGeom>
          <a:noFill/>
          <a:ln w="9525">
            <a:solidFill>
              <a:srgbClr val="E2E5EC"/>
            </a:solidFill>
            <a:prstDash val="solid"/>
          </a:ln>
        </p:spPr>
      </p:sp>
      <p:sp>
        <p:nvSpPr>
          <p:cNvPr id="19" name="Text 17"/>
          <p:cNvSpPr txBox="1"/>
          <p:nvPr/>
        </p:nvSpPr>
        <p:spPr>
          <a:xfrm>
            <a:off x="6598768" y="4123944"/>
            <a:ext cx="4769968" cy="365760"/>
          </a:xfrm>
          <a:prstGeom prst="rect">
            <a:avLst/>
          </a:prstGeom>
          <a:noFill/>
          <a:ln/>
        </p:spPr>
        <p:txBody>
          <a:bodyPr wrap="square" lIns="0" tIns="0" rIns="0" bIns="0" rtlCol="0" anchor="t"/>
          <a:lstStyle/>
          <a:p>
            <a:pPr algn="l" indent="0" marL="0">
              <a:lnSpc>
                <a:spcPct val="120000"/>
              </a:lnSpc>
              <a:buNone/>
            </a:pPr>
            <a:r>
              <a:rPr lang="en-US" sz="1500" b="1" dirty="0">
                <a:solidFill>
                  <a:srgbClr val="262B40"/>
                </a:solidFill>
                <a:latin typeface="Malgun Gothic" pitchFamily="34" charset="0"/>
                <a:ea typeface="Malgun Gothic" pitchFamily="34" charset="-122"/>
                <a:cs typeface="Malgun Gothic" pitchFamily="34" charset="-120"/>
              </a:rPr>
              <a:t>고른 것이 모여 나만의 이야기가 됩니다</a:t>
            </a:r>
            <a:endParaRPr lang="en-US" sz="1500" dirty="0"/>
          </a:p>
        </p:txBody>
      </p:sp>
      <p:sp>
        <p:nvSpPr>
          <p:cNvPr id="20" name="Shape 18"/>
          <p:cNvSpPr/>
          <p:nvPr/>
        </p:nvSpPr>
        <p:spPr>
          <a:xfrm>
            <a:off x="6187288" y="2331720"/>
            <a:ext cx="0" cy="2194560"/>
          </a:xfrm>
          <a:prstGeom prst="line">
            <a:avLst/>
          </a:prstGeom>
          <a:noFill/>
          <a:ln w="9525">
            <a:solidFill>
              <a:srgbClr val="E2E5EC"/>
            </a:solidFill>
            <a:prstDash val="solid"/>
          </a:ln>
        </p:spPr>
      </p:sp>
      <p:sp>
        <p:nvSpPr>
          <p:cNvPr id="21" name="Text 19"/>
          <p:cNvSpPr txBox="1"/>
          <p:nvPr/>
        </p:nvSpPr>
        <p:spPr>
          <a:xfrm>
            <a:off x="777240" y="5074920"/>
            <a:ext cx="10637215" cy="457200"/>
          </a:xfrm>
          <a:prstGeom prst="rect">
            <a:avLst/>
          </a:prstGeom>
          <a:noFill/>
          <a:ln/>
        </p:spPr>
        <p:txBody>
          <a:bodyPr wrap="square" lIns="0" tIns="0" rIns="0" bIns="0" rtlCol="0" anchor="t"/>
          <a:lstStyle/>
          <a:p>
            <a:pPr algn="l" indent="0" marL="0">
              <a:lnSpc>
                <a:spcPct val="120000"/>
              </a:lnSpc>
              <a:buNone/>
            </a:pPr>
            <a:r>
              <a:rPr lang="en-US" sz="1200" i="1" dirty="0">
                <a:solidFill>
                  <a:srgbClr val="5B6177"/>
                </a:solidFill>
                <a:latin typeface="Malgun Gothic" pitchFamily="34" charset="0"/>
                <a:ea typeface="Malgun Gothic" pitchFamily="34" charset="-122"/>
                <a:cs typeface="Malgun Gothic" pitchFamily="34" charset="-120"/>
              </a:rPr>
              <a:t>연구자들도 AI는 아이의 손작업을 ‘대신’하지 말고 ‘곁에서’ 도와야 한다고 말합니다 — “alongside – not instead of” (Alan Turing Institute, 2025) [12]</a:t>
            </a:r>
            <a:endParaRPr lang="en-US" sz="1200" dirty="0"/>
          </a:p>
        </p:txBody>
      </p:sp>
      <p:sp>
        <p:nvSpPr>
          <p:cNvPr id="22" name="Text 20"/>
          <p:cNvSpPr txBox="1"/>
          <p:nvPr/>
        </p:nvSpPr>
        <p:spPr>
          <a:xfrm>
            <a:off x="777240" y="5961888"/>
            <a:ext cx="9905695" cy="329184"/>
          </a:xfrm>
          <a:prstGeom prst="rect">
            <a:avLst/>
          </a:prstGeom>
          <a:noFill/>
          <a:ln/>
        </p:spPr>
        <p:txBody>
          <a:bodyPr wrap="square" lIns="0" tIns="0" rIns="0" bIns="0" rtlCol="0" anchor="b"/>
          <a:lstStyle/>
          <a:p>
            <a:pPr algn="l" indent="0" marL="0">
              <a:lnSpc>
                <a:spcPct val="110000"/>
              </a:lnSpc>
              <a:buNone/>
            </a:pPr>
            <a:r>
              <a:rPr lang="en-US" sz="850" dirty="0">
                <a:solidFill>
                  <a:srgbClr val="9399AC"/>
                </a:solidFill>
                <a:latin typeface="Malgun Gothic" pitchFamily="34" charset="0"/>
                <a:ea typeface="Malgun Gothic" pitchFamily="34" charset="-122"/>
                <a:cs typeface="Malgun Gothic" pitchFamily="34" charset="-120"/>
              </a:rPr>
              <a:t>출처: [12] The Alan Turing Institute (2025). Understanding the Impacts of Generative AI Use on Children</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62B48"/>
        </a:solidFill>
      </p:bgPr>
    </p:bg>
    <p:spTree>
      <p:nvGrpSpPr>
        <p:cNvPr id="1" name=""/>
        <p:cNvGrpSpPr/>
        <p:nvPr/>
      </p:nvGrpSpPr>
      <p:grpSpPr>
        <a:xfrm>
          <a:off x="0" y="0"/>
          <a:ext cx="0" cy="0"/>
          <a:chOff x="0" y="0"/>
          <a:chExt cx="0" cy="0"/>
        </a:xfrm>
      </p:grpSpPr>
      <p:sp>
        <p:nvSpPr>
          <p:cNvPr id="2" name="Text 0"/>
          <p:cNvSpPr txBox="1"/>
          <p:nvPr/>
        </p:nvSpPr>
        <p:spPr>
          <a:xfrm>
            <a:off x="777240" y="6355080"/>
            <a:ext cx="5486400" cy="274320"/>
          </a:xfrm>
          <a:prstGeom prst="rect">
            <a:avLst/>
          </a:prstGeom>
          <a:noFill/>
          <a:ln/>
        </p:spPr>
        <p:txBody>
          <a:bodyPr wrap="square" lIns="0" tIns="0" rIns="0" bIns="0" rtlCol="0" anchor="t"/>
          <a:lstStyle/>
          <a:p>
            <a:pPr algn="l" indent="0" marL="0">
              <a:lnSpc>
                <a:spcPct val="120000"/>
              </a:lnSpc>
              <a:buNone/>
            </a:pPr>
            <a:r>
              <a:rPr lang="en-US" sz="900" dirty="0">
                <a:solidFill>
                  <a:srgbClr val="AEB4D6"/>
                </a:solidFill>
                <a:latin typeface="Malgun Gothic" pitchFamily="34" charset="0"/>
                <a:ea typeface="Malgun Gothic" pitchFamily="34" charset="-122"/>
                <a:cs typeface="Malgun Gothic" pitchFamily="34" charset="-120"/>
              </a:rPr>
              <a:t>A  왜 만들었나</a:t>
            </a:r>
            <a:endParaRPr lang="en-US" sz="900" dirty="0"/>
          </a:p>
        </p:txBody>
      </p:sp>
      <p:sp>
        <p:nvSpPr>
          <p:cNvPr id="3" name="Text 1"/>
          <p:cNvSpPr txBox="1"/>
          <p:nvPr/>
        </p:nvSpPr>
        <p:spPr>
          <a:xfrm>
            <a:off x="10865815" y="6355080"/>
            <a:ext cx="548640" cy="274320"/>
          </a:xfrm>
          <a:prstGeom prst="rect">
            <a:avLst/>
          </a:prstGeom>
          <a:noFill/>
          <a:ln/>
        </p:spPr>
        <p:txBody>
          <a:bodyPr wrap="square" lIns="0" tIns="0" rIns="0" bIns="0" rtlCol="0" anchor="t"/>
          <a:lstStyle/>
          <a:p>
            <a:pPr algn="r" indent="0" marL="0">
              <a:lnSpc>
                <a:spcPct val="120000"/>
              </a:lnSpc>
              <a:buNone/>
            </a:pPr>
            <a:r>
              <a:rPr lang="en-US" sz="900" dirty="0">
                <a:solidFill>
                  <a:srgbClr val="AEB4D6"/>
                </a:solidFill>
                <a:latin typeface="Malgun Gothic" pitchFamily="34" charset="0"/>
                <a:ea typeface="Malgun Gothic" pitchFamily="34" charset="-122"/>
                <a:cs typeface="Malgun Gothic" pitchFamily="34" charset="-120"/>
              </a:rPr>
              <a:t>08</a:t>
            </a:r>
            <a:endParaRPr lang="en-US" sz="900" dirty="0"/>
          </a:p>
        </p:txBody>
      </p:sp>
      <p:sp>
        <p:nvSpPr>
          <p:cNvPr id="4" name="Text 2"/>
          <p:cNvSpPr txBox="1"/>
          <p:nvPr/>
        </p:nvSpPr>
        <p:spPr>
          <a:xfrm>
            <a:off x="777240" y="1554480"/>
            <a:ext cx="5486400" cy="320040"/>
          </a:xfrm>
          <a:prstGeom prst="rect">
            <a:avLst/>
          </a:prstGeom>
          <a:noFill/>
          <a:ln/>
        </p:spPr>
        <p:txBody>
          <a:bodyPr wrap="square" lIns="0" tIns="0" rIns="0" bIns="0" rtlCol="0" anchor="t"/>
          <a:lstStyle/>
          <a:p>
            <a:pPr algn="l" indent="0" marL="0">
              <a:lnSpc>
                <a:spcPct val="120000"/>
              </a:lnSpc>
              <a:buNone/>
            </a:pPr>
            <a:r>
              <a:rPr lang="en-US" sz="1400" dirty="0">
                <a:solidFill>
                  <a:srgbClr val="AEB4D6"/>
                </a:solidFill>
                <a:latin typeface="Malgun Gothic" pitchFamily="34" charset="0"/>
                <a:ea typeface="Malgun Gothic" pitchFamily="34" charset="-122"/>
                <a:cs typeface="Malgun Gothic" pitchFamily="34" charset="-120"/>
              </a:rPr>
              <a:t>기존 기술</a:t>
            </a:r>
            <a:endParaRPr lang="en-US" sz="1400" dirty="0"/>
          </a:p>
        </p:txBody>
      </p:sp>
      <p:sp>
        <p:nvSpPr>
          <p:cNvPr id="5" name="Text 3"/>
          <p:cNvSpPr txBox="1"/>
          <p:nvPr/>
        </p:nvSpPr>
        <p:spPr>
          <a:xfrm>
            <a:off x="777240" y="1920240"/>
            <a:ext cx="10058400" cy="640080"/>
          </a:xfrm>
          <a:prstGeom prst="rect">
            <a:avLst/>
          </a:prstGeom>
          <a:noFill/>
          <a:ln/>
        </p:spPr>
        <p:txBody>
          <a:bodyPr wrap="square" lIns="0" tIns="0" rIns="0" bIns="0" rtlCol="0" anchor="t"/>
          <a:lstStyle/>
          <a:p>
            <a:pPr algn="l" indent="0" marL="0">
              <a:lnSpc>
                <a:spcPct val="120000"/>
              </a:lnSpc>
              <a:buNone/>
            </a:pPr>
            <a:r>
              <a:rPr lang="en-US" sz="2600" b="1" dirty="0">
                <a:solidFill>
                  <a:srgbClr val="AEB4D6"/>
                </a:solidFill>
                <a:latin typeface="Malgun Gothic" pitchFamily="34" charset="0"/>
                <a:ea typeface="Malgun Gothic" pitchFamily="34" charset="-122"/>
                <a:cs typeface="Malgun Gothic" pitchFamily="34" charset="-120"/>
              </a:rPr>
              <a:t>그림을 움직이게 한다.</a:t>
            </a:r>
            <a:endParaRPr lang="en-US" sz="2600" dirty="0"/>
          </a:p>
        </p:txBody>
      </p:sp>
      <p:sp>
        <p:nvSpPr>
          <p:cNvPr id="6" name="Shape 4"/>
          <p:cNvSpPr/>
          <p:nvPr/>
        </p:nvSpPr>
        <p:spPr>
          <a:xfrm>
            <a:off x="777240" y="2971800"/>
            <a:ext cx="1097280" cy="0"/>
          </a:xfrm>
          <a:prstGeom prst="line">
            <a:avLst/>
          </a:prstGeom>
          <a:noFill/>
          <a:ln w="25400">
            <a:solidFill>
              <a:srgbClr val="FFE27A"/>
            </a:solidFill>
            <a:prstDash val="solid"/>
          </a:ln>
        </p:spPr>
      </p:sp>
      <p:sp>
        <p:nvSpPr>
          <p:cNvPr id="7" name="Text 5"/>
          <p:cNvSpPr txBox="1"/>
          <p:nvPr/>
        </p:nvSpPr>
        <p:spPr>
          <a:xfrm>
            <a:off x="777240" y="3291840"/>
            <a:ext cx="5486400" cy="320040"/>
          </a:xfrm>
          <a:prstGeom prst="rect">
            <a:avLst/>
          </a:prstGeom>
          <a:noFill/>
          <a:ln/>
        </p:spPr>
        <p:txBody>
          <a:bodyPr wrap="square" lIns="0" tIns="0" rIns="0" bIns="0" rtlCol="0" anchor="t"/>
          <a:lstStyle/>
          <a:p>
            <a:pPr algn="l" indent="0" marL="0">
              <a:lnSpc>
                <a:spcPct val="120000"/>
              </a:lnSpc>
              <a:buNone/>
            </a:pPr>
            <a:r>
              <a:rPr lang="en-US" sz="1400" dirty="0">
                <a:solidFill>
                  <a:srgbClr val="FFE27A"/>
                </a:solidFill>
                <a:latin typeface="Malgun Gothic" pitchFamily="34" charset="0"/>
                <a:ea typeface="Malgun Gothic" pitchFamily="34" charset="-122"/>
                <a:cs typeface="Malgun Gothic" pitchFamily="34" charset="-120"/>
              </a:rPr>
              <a:t>DrawTale의 질문</a:t>
            </a:r>
            <a:endParaRPr lang="en-US" sz="1400" dirty="0"/>
          </a:p>
        </p:txBody>
      </p:sp>
      <p:sp>
        <p:nvSpPr>
          <p:cNvPr id="8" name="Text 6"/>
          <p:cNvSpPr txBox="1"/>
          <p:nvPr/>
        </p:nvSpPr>
        <p:spPr>
          <a:xfrm>
            <a:off x="777240" y="3657600"/>
            <a:ext cx="10515600" cy="1737360"/>
          </a:xfrm>
          <a:prstGeom prst="rect">
            <a:avLst/>
          </a:prstGeom>
          <a:noFill/>
          <a:ln/>
        </p:spPr>
        <p:txBody>
          <a:bodyPr wrap="square" lIns="0" tIns="0" rIns="0" bIns="0" rtlCol="0" anchor="t"/>
          <a:lstStyle/>
          <a:p>
            <a:pPr algn="l" indent="0" marL="0">
              <a:lnSpc>
                <a:spcPct val="125000"/>
              </a:lnSpc>
              <a:buNone/>
            </a:pPr>
            <a:r>
              <a:rPr lang="en-US" sz="4200" b="1" spc="-100" kern="0" dirty="0">
                <a:solidFill>
                  <a:srgbClr val="FFFFFF"/>
                </a:solidFill>
                <a:latin typeface="Malgun Gothic" pitchFamily="34" charset="0"/>
                <a:ea typeface="Malgun Gothic" pitchFamily="34" charset="-122"/>
                <a:cs typeface="Malgun Gothic" pitchFamily="34" charset="-120"/>
              </a:rPr>
              <a:t>움직이게 된 내 그림이</a:t>
            </a:r>
            <a:endParaRPr lang="en-US" sz="4200" dirty="0"/>
          </a:p>
          <a:p>
            <a:pPr algn="l" indent="0" marL="0">
              <a:lnSpc>
                <a:spcPct val="125000"/>
              </a:lnSpc>
              <a:buNone/>
            </a:pPr>
            <a:r>
              <a:rPr lang="en-US" sz="4200" b="1" spc="-100" kern="0" dirty="0">
                <a:solidFill>
                  <a:srgbClr val="FFFFFF"/>
                </a:solidFill>
                <a:latin typeface="Malgun Gothic" pitchFamily="34" charset="0"/>
                <a:ea typeface="Malgun Gothic" pitchFamily="34" charset="-122"/>
                <a:cs typeface="Malgun Gothic" pitchFamily="34" charset="-120"/>
              </a:rPr>
              <a:t>내 이야기의 주인공이 된다면?</a:t>
            </a:r>
            <a:endParaRPr lang="en-US" sz="4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77240" y="6355080"/>
            <a:ext cx="5486400" cy="274320"/>
          </a:xfrm>
          <a:prstGeom prst="rect">
            <a:avLst/>
          </a:prstGeom>
          <a:noFill/>
          <a:ln/>
        </p:spPr>
        <p:txBody>
          <a:bodyPr wrap="square" lIns="0" tIns="0" rIns="0" bIns="0" rtlCol="0" anchor="t"/>
          <a:lstStyle/>
          <a:p>
            <a:pPr algn="l" indent="0" marL="0">
              <a:lnSpc>
                <a:spcPct val="120000"/>
              </a:lnSpc>
              <a:buNone/>
            </a:pPr>
            <a:r>
              <a:rPr lang="en-US" sz="900" dirty="0">
                <a:solidFill>
                  <a:srgbClr val="9399AC"/>
                </a:solidFill>
                <a:latin typeface="Malgun Gothic" pitchFamily="34" charset="0"/>
                <a:ea typeface="Malgun Gothic" pitchFamily="34" charset="-122"/>
                <a:cs typeface="Malgun Gothic" pitchFamily="34" charset="-120"/>
              </a:rPr>
              <a:t>A  왜 만들었나</a:t>
            </a:r>
            <a:endParaRPr lang="en-US" sz="900" dirty="0"/>
          </a:p>
        </p:txBody>
      </p:sp>
      <p:sp>
        <p:nvSpPr>
          <p:cNvPr id="3" name="Text 1"/>
          <p:cNvSpPr txBox="1"/>
          <p:nvPr/>
        </p:nvSpPr>
        <p:spPr>
          <a:xfrm>
            <a:off x="10865815" y="6355080"/>
            <a:ext cx="548640" cy="274320"/>
          </a:xfrm>
          <a:prstGeom prst="rect">
            <a:avLst/>
          </a:prstGeom>
          <a:noFill/>
          <a:ln/>
        </p:spPr>
        <p:txBody>
          <a:bodyPr wrap="square" lIns="0" tIns="0" rIns="0" bIns="0" rtlCol="0" anchor="t"/>
          <a:lstStyle/>
          <a:p>
            <a:pPr algn="r" indent="0" marL="0">
              <a:lnSpc>
                <a:spcPct val="120000"/>
              </a:lnSpc>
              <a:buNone/>
            </a:pPr>
            <a:r>
              <a:rPr lang="en-US" sz="900" dirty="0">
                <a:solidFill>
                  <a:srgbClr val="9399AC"/>
                </a:solidFill>
                <a:latin typeface="Malgun Gothic" pitchFamily="34" charset="0"/>
                <a:ea typeface="Malgun Gothic" pitchFamily="34" charset="-122"/>
                <a:cs typeface="Malgun Gothic" pitchFamily="34" charset="-120"/>
              </a:rPr>
              <a:t>09</a:t>
            </a:r>
            <a:endParaRPr lang="en-US" sz="900" dirty="0"/>
          </a:p>
        </p:txBody>
      </p:sp>
      <p:sp>
        <p:nvSpPr>
          <p:cNvPr id="4" name="Shape 2"/>
          <p:cNvSpPr/>
          <p:nvPr/>
        </p:nvSpPr>
        <p:spPr>
          <a:xfrm>
            <a:off x="8001000" y="0"/>
            <a:ext cx="4190695" cy="6858000"/>
          </a:xfrm>
          <a:prstGeom prst="rect">
            <a:avLst/>
          </a:prstGeom>
          <a:solidFill>
            <a:srgbClr val="262B48"/>
          </a:solidFill>
          <a:ln/>
        </p:spPr>
      </p:sp>
      <p:sp>
        <p:nvSpPr>
          <p:cNvPr id="5" name="Text 3"/>
          <p:cNvSpPr txBox="1"/>
          <p:nvPr/>
        </p:nvSpPr>
        <p:spPr>
          <a:xfrm>
            <a:off x="777240" y="685800"/>
            <a:ext cx="6858000" cy="685800"/>
          </a:xfrm>
          <a:prstGeom prst="rect">
            <a:avLst/>
          </a:prstGeom>
          <a:noFill/>
          <a:ln/>
        </p:spPr>
        <p:txBody>
          <a:bodyPr wrap="square" lIns="0" tIns="0" rIns="0" bIns="0" rtlCol="0" anchor="t"/>
          <a:lstStyle/>
          <a:p>
            <a:pPr algn="l" indent="0" marL="0">
              <a:lnSpc>
                <a:spcPct val="120000"/>
              </a:lnSpc>
              <a:buNone/>
            </a:pPr>
            <a:r>
              <a:rPr lang="en-US" sz="3000" b="1" spc="-50" kern="0" dirty="0">
                <a:solidFill>
                  <a:srgbClr val="262B40"/>
                </a:solidFill>
                <a:latin typeface="Malgun Gothic" pitchFamily="34" charset="0"/>
                <a:ea typeface="Malgun Gothic" pitchFamily="34" charset="-122"/>
                <a:cs typeface="Malgun Gothic" pitchFamily="34" charset="-120"/>
              </a:rPr>
              <a:t>조사에서 서비스 방향까지</a:t>
            </a:r>
            <a:endParaRPr lang="en-US" sz="3000" dirty="0"/>
          </a:p>
        </p:txBody>
      </p:sp>
      <p:sp>
        <p:nvSpPr>
          <p:cNvPr id="6" name="Shape 4"/>
          <p:cNvSpPr/>
          <p:nvPr/>
        </p:nvSpPr>
        <p:spPr>
          <a:xfrm>
            <a:off x="777240" y="1783080"/>
            <a:ext cx="6675120" cy="0"/>
          </a:xfrm>
          <a:prstGeom prst="line">
            <a:avLst/>
          </a:prstGeom>
          <a:noFill/>
          <a:ln w="9525">
            <a:solidFill>
              <a:srgbClr val="E2E5EC"/>
            </a:solidFill>
            <a:prstDash val="solid"/>
          </a:ln>
        </p:spPr>
      </p:sp>
      <p:sp>
        <p:nvSpPr>
          <p:cNvPr id="7" name="Text 5"/>
          <p:cNvSpPr txBox="1"/>
          <p:nvPr/>
        </p:nvSpPr>
        <p:spPr>
          <a:xfrm>
            <a:off x="777240" y="1947672"/>
            <a:ext cx="1645920" cy="320040"/>
          </a:xfrm>
          <a:prstGeom prst="rect">
            <a:avLst/>
          </a:prstGeom>
          <a:noFill/>
          <a:ln/>
        </p:spPr>
        <p:txBody>
          <a:bodyPr wrap="square" lIns="0" tIns="0" rIns="0" bIns="0" rtlCol="0" anchor="t"/>
          <a:lstStyle/>
          <a:p>
            <a:pPr algn="l" indent="0" marL="0">
              <a:lnSpc>
                <a:spcPct val="120000"/>
              </a:lnSpc>
              <a:buNone/>
            </a:pPr>
            <a:r>
              <a:rPr lang="en-US" sz="1300" b="1" dirty="0">
                <a:solidFill>
                  <a:srgbClr val="4256C8"/>
                </a:solidFill>
                <a:latin typeface="Malgun Gothic" pitchFamily="34" charset="0"/>
                <a:ea typeface="Malgun Gothic" pitchFamily="34" charset="-122"/>
                <a:cs typeface="Malgun Gothic" pitchFamily="34" charset="-120"/>
              </a:rPr>
              <a:t>사회적 배경</a:t>
            </a:r>
            <a:endParaRPr lang="en-US" sz="1300" dirty="0"/>
          </a:p>
        </p:txBody>
      </p:sp>
      <p:sp>
        <p:nvSpPr>
          <p:cNvPr id="8" name="Text 6"/>
          <p:cNvSpPr txBox="1"/>
          <p:nvPr/>
        </p:nvSpPr>
        <p:spPr>
          <a:xfrm>
            <a:off x="2514600" y="1938528"/>
            <a:ext cx="4937760" cy="548640"/>
          </a:xfrm>
          <a:prstGeom prst="rect">
            <a:avLst/>
          </a:prstGeom>
          <a:noFill/>
          <a:ln/>
        </p:spPr>
        <p:txBody>
          <a:bodyPr wrap="square" lIns="0" tIns="0" rIns="0" bIns="0" rtlCol="0" anchor="t"/>
          <a:lstStyle/>
          <a:p>
            <a:pPr algn="l" indent="0" marL="0">
              <a:lnSpc>
                <a:spcPct val="130000"/>
              </a:lnSpc>
              <a:buNone/>
            </a:pPr>
            <a:r>
              <a:rPr lang="en-US" sz="1300" dirty="0">
                <a:solidFill>
                  <a:srgbClr val="262B40"/>
                </a:solidFill>
                <a:latin typeface="Malgun Gothic" pitchFamily="34" charset="0"/>
                <a:ea typeface="Malgun Gothic" pitchFamily="34" charset="-122"/>
                <a:cs typeface="Malgun Gothic" pitchFamily="34" charset="-120"/>
              </a:rPr>
              <a:t>느린학습자와 부모가 겪는 학습 · 지원의 어려움</a:t>
            </a:r>
            <a:endParaRPr lang="en-US" sz="1300" dirty="0"/>
          </a:p>
        </p:txBody>
      </p:sp>
      <p:sp>
        <p:nvSpPr>
          <p:cNvPr id="9" name="Shape 7"/>
          <p:cNvSpPr/>
          <p:nvPr/>
        </p:nvSpPr>
        <p:spPr>
          <a:xfrm>
            <a:off x="777240" y="2569464"/>
            <a:ext cx="6675120" cy="0"/>
          </a:xfrm>
          <a:prstGeom prst="line">
            <a:avLst/>
          </a:prstGeom>
          <a:noFill/>
          <a:ln w="9525">
            <a:solidFill>
              <a:srgbClr val="E2E5EC"/>
            </a:solidFill>
            <a:prstDash val="solid"/>
          </a:ln>
        </p:spPr>
      </p:sp>
      <p:sp>
        <p:nvSpPr>
          <p:cNvPr id="10" name="Text 8"/>
          <p:cNvSpPr txBox="1"/>
          <p:nvPr/>
        </p:nvSpPr>
        <p:spPr>
          <a:xfrm>
            <a:off x="777240" y="2734056"/>
            <a:ext cx="1645920" cy="320040"/>
          </a:xfrm>
          <a:prstGeom prst="rect">
            <a:avLst/>
          </a:prstGeom>
          <a:noFill/>
          <a:ln/>
        </p:spPr>
        <p:txBody>
          <a:bodyPr wrap="square" lIns="0" tIns="0" rIns="0" bIns="0" rtlCol="0" anchor="t"/>
          <a:lstStyle/>
          <a:p>
            <a:pPr algn="l" indent="0" marL="0">
              <a:lnSpc>
                <a:spcPct val="120000"/>
              </a:lnSpc>
              <a:buNone/>
            </a:pPr>
            <a:r>
              <a:rPr lang="en-US" sz="1300" b="1" dirty="0">
                <a:solidFill>
                  <a:srgbClr val="4256C8"/>
                </a:solidFill>
                <a:latin typeface="Malgun Gothic" pitchFamily="34" charset="0"/>
                <a:ea typeface="Malgun Gothic" pitchFamily="34" charset="-122"/>
                <a:cs typeface="Malgun Gothic" pitchFamily="34" charset="-120"/>
              </a:rPr>
              <a:t>교육적 배경</a:t>
            </a:r>
            <a:endParaRPr lang="en-US" sz="1300" dirty="0"/>
          </a:p>
        </p:txBody>
      </p:sp>
      <p:sp>
        <p:nvSpPr>
          <p:cNvPr id="11" name="Text 9"/>
          <p:cNvSpPr txBox="1"/>
          <p:nvPr/>
        </p:nvSpPr>
        <p:spPr>
          <a:xfrm>
            <a:off x="2514600" y="2724912"/>
            <a:ext cx="4937760" cy="548640"/>
          </a:xfrm>
          <a:prstGeom prst="rect">
            <a:avLst/>
          </a:prstGeom>
          <a:noFill/>
          <a:ln/>
        </p:spPr>
        <p:txBody>
          <a:bodyPr wrap="square" lIns="0" tIns="0" rIns="0" bIns="0" rtlCol="0" anchor="t"/>
          <a:lstStyle/>
          <a:p>
            <a:pPr algn="l" indent="0" marL="0">
              <a:lnSpc>
                <a:spcPct val="130000"/>
              </a:lnSpc>
              <a:buNone/>
            </a:pPr>
            <a:r>
              <a:rPr lang="en-US" sz="1300" dirty="0">
                <a:solidFill>
                  <a:srgbClr val="262B40"/>
                </a:solidFill>
                <a:latin typeface="Malgun Gothic" pitchFamily="34" charset="0"/>
                <a:ea typeface="Malgun Gothic" pitchFamily="34" charset="-122"/>
                <a:cs typeface="Malgun Gothic" pitchFamily="34" charset="-120"/>
              </a:rPr>
              <a:t>그림과 이야기로 생각을 표현하는 Narrative 활동의 가능성</a:t>
            </a:r>
            <a:endParaRPr lang="en-US" sz="1300" dirty="0"/>
          </a:p>
        </p:txBody>
      </p:sp>
      <p:sp>
        <p:nvSpPr>
          <p:cNvPr id="12" name="Shape 10"/>
          <p:cNvSpPr/>
          <p:nvPr/>
        </p:nvSpPr>
        <p:spPr>
          <a:xfrm>
            <a:off x="777240" y="3355848"/>
            <a:ext cx="6675120" cy="0"/>
          </a:xfrm>
          <a:prstGeom prst="line">
            <a:avLst/>
          </a:prstGeom>
          <a:noFill/>
          <a:ln w="9525">
            <a:solidFill>
              <a:srgbClr val="E2E5EC"/>
            </a:solidFill>
            <a:prstDash val="solid"/>
          </a:ln>
        </p:spPr>
      </p:sp>
      <p:sp>
        <p:nvSpPr>
          <p:cNvPr id="13" name="Text 11"/>
          <p:cNvSpPr txBox="1"/>
          <p:nvPr/>
        </p:nvSpPr>
        <p:spPr>
          <a:xfrm>
            <a:off x="777240" y="3520440"/>
            <a:ext cx="1645920" cy="320040"/>
          </a:xfrm>
          <a:prstGeom prst="rect">
            <a:avLst/>
          </a:prstGeom>
          <a:noFill/>
          <a:ln/>
        </p:spPr>
        <p:txBody>
          <a:bodyPr wrap="square" lIns="0" tIns="0" rIns="0" bIns="0" rtlCol="0" anchor="t"/>
          <a:lstStyle/>
          <a:p>
            <a:pPr algn="l" indent="0" marL="0">
              <a:lnSpc>
                <a:spcPct val="120000"/>
              </a:lnSpc>
              <a:buNone/>
            </a:pPr>
            <a:r>
              <a:rPr lang="en-US" sz="1300" b="1" dirty="0">
                <a:solidFill>
                  <a:srgbClr val="4256C8"/>
                </a:solidFill>
                <a:latin typeface="Malgun Gothic" pitchFamily="34" charset="0"/>
                <a:ea typeface="Malgun Gothic" pitchFamily="34" charset="-122"/>
                <a:cs typeface="Malgun Gothic" pitchFamily="34" charset="-120"/>
              </a:rPr>
              <a:t>기술 조사</a:t>
            </a:r>
            <a:endParaRPr lang="en-US" sz="1300" dirty="0"/>
          </a:p>
        </p:txBody>
      </p:sp>
      <p:sp>
        <p:nvSpPr>
          <p:cNvPr id="14" name="Text 12"/>
          <p:cNvSpPr txBox="1"/>
          <p:nvPr/>
        </p:nvSpPr>
        <p:spPr>
          <a:xfrm>
            <a:off x="2514600" y="3511296"/>
            <a:ext cx="4937760" cy="548640"/>
          </a:xfrm>
          <a:prstGeom prst="rect">
            <a:avLst/>
          </a:prstGeom>
          <a:noFill/>
          <a:ln/>
        </p:spPr>
        <p:txBody>
          <a:bodyPr wrap="square" lIns="0" tIns="0" rIns="0" bIns="0" rtlCol="0" anchor="t"/>
          <a:lstStyle/>
          <a:p>
            <a:pPr algn="l" indent="0" marL="0">
              <a:lnSpc>
                <a:spcPct val="130000"/>
              </a:lnSpc>
              <a:buNone/>
            </a:pPr>
            <a:r>
              <a:rPr lang="en-US" sz="1300" dirty="0">
                <a:solidFill>
                  <a:srgbClr val="262B40"/>
                </a:solidFill>
                <a:latin typeface="Malgun Gothic" pitchFamily="34" charset="0"/>
                <a:ea typeface="Malgun Gothic" pitchFamily="34" charset="-122"/>
                <a:cs typeface="Malgun Gothic" pitchFamily="34" charset="-120"/>
              </a:rPr>
              <a:t>AI로 손그림 캐릭터 · 관절을 인식하고 움직일 수 있다</a:t>
            </a:r>
            <a:endParaRPr lang="en-US" sz="1300" dirty="0"/>
          </a:p>
        </p:txBody>
      </p:sp>
      <p:sp>
        <p:nvSpPr>
          <p:cNvPr id="15" name="Shape 13"/>
          <p:cNvSpPr/>
          <p:nvPr/>
        </p:nvSpPr>
        <p:spPr>
          <a:xfrm>
            <a:off x="777240" y="4142232"/>
            <a:ext cx="6675120" cy="0"/>
          </a:xfrm>
          <a:prstGeom prst="line">
            <a:avLst/>
          </a:prstGeom>
          <a:noFill/>
          <a:ln w="9525">
            <a:solidFill>
              <a:srgbClr val="E2E5EC"/>
            </a:solidFill>
            <a:prstDash val="solid"/>
          </a:ln>
        </p:spPr>
      </p:sp>
      <p:sp>
        <p:nvSpPr>
          <p:cNvPr id="16" name="Text 14"/>
          <p:cNvSpPr txBox="1"/>
          <p:nvPr/>
        </p:nvSpPr>
        <p:spPr>
          <a:xfrm>
            <a:off x="777240" y="4306824"/>
            <a:ext cx="1645920" cy="320040"/>
          </a:xfrm>
          <a:prstGeom prst="rect">
            <a:avLst/>
          </a:prstGeom>
          <a:noFill/>
          <a:ln/>
        </p:spPr>
        <p:txBody>
          <a:bodyPr wrap="square" lIns="0" tIns="0" rIns="0" bIns="0" rtlCol="0" anchor="t"/>
          <a:lstStyle/>
          <a:p>
            <a:pPr algn="l" indent="0" marL="0">
              <a:lnSpc>
                <a:spcPct val="120000"/>
              </a:lnSpc>
              <a:buNone/>
            </a:pPr>
            <a:r>
              <a:rPr lang="en-US" sz="1300" b="1" dirty="0">
                <a:solidFill>
                  <a:srgbClr val="4256C8"/>
                </a:solidFill>
                <a:latin typeface="Malgun Gothic" pitchFamily="34" charset="0"/>
                <a:ea typeface="Malgun Gothic" pitchFamily="34" charset="-122"/>
                <a:cs typeface="Malgun Gothic" pitchFamily="34" charset="-120"/>
              </a:rPr>
              <a:t>기존 서비스</a:t>
            </a:r>
            <a:endParaRPr lang="en-US" sz="1300" dirty="0"/>
          </a:p>
        </p:txBody>
      </p:sp>
      <p:sp>
        <p:nvSpPr>
          <p:cNvPr id="17" name="Text 15"/>
          <p:cNvSpPr txBox="1"/>
          <p:nvPr/>
        </p:nvSpPr>
        <p:spPr>
          <a:xfrm>
            <a:off x="2514600" y="4297680"/>
            <a:ext cx="4937760" cy="548640"/>
          </a:xfrm>
          <a:prstGeom prst="rect">
            <a:avLst/>
          </a:prstGeom>
          <a:noFill/>
          <a:ln/>
        </p:spPr>
        <p:txBody>
          <a:bodyPr wrap="square" lIns="0" tIns="0" rIns="0" bIns="0" rtlCol="0" anchor="t"/>
          <a:lstStyle/>
          <a:p>
            <a:pPr algn="l" indent="0" marL="0">
              <a:lnSpc>
                <a:spcPct val="130000"/>
              </a:lnSpc>
              <a:buNone/>
            </a:pPr>
            <a:r>
              <a:rPr lang="en-US" sz="1300" dirty="0">
                <a:solidFill>
                  <a:srgbClr val="262B40"/>
                </a:solidFill>
                <a:latin typeface="Malgun Gothic" pitchFamily="34" charset="0"/>
                <a:ea typeface="Malgun Gothic" pitchFamily="34" charset="-122"/>
                <a:cs typeface="Malgun Gothic" pitchFamily="34" charset="-120"/>
              </a:rPr>
              <a:t>그림 애니메이션과 AI 이야기 서비스는 이미 있다</a:t>
            </a:r>
            <a:endParaRPr lang="en-US" sz="1300" dirty="0"/>
          </a:p>
        </p:txBody>
      </p:sp>
      <p:sp>
        <p:nvSpPr>
          <p:cNvPr id="18" name="Shape 16"/>
          <p:cNvSpPr/>
          <p:nvPr/>
        </p:nvSpPr>
        <p:spPr>
          <a:xfrm>
            <a:off x="777240" y="4928616"/>
            <a:ext cx="6675120" cy="0"/>
          </a:xfrm>
          <a:prstGeom prst="line">
            <a:avLst/>
          </a:prstGeom>
          <a:noFill/>
          <a:ln w="9525">
            <a:solidFill>
              <a:srgbClr val="E2E5EC"/>
            </a:solidFill>
            <a:prstDash val="solid"/>
          </a:ln>
        </p:spPr>
      </p:sp>
      <p:sp>
        <p:nvSpPr>
          <p:cNvPr id="19" name="Text 17"/>
          <p:cNvSpPr txBox="1"/>
          <p:nvPr/>
        </p:nvSpPr>
        <p:spPr>
          <a:xfrm>
            <a:off x="777240" y="5093208"/>
            <a:ext cx="1645920" cy="320040"/>
          </a:xfrm>
          <a:prstGeom prst="rect">
            <a:avLst/>
          </a:prstGeom>
          <a:noFill/>
          <a:ln/>
        </p:spPr>
        <p:txBody>
          <a:bodyPr wrap="square" lIns="0" tIns="0" rIns="0" bIns="0" rtlCol="0" anchor="t"/>
          <a:lstStyle/>
          <a:p>
            <a:pPr algn="l" indent="0" marL="0">
              <a:lnSpc>
                <a:spcPct val="120000"/>
              </a:lnSpc>
              <a:buNone/>
            </a:pPr>
            <a:r>
              <a:rPr lang="en-US" sz="1300" b="1" dirty="0">
                <a:solidFill>
                  <a:srgbClr val="4256C8"/>
                </a:solidFill>
                <a:latin typeface="Malgun Gothic" pitchFamily="34" charset="0"/>
                <a:ea typeface="Malgun Gothic" pitchFamily="34" charset="-122"/>
                <a:cs typeface="Malgun Gothic" pitchFamily="34" charset="-120"/>
              </a:rPr>
              <a:t>발견한 한계</a:t>
            </a:r>
            <a:endParaRPr lang="en-US" sz="1300" dirty="0"/>
          </a:p>
        </p:txBody>
      </p:sp>
      <p:sp>
        <p:nvSpPr>
          <p:cNvPr id="20" name="Text 18"/>
          <p:cNvSpPr txBox="1"/>
          <p:nvPr/>
        </p:nvSpPr>
        <p:spPr>
          <a:xfrm>
            <a:off x="2514600" y="5084064"/>
            <a:ext cx="4937760" cy="548640"/>
          </a:xfrm>
          <a:prstGeom prst="rect">
            <a:avLst/>
          </a:prstGeom>
          <a:noFill/>
          <a:ln/>
        </p:spPr>
        <p:txBody>
          <a:bodyPr wrap="square" lIns="0" tIns="0" rIns="0" bIns="0" rtlCol="0" anchor="t"/>
          <a:lstStyle/>
          <a:p>
            <a:pPr algn="l" indent="0" marL="0">
              <a:lnSpc>
                <a:spcPct val="130000"/>
              </a:lnSpc>
              <a:buNone/>
            </a:pPr>
            <a:r>
              <a:rPr lang="en-US" sz="1300" dirty="0">
                <a:solidFill>
                  <a:srgbClr val="262B40"/>
                </a:solidFill>
                <a:latin typeface="Malgun Gothic" pitchFamily="34" charset="0"/>
                <a:ea typeface="Malgun Gothic" pitchFamily="34" charset="-122"/>
                <a:cs typeface="Malgun Gothic" pitchFamily="34" charset="-120"/>
              </a:rPr>
              <a:t>AI가 결과 대부분을 만들면 아이의 참여가 한 번에 끝나기 쉽다</a:t>
            </a:r>
            <a:endParaRPr lang="en-US" sz="1300" dirty="0"/>
          </a:p>
        </p:txBody>
      </p:sp>
      <p:sp>
        <p:nvSpPr>
          <p:cNvPr id="21" name="Shape 19"/>
          <p:cNvSpPr/>
          <p:nvPr/>
        </p:nvSpPr>
        <p:spPr>
          <a:xfrm>
            <a:off x="777240" y="5715000"/>
            <a:ext cx="6675120" cy="0"/>
          </a:xfrm>
          <a:prstGeom prst="line">
            <a:avLst/>
          </a:prstGeom>
          <a:noFill/>
          <a:ln w="9525">
            <a:solidFill>
              <a:srgbClr val="E2E5EC"/>
            </a:solidFill>
            <a:prstDash val="solid"/>
          </a:ln>
        </p:spPr>
      </p:sp>
      <p:sp>
        <p:nvSpPr>
          <p:cNvPr id="22" name="Text 20"/>
          <p:cNvSpPr txBox="1"/>
          <p:nvPr/>
        </p:nvSpPr>
        <p:spPr>
          <a:xfrm>
            <a:off x="8549640" y="1828800"/>
            <a:ext cx="3184855" cy="320040"/>
          </a:xfrm>
          <a:prstGeom prst="rect">
            <a:avLst/>
          </a:prstGeom>
          <a:noFill/>
          <a:ln/>
        </p:spPr>
        <p:txBody>
          <a:bodyPr wrap="square" lIns="0" tIns="0" rIns="0" bIns="0" rtlCol="0" anchor="t"/>
          <a:lstStyle/>
          <a:p>
            <a:pPr algn="l" indent="0" marL="0">
              <a:lnSpc>
                <a:spcPct val="120000"/>
              </a:lnSpc>
              <a:buNone/>
            </a:pPr>
            <a:r>
              <a:rPr lang="en-US" sz="1300" dirty="0">
                <a:solidFill>
                  <a:srgbClr val="FFE27A"/>
                </a:solidFill>
                <a:latin typeface="Malgun Gothic" pitchFamily="34" charset="0"/>
                <a:ea typeface="Malgun Gothic" pitchFamily="34" charset="-122"/>
                <a:cs typeface="Malgun Gothic" pitchFamily="34" charset="-120"/>
              </a:rPr>
              <a:t>그래서 DrawTale은</a:t>
            </a:r>
            <a:endParaRPr lang="en-US" sz="1300" dirty="0"/>
          </a:p>
        </p:txBody>
      </p:sp>
      <p:sp>
        <p:nvSpPr>
          <p:cNvPr id="23" name="Text 21"/>
          <p:cNvSpPr txBox="1"/>
          <p:nvPr/>
        </p:nvSpPr>
        <p:spPr>
          <a:xfrm>
            <a:off x="8549640" y="2286000"/>
            <a:ext cx="3184855" cy="2377440"/>
          </a:xfrm>
          <a:prstGeom prst="rect">
            <a:avLst/>
          </a:prstGeom>
          <a:noFill/>
          <a:ln/>
        </p:spPr>
        <p:txBody>
          <a:bodyPr wrap="square" lIns="0" tIns="0" rIns="0" bIns="0" rtlCol="0" anchor="t"/>
          <a:lstStyle/>
          <a:p>
            <a:pPr algn="l" indent="0" marL="0">
              <a:lnSpc>
                <a:spcPct val="145000"/>
              </a:lnSpc>
              <a:buNone/>
            </a:pPr>
            <a:r>
              <a:rPr lang="en-US" sz="2200" b="1" dirty="0">
                <a:solidFill>
                  <a:srgbClr val="FFFFFF"/>
                </a:solidFill>
                <a:latin typeface="Malgun Gothic" pitchFamily="34" charset="0"/>
                <a:ea typeface="Malgun Gothic" pitchFamily="34" charset="-122"/>
                <a:cs typeface="Malgun Gothic" pitchFamily="34" charset="-120"/>
              </a:rPr>
              <a:t>AI가 아이 대신 창작하기보다, 아이의 그림과 선택이 이야기의 중심이 되는 서비스</a:t>
            </a:r>
            <a:endParaRPr lang="en-US" sz="2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77240" y="6355080"/>
            <a:ext cx="5486400" cy="274320"/>
          </a:xfrm>
          <a:prstGeom prst="rect">
            <a:avLst/>
          </a:prstGeom>
          <a:noFill/>
          <a:ln/>
        </p:spPr>
        <p:txBody>
          <a:bodyPr wrap="square" lIns="0" tIns="0" rIns="0" bIns="0" rtlCol="0" anchor="t"/>
          <a:lstStyle/>
          <a:p>
            <a:pPr algn="l" indent="0" marL="0">
              <a:lnSpc>
                <a:spcPct val="120000"/>
              </a:lnSpc>
              <a:buNone/>
            </a:pPr>
            <a:r>
              <a:rPr lang="en-US" sz="900" dirty="0">
                <a:solidFill>
                  <a:srgbClr val="9399AC"/>
                </a:solidFill>
                <a:latin typeface="Malgun Gothic" pitchFamily="34" charset="0"/>
                <a:ea typeface="Malgun Gothic" pitchFamily="34" charset="-122"/>
                <a:cs typeface="Malgun Gothic" pitchFamily="34" charset="-120"/>
              </a:rPr>
              <a:t>A  왜 만들었나</a:t>
            </a:r>
            <a:endParaRPr lang="en-US" sz="900" dirty="0"/>
          </a:p>
        </p:txBody>
      </p:sp>
      <p:sp>
        <p:nvSpPr>
          <p:cNvPr id="3" name="Text 1"/>
          <p:cNvSpPr txBox="1"/>
          <p:nvPr/>
        </p:nvSpPr>
        <p:spPr>
          <a:xfrm>
            <a:off x="10865815" y="6355080"/>
            <a:ext cx="548640" cy="274320"/>
          </a:xfrm>
          <a:prstGeom prst="rect">
            <a:avLst/>
          </a:prstGeom>
          <a:noFill/>
          <a:ln/>
        </p:spPr>
        <p:txBody>
          <a:bodyPr wrap="square" lIns="0" tIns="0" rIns="0" bIns="0" rtlCol="0" anchor="t"/>
          <a:lstStyle/>
          <a:p>
            <a:pPr algn="r" indent="0" marL="0">
              <a:lnSpc>
                <a:spcPct val="120000"/>
              </a:lnSpc>
              <a:buNone/>
            </a:pPr>
            <a:r>
              <a:rPr lang="en-US" sz="900" dirty="0">
                <a:solidFill>
                  <a:srgbClr val="9399AC"/>
                </a:solidFill>
                <a:latin typeface="Malgun Gothic" pitchFamily="34" charset="0"/>
                <a:ea typeface="Malgun Gothic" pitchFamily="34" charset="-122"/>
                <a:cs typeface="Malgun Gothic" pitchFamily="34" charset="-120"/>
              </a:rPr>
              <a:t>10</a:t>
            </a:r>
            <a:endParaRPr lang="en-US" sz="900" dirty="0"/>
          </a:p>
        </p:txBody>
      </p:sp>
      <p:sp>
        <p:nvSpPr>
          <p:cNvPr id="4" name="Text 2"/>
          <p:cNvSpPr txBox="1"/>
          <p:nvPr/>
        </p:nvSpPr>
        <p:spPr>
          <a:xfrm>
            <a:off x="777240" y="685800"/>
            <a:ext cx="5486400" cy="320040"/>
          </a:xfrm>
          <a:prstGeom prst="rect">
            <a:avLst/>
          </a:prstGeom>
          <a:noFill/>
          <a:ln/>
        </p:spPr>
        <p:txBody>
          <a:bodyPr wrap="square" lIns="0" tIns="0" rIns="0" bIns="0" rtlCol="0" anchor="t"/>
          <a:lstStyle/>
          <a:p>
            <a:pPr algn="l" indent="0" marL="0">
              <a:lnSpc>
                <a:spcPct val="120000"/>
              </a:lnSpc>
              <a:buNone/>
            </a:pPr>
            <a:r>
              <a:rPr lang="en-US" sz="1300" b="1" dirty="0">
                <a:solidFill>
                  <a:srgbClr val="4256C8"/>
                </a:solidFill>
                <a:latin typeface="Malgun Gothic" pitchFamily="34" charset="0"/>
                <a:ea typeface="Malgun Gothic" pitchFamily="34" charset="-122"/>
                <a:cs typeface="Malgun Gothic" pitchFamily="34" charset="-120"/>
              </a:rPr>
              <a:t>서비스 개요</a:t>
            </a:r>
            <a:endParaRPr lang="en-US" sz="1300" dirty="0"/>
          </a:p>
        </p:txBody>
      </p:sp>
      <p:sp>
        <p:nvSpPr>
          <p:cNvPr id="5" name="Text 3"/>
          <p:cNvSpPr txBox="1"/>
          <p:nvPr/>
        </p:nvSpPr>
        <p:spPr>
          <a:xfrm>
            <a:off x="777240" y="1143000"/>
            <a:ext cx="9722815" cy="1463040"/>
          </a:xfrm>
          <a:prstGeom prst="rect">
            <a:avLst/>
          </a:prstGeom>
          <a:noFill/>
          <a:ln/>
        </p:spPr>
        <p:txBody>
          <a:bodyPr wrap="square" lIns="0" tIns="0" rIns="0" bIns="0" rtlCol="0" anchor="t"/>
          <a:lstStyle/>
          <a:p>
            <a:pPr algn="l" indent="0" marL="0">
              <a:lnSpc>
                <a:spcPct val="140000"/>
              </a:lnSpc>
              <a:buNone/>
            </a:pPr>
            <a:r>
              <a:rPr lang="en-US" sz="2600" b="1" spc="-50" kern="0" dirty="0">
                <a:solidFill>
                  <a:srgbClr val="262B40"/>
                </a:solidFill>
                <a:latin typeface="Malgun Gothic" pitchFamily="34" charset="0"/>
                <a:ea typeface="Malgun Gothic" pitchFamily="34" charset="-122"/>
                <a:cs typeface="Malgun Gothic" pitchFamily="34" charset="-120"/>
              </a:rPr>
              <a:t>아이가 직접 그린 캐릭터를 AI가 알아보고 움직이게 해서, 아이의 선택으로 자신만의 이야기를 완성하는 인터랙티브 스토리 서비스</a:t>
            </a:r>
            <a:endParaRPr lang="en-US" sz="2600" dirty="0"/>
          </a:p>
        </p:txBody>
      </p:sp>
      <p:sp>
        <p:nvSpPr>
          <p:cNvPr id="6" name="Shape 4"/>
          <p:cNvSpPr/>
          <p:nvPr/>
        </p:nvSpPr>
        <p:spPr>
          <a:xfrm>
            <a:off x="777240" y="2926080"/>
            <a:ext cx="4952848" cy="0"/>
          </a:xfrm>
          <a:prstGeom prst="line">
            <a:avLst/>
          </a:prstGeom>
          <a:noFill/>
          <a:ln w="9525">
            <a:solidFill>
              <a:srgbClr val="E2E5EC"/>
            </a:solidFill>
            <a:prstDash val="solid"/>
          </a:ln>
        </p:spPr>
      </p:sp>
      <p:sp>
        <p:nvSpPr>
          <p:cNvPr id="7" name="Shape 5"/>
          <p:cNvSpPr/>
          <p:nvPr/>
        </p:nvSpPr>
        <p:spPr>
          <a:xfrm>
            <a:off x="6461608" y="2926080"/>
            <a:ext cx="4952848" cy="0"/>
          </a:xfrm>
          <a:prstGeom prst="line">
            <a:avLst/>
          </a:prstGeom>
          <a:noFill/>
          <a:ln w="9525">
            <a:solidFill>
              <a:srgbClr val="E2E5EC"/>
            </a:solidFill>
            <a:prstDash val="solid"/>
          </a:ln>
        </p:spPr>
      </p:sp>
      <p:sp>
        <p:nvSpPr>
          <p:cNvPr id="8" name="Text 6"/>
          <p:cNvSpPr txBox="1"/>
          <p:nvPr/>
        </p:nvSpPr>
        <p:spPr>
          <a:xfrm>
            <a:off x="777240" y="3154680"/>
            <a:ext cx="4952848" cy="274320"/>
          </a:xfrm>
          <a:prstGeom prst="rect">
            <a:avLst/>
          </a:prstGeom>
          <a:noFill/>
          <a:ln/>
        </p:spPr>
        <p:txBody>
          <a:bodyPr wrap="square" lIns="0" tIns="0" rIns="0" bIns="0" rtlCol="0" anchor="t"/>
          <a:lstStyle/>
          <a:p>
            <a:pPr algn="l" indent="0" marL="0">
              <a:lnSpc>
                <a:spcPct val="120000"/>
              </a:lnSpc>
              <a:buNone/>
            </a:pPr>
            <a:r>
              <a:rPr lang="en-US" sz="1200" b="1" dirty="0">
                <a:solidFill>
                  <a:srgbClr val="4256C8"/>
                </a:solidFill>
                <a:latin typeface="Malgun Gothic" pitchFamily="34" charset="0"/>
                <a:ea typeface="Malgun Gothic" pitchFamily="34" charset="-122"/>
                <a:cs typeface="Malgun Gothic" pitchFamily="34" charset="-120"/>
              </a:rPr>
              <a:t>서비스 대상</a:t>
            </a:r>
            <a:endParaRPr lang="en-US" sz="1200" dirty="0"/>
          </a:p>
        </p:txBody>
      </p:sp>
      <p:sp>
        <p:nvSpPr>
          <p:cNvPr id="9" name="Text 7"/>
          <p:cNvSpPr txBox="1"/>
          <p:nvPr/>
        </p:nvSpPr>
        <p:spPr>
          <a:xfrm>
            <a:off x="777240" y="3566160"/>
            <a:ext cx="4952848" cy="1280160"/>
          </a:xfrm>
          <a:prstGeom prst="rect">
            <a:avLst/>
          </a:prstGeom>
          <a:noFill/>
          <a:ln/>
        </p:spPr>
        <p:txBody>
          <a:bodyPr wrap="square" lIns="0" tIns="0" rIns="0" bIns="0" rtlCol="0" anchor="t"/>
          <a:lstStyle/>
          <a:p>
            <a:pPr algn="l" indent="0" marL="0">
              <a:lnSpc>
                <a:spcPct val="150000"/>
              </a:lnSpc>
              <a:buNone/>
            </a:pPr>
            <a:r>
              <a:rPr lang="en-US" sz="1600" dirty="0">
                <a:solidFill>
                  <a:srgbClr val="262B40"/>
                </a:solidFill>
                <a:latin typeface="Malgun Gothic" pitchFamily="34" charset="0"/>
                <a:ea typeface="Malgun Gothic" pitchFamily="34" charset="-122"/>
                <a:cs typeface="Malgun Gothic" pitchFamily="34" charset="-120"/>
              </a:rPr>
              <a:t>학습 속도가 느리거나 글 중심의 표현이 어려운 아동을 포함해, 그림과 이야기로 자신의 생각을 표현하고 싶은 모든 아동</a:t>
            </a:r>
            <a:endParaRPr lang="en-US" sz="1600" dirty="0"/>
          </a:p>
        </p:txBody>
      </p:sp>
      <p:sp>
        <p:nvSpPr>
          <p:cNvPr id="10" name="Text 8"/>
          <p:cNvSpPr txBox="1"/>
          <p:nvPr/>
        </p:nvSpPr>
        <p:spPr>
          <a:xfrm>
            <a:off x="6461608" y="3154680"/>
            <a:ext cx="4952848" cy="274320"/>
          </a:xfrm>
          <a:prstGeom prst="rect">
            <a:avLst/>
          </a:prstGeom>
          <a:noFill/>
          <a:ln/>
        </p:spPr>
        <p:txBody>
          <a:bodyPr wrap="square" lIns="0" tIns="0" rIns="0" bIns="0" rtlCol="0" anchor="t"/>
          <a:lstStyle/>
          <a:p>
            <a:pPr algn="l" indent="0" marL="0">
              <a:lnSpc>
                <a:spcPct val="120000"/>
              </a:lnSpc>
              <a:buNone/>
            </a:pPr>
            <a:r>
              <a:rPr lang="en-US" sz="1200" b="1" dirty="0">
                <a:solidFill>
                  <a:srgbClr val="4256C8"/>
                </a:solidFill>
                <a:latin typeface="Malgun Gothic" pitchFamily="34" charset="0"/>
                <a:ea typeface="Malgun Gothic" pitchFamily="34" charset="-122"/>
                <a:cs typeface="Malgun Gothic" pitchFamily="34" charset="-120"/>
              </a:rPr>
              <a:t>서비스 목적</a:t>
            </a:r>
            <a:endParaRPr lang="en-US" sz="1200" dirty="0"/>
          </a:p>
        </p:txBody>
      </p:sp>
      <p:sp>
        <p:nvSpPr>
          <p:cNvPr id="11" name="Text 9"/>
          <p:cNvSpPr txBox="1"/>
          <p:nvPr/>
        </p:nvSpPr>
        <p:spPr>
          <a:xfrm>
            <a:off x="6461608" y="3566160"/>
            <a:ext cx="4952848" cy="1645920"/>
          </a:xfrm>
          <a:prstGeom prst="rect">
            <a:avLst/>
          </a:prstGeom>
          <a:noFill/>
          <a:ln/>
        </p:spPr>
        <p:txBody>
          <a:bodyPr wrap="square" lIns="0" tIns="0" rIns="0" bIns="0" rtlCol="0" anchor="t"/>
          <a:lstStyle/>
          <a:p>
            <a:pPr algn="l" indent="0" marL="0">
              <a:lnSpc>
                <a:spcPct val="150000"/>
              </a:lnSpc>
              <a:buNone/>
            </a:pPr>
            <a:r>
              <a:rPr lang="en-US" sz="1600" b="1" dirty="0">
                <a:solidFill>
                  <a:srgbClr val="262B40"/>
                </a:solidFill>
                <a:latin typeface="Malgun Gothic" pitchFamily="34" charset="0"/>
                <a:ea typeface="Malgun Gothic" pitchFamily="34" charset="-122"/>
                <a:cs typeface="Malgun Gothic" pitchFamily="34" charset="-120"/>
              </a:rPr>
              <a:t>아이에게  </a:t>
            </a:r>
            <a:pPr algn="l" indent="0" marL="0">
              <a:lnSpc>
                <a:spcPct val="150000"/>
              </a:lnSpc>
              <a:buNone/>
            </a:pPr>
            <a:r>
              <a:rPr lang="en-US" sz="1600" dirty="0">
                <a:solidFill>
                  <a:srgbClr val="262B40"/>
                </a:solidFill>
                <a:latin typeface="Malgun Gothic" pitchFamily="34" charset="0"/>
                <a:ea typeface="Malgun Gothic" pitchFamily="34" charset="-122"/>
                <a:cs typeface="Malgun Gothic" pitchFamily="34" charset="-120"/>
              </a:rPr>
              <a:t>내 그림이 인정받고 살아 움직이는 창작 · 표현 경험</a:t>
            </a:r>
            <a:endParaRPr lang="en-US" sz="1600" dirty="0"/>
          </a:p>
          <a:p>
            <a:pPr algn="l" indent="0" marL="0">
              <a:lnSpc>
                <a:spcPct val="150000"/>
              </a:lnSpc>
              <a:buNone/>
            </a:pPr>
            <a:r>
              <a:rPr lang="en-US" sz="1600" b="1" dirty="0">
                <a:solidFill>
                  <a:srgbClr val="262B40"/>
                </a:solidFill>
                <a:latin typeface="Malgun Gothic" pitchFamily="34" charset="0"/>
                <a:ea typeface="Malgun Gothic" pitchFamily="34" charset="-122"/>
                <a:cs typeface="Malgun Gothic" pitchFamily="34" charset="-120"/>
              </a:rPr>
              <a:t>부모에게  </a:t>
            </a:r>
            <a:pPr algn="l" indent="0" marL="0">
              <a:lnSpc>
                <a:spcPct val="150000"/>
              </a:lnSpc>
              <a:buNone/>
            </a:pPr>
            <a:r>
              <a:rPr lang="en-US" sz="1600" dirty="0">
                <a:solidFill>
                  <a:srgbClr val="262B40"/>
                </a:solidFill>
                <a:latin typeface="Malgun Gothic" pitchFamily="34" charset="0"/>
                <a:ea typeface="Malgun Gothic" pitchFamily="34" charset="-122"/>
                <a:cs typeface="Malgun Gothic" pitchFamily="34" charset="-120"/>
              </a:rPr>
              <a:t>정답 여부보다 아이가 무엇을 그리고 어떤 이야기를 고르는지 함께 바라보는 경험</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77240" y="6355080"/>
            <a:ext cx="5486400" cy="274320"/>
          </a:xfrm>
          <a:prstGeom prst="rect">
            <a:avLst/>
          </a:prstGeom>
          <a:noFill/>
          <a:ln/>
        </p:spPr>
        <p:txBody>
          <a:bodyPr wrap="square" lIns="0" tIns="0" rIns="0" bIns="0" rtlCol="0" anchor="t"/>
          <a:lstStyle/>
          <a:p>
            <a:pPr algn="l" indent="0" marL="0">
              <a:lnSpc>
                <a:spcPct val="120000"/>
              </a:lnSpc>
              <a:buNone/>
            </a:pPr>
            <a:r>
              <a:rPr lang="en-US" sz="900" dirty="0">
                <a:solidFill>
                  <a:srgbClr val="9399AC"/>
                </a:solidFill>
                <a:latin typeface="Malgun Gothic" pitchFamily="34" charset="0"/>
                <a:ea typeface="Malgun Gothic" pitchFamily="34" charset="-122"/>
                <a:cs typeface="Malgun Gothic" pitchFamily="34" charset="-120"/>
              </a:rPr>
              <a:t>A  왜 만들었나</a:t>
            </a:r>
            <a:endParaRPr lang="en-US" sz="900" dirty="0"/>
          </a:p>
        </p:txBody>
      </p:sp>
      <p:sp>
        <p:nvSpPr>
          <p:cNvPr id="3" name="Text 1"/>
          <p:cNvSpPr txBox="1"/>
          <p:nvPr/>
        </p:nvSpPr>
        <p:spPr>
          <a:xfrm>
            <a:off x="10865815" y="6355080"/>
            <a:ext cx="548640" cy="274320"/>
          </a:xfrm>
          <a:prstGeom prst="rect">
            <a:avLst/>
          </a:prstGeom>
          <a:noFill/>
          <a:ln/>
        </p:spPr>
        <p:txBody>
          <a:bodyPr wrap="square" lIns="0" tIns="0" rIns="0" bIns="0" rtlCol="0" anchor="t"/>
          <a:lstStyle/>
          <a:p>
            <a:pPr algn="r" indent="0" marL="0">
              <a:lnSpc>
                <a:spcPct val="120000"/>
              </a:lnSpc>
              <a:buNone/>
            </a:pPr>
            <a:r>
              <a:rPr lang="en-US" sz="900" dirty="0">
                <a:solidFill>
                  <a:srgbClr val="9399AC"/>
                </a:solidFill>
                <a:latin typeface="Malgun Gothic" pitchFamily="34" charset="0"/>
                <a:ea typeface="Malgun Gothic" pitchFamily="34" charset="-122"/>
                <a:cs typeface="Malgun Gothic" pitchFamily="34" charset="-120"/>
              </a:rPr>
              <a:t>11</a:t>
            </a:r>
            <a:endParaRPr lang="en-US" sz="900" dirty="0"/>
          </a:p>
        </p:txBody>
      </p:sp>
      <p:sp>
        <p:nvSpPr>
          <p:cNvPr id="4" name="Text 2"/>
          <p:cNvSpPr txBox="1"/>
          <p:nvPr/>
        </p:nvSpPr>
        <p:spPr>
          <a:xfrm>
            <a:off x="777240" y="685800"/>
            <a:ext cx="10637215" cy="685800"/>
          </a:xfrm>
          <a:prstGeom prst="rect">
            <a:avLst/>
          </a:prstGeom>
          <a:noFill/>
          <a:ln/>
        </p:spPr>
        <p:txBody>
          <a:bodyPr wrap="square" lIns="0" tIns="0" rIns="0" bIns="0" rtlCol="0" anchor="t"/>
          <a:lstStyle/>
          <a:p>
            <a:pPr algn="l" indent="0" marL="0">
              <a:lnSpc>
                <a:spcPct val="120000"/>
              </a:lnSpc>
              <a:buNone/>
            </a:pPr>
            <a:r>
              <a:rPr lang="en-US" sz="3000" b="1" spc="-50" kern="0" dirty="0">
                <a:solidFill>
                  <a:srgbClr val="262B40"/>
                </a:solidFill>
                <a:latin typeface="Malgun Gothic" pitchFamily="34" charset="0"/>
                <a:ea typeface="Malgun Gothic" pitchFamily="34" charset="-122"/>
                <a:cs typeface="Malgun Gothic" pitchFamily="34" charset="-120"/>
              </a:rPr>
              <a:t>움직이는 그림에서, 내가 만들어 가는 이야기로</a:t>
            </a:r>
            <a:endParaRPr lang="en-US" sz="3000" dirty="0"/>
          </a:p>
        </p:txBody>
      </p:sp>
      <p:sp>
        <p:nvSpPr>
          <p:cNvPr id="5" name="Text 3"/>
          <p:cNvSpPr txBox="1"/>
          <p:nvPr/>
        </p:nvSpPr>
        <p:spPr>
          <a:xfrm>
            <a:off x="777240" y="1600200"/>
            <a:ext cx="10637215" cy="320040"/>
          </a:xfrm>
          <a:prstGeom prst="rect">
            <a:avLst/>
          </a:prstGeom>
          <a:noFill/>
          <a:ln/>
        </p:spPr>
        <p:txBody>
          <a:bodyPr wrap="square" lIns="0" tIns="0" rIns="0" bIns="0" rtlCol="0" anchor="t"/>
          <a:lstStyle/>
          <a:p>
            <a:pPr algn="l" indent="0" marL="0">
              <a:lnSpc>
                <a:spcPct val="120000"/>
              </a:lnSpc>
              <a:buNone/>
            </a:pPr>
            <a:r>
              <a:rPr lang="en-US" sz="1300" b="1" dirty="0">
                <a:solidFill>
                  <a:srgbClr val="9399AC"/>
                </a:solidFill>
                <a:latin typeface="Malgun Gothic" pitchFamily="34" charset="0"/>
                <a:ea typeface="Malgun Gothic" pitchFamily="34" charset="-122"/>
                <a:cs typeface="Malgun Gothic" pitchFamily="34" charset="-120"/>
              </a:rPr>
              <a:t>기존 경험   </a:t>
            </a:r>
            <a:pPr algn="l" indent="0" marL="0">
              <a:lnSpc>
                <a:spcPct val="120000"/>
              </a:lnSpc>
              <a:buNone/>
            </a:pPr>
            <a:r>
              <a:rPr lang="en-US" sz="1300" dirty="0">
                <a:solidFill>
                  <a:srgbClr val="9399AC"/>
                </a:solidFill>
                <a:latin typeface="Malgun Gothic" pitchFamily="34" charset="0"/>
                <a:ea typeface="Malgun Gothic" pitchFamily="34" charset="-122"/>
                <a:cs typeface="Malgun Gothic" pitchFamily="34" charset="-120"/>
              </a:rPr>
              <a:t>그림 업로드</a:t>
            </a:r>
            <a:pPr algn="l" indent="0" marL="0">
              <a:lnSpc>
                <a:spcPct val="120000"/>
              </a:lnSpc>
              <a:buNone/>
            </a:pPr>
            <a:r>
              <a:rPr lang="en-US" sz="1300" dirty="0">
                <a:solidFill>
                  <a:srgbClr val="9399AC"/>
                </a:solidFill>
                <a:latin typeface="Malgun Gothic" pitchFamily="34" charset="0"/>
                <a:ea typeface="Malgun Gothic" pitchFamily="34" charset="-122"/>
                <a:cs typeface="Malgun Gothic" pitchFamily="34" charset="-120"/>
              </a:rPr>
              <a:t>   →   </a:t>
            </a:r>
            <a:pPr algn="l" indent="0" marL="0">
              <a:lnSpc>
                <a:spcPct val="120000"/>
              </a:lnSpc>
              <a:buNone/>
            </a:pPr>
            <a:r>
              <a:rPr lang="en-US" sz="1300" dirty="0">
                <a:solidFill>
                  <a:srgbClr val="9399AC"/>
                </a:solidFill>
                <a:latin typeface="Malgun Gothic" pitchFamily="34" charset="0"/>
                <a:ea typeface="Malgun Gothic" pitchFamily="34" charset="-122"/>
                <a:cs typeface="Malgun Gothic" pitchFamily="34" charset="-120"/>
              </a:rPr>
              <a:t>AI 분석</a:t>
            </a:r>
            <a:pPr algn="l" indent="0" marL="0">
              <a:lnSpc>
                <a:spcPct val="120000"/>
              </a:lnSpc>
              <a:buNone/>
            </a:pPr>
            <a:r>
              <a:rPr lang="en-US" sz="1300" dirty="0">
                <a:solidFill>
                  <a:srgbClr val="9399AC"/>
                </a:solidFill>
                <a:latin typeface="Malgun Gothic" pitchFamily="34" charset="0"/>
                <a:ea typeface="Malgun Gothic" pitchFamily="34" charset="-122"/>
                <a:cs typeface="Malgun Gothic" pitchFamily="34" charset="-120"/>
              </a:rPr>
              <a:t>   →   </a:t>
            </a:r>
            <a:pPr algn="l" indent="0" marL="0">
              <a:lnSpc>
                <a:spcPct val="120000"/>
              </a:lnSpc>
              <a:buNone/>
            </a:pPr>
            <a:r>
              <a:rPr lang="en-US" sz="1300" dirty="0">
                <a:solidFill>
                  <a:srgbClr val="9399AC"/>
                </a:solidFill>
                <a:latin typeface="Malgun Gothic" pitchFamily="34" charset="0"/>
                <a:ea typeface="Malgun Gothic" pitchFamily="34" charset="-122"/>
                <a:cs typeface="Malgun Gothic" pitchFamily="34" charset="-120"/>
              </a:rPr>
              <a:t>캐릭터 애니메이션</a:t>
            </a:r>
            <a:pPr algn="l" indent="0" marL="0">
              <a:lnSpc>
                <a:spcPct val="120000"/>
              </a:lnSpc>
              <a:buNone/>
            </a:pPr>
            <a:r>
              <a:rPr lang="en-US" sz="1300" dirty="0">
                <a:solidFill>
                  <a:srgbClr val="9399AC"/>
                </a:solidFill>
                <a:latin typeface="Malgun Gothic" pitchFamily="34" charset="0"/>
                <a:ea typeface="Malgun Gothic" pitchFamily="34" charset="-122"/>
                <a:cs typeface="Malgun Gothic" pitchFamily="34" charset="-120"/>
              </a:rPr>
              <a:t>   →   </a:t>
            </a:r>
            <a:pPr algn="l" indent="0" marL="0">
              <a:lnSpc>
                <a:spcPct val="120000"/>
              </a:lnSpc>
              <a:buNone/>
            </a:pPr>
            <a:r>
              <a:rPr lang="en-US" sz="1300" dirty="0">
                <a:solidFill>
                  <a:srgbClr val="9399AC"/>
                </a:solidFill>
                <a:latin typeface="Malgun Gothic" pitchFamily="34" charset="0"/>
                <a:ea typeface="Malgun Gothic" pitchFamily="34" charset="-122"/>
                <a:cs typeface="Malgun Gothic" pitchFamily="34" charset="-120"/>
              </a:rPr>
              <a:t>결과 감상</a:t>
            </a:r>
            <a:endParaRPr lang="en-US" sz="1300" dirty="0"/>
          </a:p>
        </p:txBody>
      </p:sp>
      <p:sp>
        <p:nvSpPr>
          <p:cNvPr id="6" name="Shape 4"/>
          <p:cNvSpPr/>
          <p:nvPr/>
        </p:nvSpPr>
        <p:spPr>
          <a:xfrm>
            <a:off x="777240" y="2103120"/>
            <a:ext cx="10637215" cy="0"/>
          </a:xfrm>
          <a:prstGeom prst="line">
            <a:avLst/>
          </a:prstGeom>
          <a:noFill/>
          <a:ln w="9525">
            <a:solidFill>
              <a:srgbClr val="E2E5EC"/>
            </a:solidFill>
            <a:prstDash val="solid"/>
          </a:ln>
        </p:spPr>
      </p:sp>
      <p:pic>
        <p:nvPicPr>
          <p:cNvPr id="7" name="Image 0" descr="C:\Users\Omnyumyum\Desktop\hankan-story\drawtale-pt_docs\assets\screens\S-03D.png">    </p:cNvPr>
          <p:cNvPicPr>
            <a:picLocks noChangeAspect="1"/>
          </p:cNvPicPr>
          <p:nvPr/>
        </p:nvPicPr>
        <p:blipFill>
          <a:blip r:embed="rId1"/>
          <a:stretch>
            <a:fillRect/>
          </a:stretch>
        </p:blipFill>
        <p:spPr>
          <a:xfrm>
            <a:off x="777240" y="2377440"/>
            <a:ext cx="2453564" cy="1880469"/>
          </a:xfrm>
          <a:prstGeom prst="rect">
            <a:avLst/>
          </a:prstGeom>
        </p:spPr>
      </p:pic>
      <p:sp>
        <p:nvSpPr>
          <p:cNvPr id="8" name="Shape 5"/>
          <p:cNvSpPr/>
          <p:nvPr/>
        </p:nvSpPr>
        <p:spPr>
          <a:xfrm>
            <a:off x="777240" y="4477365"/>
            <a:ext cx="128016" cy="128016"/>
          </a:xfrm>
          <a:prstGeom prst="rect">
            <a:avLst/>
          </a:prstGeom>
          <a:solidFill>
            <a:srgbClr val="7FB2F0"/>
          </a:solidFill>
          <a:ln/>
        </p:spPr>
      </p:sp>
      <p:sp>
        <p:nvSpPr>
          <p:cNvPr id="9" name="Text 6"/>
          <p:cNvSpPr txBox="1"/>
          <p:nvPr/>
        </p:nvSpPr>
        <p:spPr>
          <a:xfrm>
            <a:off x="1005840" y="4395069"/>
            <a:ext cx="2224964" cy="320040"/>
          </a:xfrm>
          <a:prstGeom prst="rect">
            <a:avLst/>
          </a:prstGeom>
          <a:noFill/>
          <a:ln/>
        </p:spPr>
        <p:txBody>
          <a:bodyPr wrap="square" lIns="0" tIns="0" rIns="0" bIns="0" rtlCol="0" anchor="t"/>
          <a:lstStyle/>
          <a:p>
            <a:pPr algn="l" indent="0" marL="0">
              <a:lnSpc>
                <a:spcPct val="120000"/>
              </a:lnSpc>
              <a:buNone/>
            </a:pPr>
            <a:r>
              <a:rPr lang="en-US" sz="1350" b="1" dirty="0">
                <a:solidFill>
                  <a:srgbClr val="262B40"/>
                </a:solidFill>
                <a:latin typeface="Malgun Gothic" pitchFamily="34" charset="0"/>
                <a:ea typeface="Malgun Gothic" pitchFamily="34" charset="-122"/>
                <a:cs typeface="Malgun Gothic" pitchFamily="34" charset="-120"/>
              </a:rPr>
              <a:t>그리기</a:t>
            </a:r>
            <a:endParaRPr lang="en-US" sz="1350" dirty="0"/>
          </a:p>
        </p:txBody>
      </p:sp>
      <p:sp>
        <p:nvSpPr>
          <p:cNvPr id="10" name="Text 7"/>
          <p:cNvSpPr txBox="1"/>
          <p:nvPr/>
        </p:nvSpPr>
        <p:spPr>
          <a:xfrm>
            <a:off x="777240" y="4760829"/>
            <a:ext cx="2453564" cy="548640"/>
          </a:xfrm>
          <a:prstGeom prst="rect">
            <a:avLst/>
          </a:prstGeom>
          <a:noFill/>
          <a:ln/>
        </p:spPr>
        <p:txBody>
          <a:bodyPr wrap="square" lIns="0" tIns="0" rIns="0" bIns="0" rtlCol="0" anchor="t"/>
          <a:lstStyle/>
          <a:p>
            <a:pPr algn="l" indent="0" marL="0">
              <a:lnSpc>
                <a:spcPct val="130000"/>
              </a:lnSpc>
              <a:buNone/>
            </a:pPr>
            <a:r>
              <a:rPr lang="en-US" sz="1150" dirty="0">
                <a:solidFill>
                  <a:srgbClr val="5B6177"/>
                </a:solidFill>
                <a:latin typeface="Malgun Gothic" pitchFamily="34" charset="0"/>
                <a:ea typeface="Malgun Gothic" pitchFamily="34" charset="-122"/>
                <a:cs typeface="Malgun Gothic" pitchFamily="34" charset="-120"/>
              </a:rPr>
              <a:t>종이에 그리거나 화면에 그린다</a:t>
            </a:r>
            <a:endParaRPr lang="en-US" sz="1150" dirty="0"/>
          </a:p>
        </p:txBody>
      </p:sp>
      <p:pic>
        <p:nvPicPr>
          <p:cNvPr id="11" name="Image 1" descr="C:\Users\Omnyumyum\Desktop\hankan-story\drawtale-pt_docs\assets\screens\S-06.png">    </p:cNvPr>
          <p:cNvPicPr>
            <a:picLocks noChangeAspect="1"/>
          </p:cNvPicPr>
          <p:nvPr/>
        </p:nvPicPr>
        <p:blipFill>
          <a:blip r:embed="rId2"/>
          <a:stretch>
            <a:fillRect/>
          </a:stretch>
        </p:blipFill>
        <p:spPr>
          <a:xfrm>
            <a:off x="3505124" y="2377440"/>
            <a:ext cx="2453564" cy="1880469"/>
          </a:xfrm>
          <a:prstGeom prst="rect">
            <a:avLst/>
          </a:prstGeom>
        </p:spPr>
      </p:pic>
      <p:sp>
        <p:nvSpPr>
          <p:cNvPr id="12" name="Shape 8"/>
          <p:cNvSpPr/>
          <p:nvPr/>
        </p:nvSpPr>
        <p:spPr>
          <a:xfrm>
            <a:off x="3505124" y="4477365"/>
            <a:ext cx="128016" cy="128016"/>
          </a:xfrm>
          <a:prstGeom prst="rect">
            <a:avLst/>
          </a:prstGeom>
          <a:solidFill>
            <a:srgbClr val="F4909F"/>
          </a:solidFill>
          <a:ln/>
        </p:spPr>
      </p:sp>
      <p:sp>
        <p:nvSpPr>
          <p:cNvPr id="13" name="Text 9"/>
          <p:cNvSpPr txBox="1"/>
          <p:nvPr/>
        </p:nvSpPr>
        <p:spPr>
          <a:xfrm>
            <a:off x="3733724" y="4395069"/>
            <a:ext cx="2224964" cy="320040"/>
          </a:xfrm>
          <a:prstGeom prst="rect">
            <a:avLst/>
          </a:prstGeom>
          <a:noFill/>
          <a:ln/>
        </p:spPr>
        <p:txBody>
          <a:bodyPr wrap="square" lIns="0" tIns="0" rIns="0" bIns="0" rtlCol="0" anchor="t"/>
          <a:lstStyle/>
          <a:p>
            <a:pPr algn="l" indent="0" marL="0">
              <a:lnSpc>
                <a:spcPct val="120000"/>
              </a:lnSpc>
              <a:buNone/>
            </a:pPr>
            <a:r>
              <a:rPr lang="en-US" sz="1350" b="1" dirty="0">
                <a:solidFill>
                  <a:srgbClr val="262B40"/>
                </a:solidFill>
                <a:latin typeface="Malgun Gothic" pitchFamily="34" charset="0"/>
                <a:ea typeface="Malgun Gothic" pitchFamily="34" charset="-122"/>
                <a:cs typeface="Malgun Gothic" pitchFamily="34" charset="-120"/>
              </a:rPr>
              <a:t>관절 확인 · 보정</a:t>
            </a:r>
            <a:endParaRPr lang="en-US" sz="1350" dirty="0"/>
          </a:p>
        </p:txBody>
      </p:sp>
      <p:sp>
        <p:nvSpPr>
          <p:cNvPr id="14" name="Text 10"/>
          <p:cNvSpPr txBox="1"/>
          <p:nvPr/>
        </p:nvSpPr>
        <p:spPr>
          <a:xfrm>
            <a:off x="3505124" y="4760829"/>
            <a:ext cx="2453564" cy="548640"/>
          </a:xfrm>
          <a:prstGeom prst="rect">
            <a:avLst/>
          </a:prstGeom>
          <a:noFill/>
          <a:ln/>
        </p:spPr>
        <p:txBody>
          <a:bodyPr wrap="square" lIns="0" tIns="0" rIns="0" bIns="0" rtlCol="0" anchor="t"/>
          <a:lstStyle/>
          <a:p>
            <a:pPr algn="l" indent="0" marL="0">
              <a:lnSpc>
                <a:spcPct val="130000"/>
              </a:lnSpc>
              <a:buNone/>
            </a:pPr>
            <a:r>
              <a:rPr lang="en-US" sz="1150" dirty="0">
                <a:solidFill>
                  <a:srgbClr val="5B6177"/>
                </a:solidFill>
                <a:latin typeface="Malgun Gothic" pitchFamily="34" charset="0"/>
                <a:ea typeface="Malgun Gothic" pitchFamily="34" charset="-122"/>
                <a:cs typeface="Malgun Gothic" pitchFamily="34" charset="-120"/>
              </a:rPr>
              <a:t>AI가 찾은 관절을 어른과 함께 바로잡는다</a:t>
            </a:r>
            <a:endParaRPr lang="en-US" sz="1150" dirty="0"/>
          </a:p>
        </p:txBody>
      </p:sp>
      <p:pic>
        <p:nvPicPr>
          <p:cNvPr id="15" name="Image 2" descr="C:\Users\Omnyumyum\Desktop\hankan-story\drawtale-pt_docs\assets\screens\S-07.png">    </p:cNvPr>
          <p:cNvPicPr>
            <a:picLocks noChangeAspect="1"/>
          </p:cNvPicPr>
          <p:nvPr/>
        </p:nvPicPr>
        <p:blipFill>
          <a:blip r:embed="rId3"/>
          <a:stretch>
            <a:fillRect/>
          </a:stretch>
        </p:blipFill>
        <p:spPr>
          <a:xfrm>
            <a:off x="6233008" y="2377440"/>
            <a:ext cx="2453564" cy="1880469"/>
          </a:xfrm>
          <a:prstGeom prst="rect">
            <a:avLst/>
          </a:prstGeom>
        </p:spPr>
      </p:pic>
      <p:sp>
        <p:nvSpPr>
          <p:cNvPr id="16" name="Shape 11"/>
          <p:cNvSpPr/>
          <p:nvPr/>
        </p:nvSpPr>
        <p:spPr>
          <a:xfrm>
            <a:off x="6233008" y="4477365"/>
            <a:ext cx="128016" cy="128016"/>
          </a:xfrm>
          <a:prstGeom prst="rect">
            <a:avLst/>
          </a:prstGeom>
          <a:solidFill>
            <a:srgbClr val="74CDAE"/>
          </a:solidFill>
          <a:ln/>
        </p:spPr>
      </p:sp>
      <p:sp>
        <p:nvSpPr>
          <p:cNvPr id="17" name="Text 12"/>
          <p:cNvSpPr txBox="1"/>
          <p:nvPr/>
        </p:nvSpPr>
        <p:spPr>
          <a:xfrm>
            <a:off x="6461608" y="4395069"/>
            <a:ext cx="2224964" cy="320040"/>
          </a:xfrm>
          <a:prstGeom prst="rect">
            <a:avLst/>
          </a:prstGeom>
          <a:noFill/>
          <a:ln/>
        </p:spPr>
        <p:txBody>
          <a:bodyPr wrap="square" lIns="0" tIns="0" rIns="0" bIns="0" rtlCol="0" anchor="t"/>
          <a:lstStyle/>
          <a:p>
            <a:pPr algn="l" indent="0" marL="0">
              <a:lnSpc>
                <a:spcPct val="120000"/>
              </a:lnSpc>
              <a:buNone/>
            </a:pPr>
            <a:r>
              <a:rPr lang="en-US" sz="1350" b="1" dirty="0">
                <a:solidFill>
                  <a:srgbClr val="262B40"/>
                </a:solidFill>
                <a:latin typeface="Malgun Gothic" pitchFamily="34" charset="0"/>
                <a:ea typeface="Malgun Gothic" pitchFamily="34" charset="-122"/>
                <a:cs typeface="Malgun Gothic" pitchFamily="34" charset="-120"/>
              </a:rPr>
              <a:t>이야기 상황 → 아이가 선택</a:t>
            </a:r>
            <a:endParaRPr lang="en-US" sz="1350" dirty="0"/>
          </a:p>
        </p:txBody>
      </p:sp>
      <p:sp>
        <p:nvSpPr>
          <p:cNvPr id="18" name="Text 13"/>
          <p:cNvSpPr txBox="1"/>
          <p:nvPr/>
        </p:nvSpPr>
        <p:spPr>
          <a:xfrm>
            <a:off x="6233008" y="4760829"/>
            <a:ext cx="2453564" cy="548640"/>
          </a:xfrm>
          <a:prstGeom prst="rect">
            <a:avLst/>
          </a:prstGeom>
          <a:noFill/>
          <a:ln/>
        </p:spPr>
        <p:txBody>
          <a:bodyPr wrap="square" lIns="0" tIns="0" rIns="0" bIns="0" rtlCol="0" anchor="t"/>
          <a:lstStyle/>
          <a:p>
            <a:pPr algn="l" indent="0" marL="0">
              <a:lnSpc>
                <a:spcPct val="130000"/>
              </a:lnSpc>
              <a:buNone/>
            </a:pPr>
            <a:r>
              <a:rPr lang="en-US" sz="1150" dirty="0">
                <a:solidFill>
                  <a:srgbClr val="5B6177"/>
                </a:solidFill>
                <a:latin typeface="Malgun Gothic" pitchFamily="34" charset="0"/>
                <a:ea typeface="Malgun Gothic" pitchFamily="34" charset="-122"/>
                <a:cs typeface="Malgun Gothic" pitchFamily="34" charset="-120"/>
              </a:rPr>
              <a:t>장소 · 문제 · 행동 · 결과를 아이가 고른다</a:t>
            </a:r>
            <a:endParaRPr lang="en-US" sz="1150" dirty="0"/>
          </a:p>
        </p:txBody>
      </p:sp>
      <p:pic>
        <p:nvPicPr>
          <p:cNvPr id="19" name="Image 3" descr="C:\Users\Omnyumyum\Desktop\hankan-story\drawtale-pt_docs\assets\screens\S-09.png">    </p:cNvPr>
          <p:cNvPicPr>
            <a:picLocks noChangeAspect="1"/>
          </p:cNvPicPr>
          <p:nvPr/>
        </p:nvPicPr>
        <p:blipFill>
          <a:blip r:embed="rId4"/>
          <a:stretch>
            <a:fillRect/>
          </a:stretch>
        </p:blipFill>
        <p:spPr>
          <a:xfrm>
            <a:off x="8960891" y="2377440"/>
            <a:ext cx="2453564" cy="1880469"/>
          </a:xfrm>
          <a:prstGeom prst="rect">
            <a:avLst/>
          </a:prstGeom>
        </p:spPr>
      </p:pic>
      <p:sp>
        <p:nvSpPr>
          <p:cNvPr id="20" name="Shape 14"/>
          <p:cNvSpPr/>
          <p:nvPr/>
        </p:nvSpPr>
        <p:spPr>
          <a:xfrm>
            <a:off x="8960891" y="4477365"/>
            <a:ext cx="128016" cy="128016"/>
          </a:xfrm>
          <a:prstGeom prst="rect">
            <a:avLst/>
          </a:prstGeom>
          <a:solidFill>
            <a:srgbClr val="F5C46B"/>
          </a:solidFill>
          <a:ln/>
        </p:spPr>
      </p:sp>
      <p:sp>
        <p:nvSpPr>
          <p:cNvPr id="21" name="Text 15"/>
          <p:cNvSpPr txBox="1"/>
          <p:nvPr/>
        </p:nvSpPr>
        <p:spPr>
          <a:xfrm>
            <a:off x="9189491" y="4395069"/>
            <a:ext cx="2224964" cy="320040"/>
          </a:xfrm>
          <a:prstGeom prst="rect">
            <a:avLst/>
          </a:prstGeom>
          <a:noFill/>
          <a:ln/>
        </p:spPr>
        <p:txBody>
          <a:bodyPr wrap="square" lIns="0" tIns="0" rIns="0" bIns="0" rtlCol="0" anchor="t"/>
          <a:lstStyle/>
          <a:p>
            <a:pPr algn="l" indent="0" marL="0">
              <a:lnSpc>
                <a:spcPct val="120000"/>
              </a:lnSpc>
              <a:buNone/>
            </a:pPr>
            <a:r>
              <a:rPr lang="en-US" sz="1350" b="1" dirty="0">
                <a:solidFill>
                  <a:srgbClr val="262B40"/>
                </a:solidFill>
                <a:latin typeface="Malgun Gothic" pitchFamily="34" charset="0"/>
                <a:ea typeface="Malgun Gothic" pitchFamily="34" charset="-122"/>
                <a:cs typeface="Malgun Gothic" pitchFamily="34" charset="-120"/>
              </a:rPr>
              <a:t>나만의 이야기</a:t>
            </a:r>
            <a:endParaRPr lang="en-US" sz="1350" dirty="0"/>
          </a:p>
        </p:txBody>
      </p:sp>
      <p:sp>
        <p:nvSpPr>
          <p:cNvPr id="22" name="Text 16"/>
          <p:cNvSpPr txBox="1"/>
          <p:nvPr/>
        </p:nvSpPr>
        <p:spPr>
          <a:xfrm>
            <a:off x="8960891" y="4760829"/>
            <a:ext cx="2453564" cy="548640"/>
          </a:xfrm>
          <a:prstGeom prst="rect">
            <a:avLst/>
          </a:prstGeom>
          <a:noFill/>
          <a:ln/>
        </p:spPr>
        <p:txBody>
          <a:bodyPr wrap="square" lIns="0" tIns="0" rIns="0" bIns="0" rtlCol="0" anchor="t"/>
          <a:lstStyle/>
          <a:p>
            <a:pPr algn="l" indent="0" marL="0">
              <a:lnSpc>
                <a:spcPct val="130000"/>
              </a:lnSpc>
              <a:buNone/>
            </a:pPr>
            <a:r>
              <a:rPr lang="en-US" sz="1150" dirty="0">
                <a:solidFill>
                  <a:srgbClr val="5B6177"/>
                </a:solidFill>
                <a:latin typeface="Malgun Gothic" pitchFamily="34" charset="0"/>
                <a:ea typeface="Malgun Gothic" pitchFamily="34" charset="-122"/>
                <a:cs typeface="Malgun Gothic" pitchFamily="34" charset="-120"/>
              </a:rPr>
              <a:t>내 그림이 움직이는 이야기를 보고 듣는다</a:t>
            </a:r>
            <a:endParaRPr lang="en-US" sz="1150" dirty="0"/>
          </a:p>
        </p:txBody>
      </p:sp>
      <p:sp>
        <p:nvSpPr>
          <p:cNvPr id="23" name="Text 17"/>
          <p:cNvSpPr txBox="1"/>
          <p:nvPr/>
        </p:nvSpPr>
        <p:spPr>
          <a:xfrm>
            <a:off x="777240" y="5623560"/>
            <a:ext cx="10637215" cy="320040"/>
          </a:xfrm>
          <a:prstGeom prst="rect">
            <a:avLst/>
          </a:prstGeom>
          <a:noFill/>
          <a:ln/>
        </p:spPr>
        <p:txBody>
          <a:bodyPr wrap="square" lIns="0" tIns="0" rIns="0" bIns="0" rtlCol="0" anchor="t"/>
          <a:lstStyle/>
          <a:p>
            <a:pPr algn="l" indent="0" marL="0">
              <a:lnSpc>
                <a:spcPct val="120000"/>
              </a:lnSpc>
              <a:buNone/>
            </a:pPr>
            <a:r>
              <a:rPr lang="en-US" sz="1250" b="1" dirty="0">
                <a:solidFill>
                  <a:srgbClr val="4256C8"/>
                </a:solidFill>
                <a:latin typeface="Malgun Gothic" pitchFamily="34" charset="0"/>
                <a:ea typeface="Malgun Gothic" pitchFamily="34" charset="-122"/>
                <a:cs typeface="Malgun Gothic" pitchFamily="34" charset="-120"/>
              </a:rPr>
              <a:t>AI 결과물은 끝이 아니라 시작점입니다.  </a:t>
            </a:r>
            <a:pPr algn="l" indent="0" marL="0">
              <a:lnSpc>
                <a:spcPct val="120000"/>
              </a:lnSpc>
              <a:buNone/>
            </a:pPr>
            <a:r>
              <a:rPr lang="en-US" sz="1250" dirty="0">
                <a:solidFill>
                  <a:srgbClr val="5B6177"/>
                </a:solidFill>
                <a:latin typeface="Malgun Gothic" pitchFamily="34" charset="0"/>
                <a:ea typeface="Malgun Gothic" pitchFamily="34" charset="-122"/>
                <a:cs typeface="Malgun Gothic" pitchFamily="34" charset="-120"/>
              </a:rPr>
              <a:t>아이의 그림이 주인공이 되고, 아이의 선택으로 이야기가 이어집니다.</a:t>
            </a:r>
            <a:endParaRPr lang="en-US" sz="1250" dirty="0"/>
          </a:p>
        </p:txBody>
      </p:sp>
      <p:sp>
        <p:nvSpPr>
          <p:cNvPr id="24" name="Text 18"/>
          <p:cNvSpPr txBox="1"/>
          <p:nvPr/>
        </p:nvSpPr>
        <p:spPr>
          <a:xfrm>
            <a:off x="777240" y="5961888"/>
            <a:ext cx="9905695" cy="329184"/>
          </a:xfrm>
          <a:prstGeom prst="rect">
            <a:avLst/>
          </a:prstGeom>
          <a:noFill/>
          <a:ln/>
        </p:spPr>
        <p:txBody>
          <a:bodyPr wrap="square" lIns="0" tIns="0" rIns="0" bIns="0" rtlCol="0" anchor="b"/>
          <a:lstStyle/>
          <a:p>
            <a:pPr algn="l" indent="0" marL="0">
              <a:lnSpc>
                <a:spcPct val="110000"/>
              </a:lnSpc>
              <a:buNone/>
            </a:pPr>
            <a:r>
              <a:rPr lang="en-US" sz="850" dirty="0">
                <a:solidFill>
                  <a:srgbClr val="9399AC"/>
                </a:solidFill>
                <a:latin typeface="Malgun Gothic" pitchFamily="34" charset="0"/>
                <a:ea typeface="Malgun Gothic" pitchFamily="34" charset="-122"/>
                <a:cs typeface="Malgun Gothic" pitchFamily="34" charset="-120"/>
              </a:rPr>
              <a:t>화면: 화면설계서 v0.3 와이어프레임 (S-03D · S-06 · S-07 · S-09). S-06 캐릭터 그림은 Meta Animated Drawings 예제 (MIT)</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77240" y="6355080"/>
            <a:ext cx="5486400" cy="274320"/>
          </a:xfrm>
          <a:prstGeom prst="rect">
            <a:avLst/>
          </a:prstGeom>
          <a:noFill/>
          <a:ln/>
        </p:spPr>
        <p:txBody>
          <a:bodyPr wrap="square" lIns="0" tIns="0" rIns="0" bIns="0" rtlCol="0" anchor="t"/>
          <a:lstStyle/>
          <a:p>
            <a:pPr algn="l" indent="0" marL="0">
              <a:lnSpc>
                <a:spcPct val="120000"/>
              </a:lnSpc>
              <a:buNone/>
            </a:pPr>
            <a:r>
              <a:rPr lang="en-US" sz="900" dirty="0">
                <a:solidFill>
                  <a:srgbClr val="9399AC"/>
                </a:solidFill>
                <a:latin typeface="Malgun Gothic" pitchFamily="34" charset="0"/>
                <a:ea typeface="Malgun Gothic" pitchFamily="34" charset="-122"/>
                <a:cs typeface="Malgun Gothic" pitchFamily="34" charset="-120"/>
              </a:rPr>
              <a:t>A  왜 만들었나</a:t>
            </a:r>
            <a:endParaRPr lang="en-US" sz="900" dirty="0"/>
          </a:p>
        </p:txBody>
      </p:sp>
      <p:sp>
        <p:nvSpPr>
          <p:cNvPr id="3" name="Text 1"/>
          <p:cNvSpPr txBox="1"/>
          <p:nvPr/>
        </p:nvSpPr>
        <p:spPr>
          <a:xfrm>
            <a:off x="10865815" y="6355080"/>
            <a:ext cx="548640" cy="274320"/>
          </a:xfrm>
          <a:prstGeom prst="rect">
            <a:avLst/>
          </a:prstGeom>
          <a:noFill/>
          <a:ln/>
        </p:spPr>
        <p:txBody>
          <a:bodyPr wrap="square" lIns="0" tIns="0" rIns="0" bIns="0" rtlCol="0" anchor="t"/>
          <a:lstStyle/>
          <a:p>
            <a:pPr algn="r" indent="0" marL="0">
              <a:lnSpc>
                <a:spcPct val="120000"/>
              </a:lnSpc>
              <a:buNone/>
            </a:pPr>
            <a:r>
              <a:rPr lang="en-US" sz="900" dirty="0">
                <a:solidFill>
                  <a:srgbClr val="9399AC"/>
                </a:solidFill>
                <a:latin typeface="Malgun Gothic" pitchFamily="34" charset="0"/>
                <a:ea typeface="Malgun Gothic" pitchFamily="34" charset="-122"/>
                <a:cs typeface="Malgun Gothic" pitchFamily="34" charset="-120"/>
              </a:rPr>
              <a:t>12</a:t>
            </a:r>
            <a:endParaRPr lang="en-US" sz="900" dirty="0"/>
          </a:p>
        </p:txBody>
      </p:sp>
      <p:sp>
        <p:nvSpPr>
          <p:cNvPr id="4" name="Text 2"/>
          <p:cNvSpPr txBox="1"/>
          <p:nvPr/>
        </p:nvSpPr>
        <p:spPr>
          <a:xfrm>
            <a:off x="777240" y="685800"/>
            <a:ext cx="10637215" cy="685800"/>
          </a:xfrm>
          <a:prstGeom prst="rect">
            <a:avLst/>
          </a:prstGeom>
          <a:noFill/>
          <a:ln/>
        </p:spPr>
        <p:txBody>
          <a:bodyPr wrap="square" lIns="0" tIns="0" rIns="0" bIns="0" rtlCol="0" anchor="t"/>
          <a:lstStyle/>
          <a:p>
            <a:pPr algn="l" indent="0" marL="0">
              <a:lnSpc>
                <a:spcPct val="120000"/>
              </a:lnSpc>
              <a:buNone/>
            </a:pPr>
            <a:r>
              <a:rPr lang="en-US" sz="3000" b="1" spc="-50" kern="0" dirty="0">
                <a:solidFill>
                  <a:srgbClr val="262B40"/>
                </a:solidFill>
                <a:latin typeface="Malgun Gothic" pitchFamily="34" charset="0"/>
                <a:ea typeface="Malgun Gothic" pitchFamily="34" charset="-122"/>
                <a:cs typeface="Malgun Gothic" pitchFamily="34" charset="-120"/>
              </a:rPr>
              <a:t>잘 그리는 것보다, 내가 만든 것이 살아나는 경험</a:t>
            </a:r>
            <a:endParaRPr lang="en-US" sz="3000" dirty="0"/>
          </a:p>
        </p:txBody>
      </p:sp>
      <p:sp>
        <p:nvSpPr>
          <p:cNvPr id="5" name="Shape 3"/>
          <p:cNvSpPr/>
          <p:nvPr/>
        </p:nvSpPr>
        <p:spPr>
          <a:xfrm>
            <a:off x="777240" y="2103120"/>
            <a:ext cx="1871411" cy="0"/>
          </a:xfrm>
          <a:prstGeom prst="line">
            <a:avLst/>
          </a:prstGeom>
          <a:noFill/>
          <a:ln w="31750">
            <a:solidFill>
              <a:srgbClr val="7FB2F0"/>
            </a:solidFill>
            <a:prstDash val="solid"/>
          </a:ln>
        </p:spPr>
      </p:sp>
      <p:sp>
        <p:nvSpPr>
          <p:cNvPr id="6" name="Text 4"/>
          <p:cNvSpPr txBox="1"/>
          <p:nvPr/>
        </p:nvSpPr>
        <p:spPr>
          <a:xfrm>
            <a:off x="777240" y="2331720"/>
            <a:ext cx="1871411" cy="274320"/>
          </a:xfrm>
          <a:prstGeom prst="rect">
            <a:avLst/>
          </a:prstGeom>
          <a:noFill/>
          <a:ln/>
        </p:spPr>
        <p:txBody>
          <a:bodyPr wrap="square" lIns="0" tIns="0" rIns="0" bIns="0" rtlCol="0" anchor="t"/>
          <a:lstStyle/>
          <a:p>
            <a:pPr algn="l" indent="0" marL="0">
              <a:lnSpc>
                <a:spcPct val="120000"/>
              </a:lnSpc>
              <a:buNone/>
            </a:pPr>
            <a:r>
              <a:rPr lang="en-US" sz="1100" b="1" dirty="0">
                <a:solidFill>
                  <a:srgbClr val="9399AC"/>
                </a:solidFill>
                <a:latin typeface="Malgun Gothic" pitchFamily="34" charset="0"/>
                <a:ea typeface="Malgun Gothic" pitchFamily="34" charset="-122"/>
                <a:cs typeface="Malgun Gothic" pitchFamily="34" charset="-120"/>
              </a:rPr>
              <a:t>01</a:t>
            </a:r>
            <a:endParaRPr lang="en-US" sz="1100" dirty="0"/>
          </a:p>
        </p:txBody>
      </p:sp>
      <p:sp>
        <p:nvSpPr>
          <p:cNvPr id="7" name="Text 5"/>
          <p:cNvSpPr txBox="1"/>
          <p:nvPr/>
        </p:nvSpPr>
        <p:spPr>
          <a:xfrm>
            <a:off x="777240" y="2651760"/>
            <a:ext cx="1871411" cy="502920"/>
          </a:xfrm>
          <a:prstGeom prst="rect">
            <a:avLst/>
          </a:prstGeom>
          <a:noFill/>
          <a:ln/>
        </p:spPr>
        <p:txBody>
          <a:bodyPr wrap="square" lIns="0" tIns="0" rIns="0" bIns="0" rtlCol="0" anchor="t"/>
          <a:lstStyle/>
          <a:p>
            <a:pPr algn="l" indent="0" marL="0">
              <a:lnSpc>
                <a:spcPct val="120000"/>
              </a:lnSpc>
              <a:buNone/>
            </a:pPr>
            <a:r>
              <a:rPr lang="en-US" sz="2400" b="1" spc="-50" kern="0" dirty="0">
                <a:solidFill>
                  <a:srgbClr val="262B40"/>
                </a:solidFill>
                <a:latin typeface="Malgun Gothic" pitchFamily="34" charset="0"/>
                <a:ea typeface="Malgun Gothic" pitchFamily="34" charset="-122"/>
                <a:cs typeface="Malgun Gothic" pitchFamily="34" charset="-120"/>
              </a:rPr>
              <a:t>Draw</a:t>
            </a:r>
            <a:endParaRPr lang="en-US" sz="2400" dirty="0"/>
          </a:p>
        </p:txBody>
      </p:sp>
      <p:sp>
        <p:nvSpPr>
          <p:cNvPr id="8" name="Text 6"/>
          <p:cNvSpPr txBox="1"/>
          <p:nvPr/>
        </p:nvSpPr>
        <p:spPr>
          <a:xfrm>
            <a:off x="777240" y="3291840"/>
            <a:ext cx="1871411" cy="914400"/>
          </a:xfrm>
          <a:prstGeom prst="rect">
            <a:avLst/>
          </a:prstGeom>
          <a:noFill/>
          <a:ln/>
        </p:spPr>
        <p:txBody>
          <a:bodyPr wrap="square" lIns="0" tIns="0" rIns="0" bIns="0" rtlCol="0" anchor="t"/>
          <a:lstStyle/>
          <a:p>
            <a:pPr algn="l" indent="0" marL="0">
              <a:lnSpc>
                <a:spcPct val="140000"/>
              </a:lnSpc>
              <a:buNone/>
            </a:pPr>
            <a:r>
              <a:rPr lang="en-US" sz="1300" dirty="0">
                <a:solidFill>
                  <a:srgbClr val="5B6177"/>
                </a:solidFill>
                <a:latin typeface="Malgun Gothic" pitchFamily="34" charset="0"/>
                <a:ea typeface="Malgun Gothic" pitchFamily="34" charset="-122"/>
                <a:cs typeface="Malgun Gothic" pitchFamily="34" charset="-120"/>
              </a:rPr>
              <a:t>아이의 그림을 그대로 씁니다</a:t>
            </a:r>
            <a:endParaRPr lang="en-US" sz="1300" dirty="0"/>
          </a:p>
        </p:txBody>
      </p:sp>
      <p:sp>
        <p:nvSpPr>
          <p:cNvPr id="9" name="Shape 7"/>
          <p:cNvSpPr/>
          <p:nvPr/>
        </p:nvSpPr>
        <p:spPr>
          <a:xfrm>
            <a:off x="2968691" y="2103120"/>
            <a:ext cx="1871411" cy="0"/>
          </a:xfrm>
          <a:prstGeom prst="line">
            <a:avLst/>
          </a:prstGeom>
          <a:noFill/>
          <a:ln w="31750">
            <a:solidFill>
              <a:srgbClr val="F4909F"/>
            </a:solidFill>
            <a:prstDash val="solid"/>
          </a:ln>
        </p:spPr>
      </p:sp>
      <p:sp>
        <p:nvSpPr>
          <p:cNvPr id="10" name="Text 8"/>
          <p:cNvSpPr txBox="1"/>
          <p:nvPr/>
        </p:nvSpPr>
        <p:spPr>
          <a:xfrm>
            <a:off x="2968691" y="2331720"/>
            <a:ext cx="1871411" cy="274320"/>
          </a:xfrm>
          <a:prstGeom prst="rect">
            <a:avLst/>
          </a:prstGeom>
          <a:noFill/>
          <a:ln/>
        </p:spPr>
        <p:txBody>
          <a:bodyPr wrap="square" lIns="0" tIns="0" rIns="0" bIns="0" rtlCol="0" anchor="t"/>
          <a:lstStyle/>
          <a:p>
            <a:pPr algn="l" indent="0" marL="0">
              <a:lnSpc>
                <a:spcPct val="120000"/>
              </a:lnSpc>
              <a:buNone/>
            </a:pPr>
            <a:r>
              <a:rPr lang="en-US" sz="1100" b="1" dirty="0">
                <a:solidFill>
                  <a:srgbClr val="9399AC"/>
                </a:solidFill>
                <a:latin typeface="Malgun Gothic" pitchFamily="34" charset="0"/>
                <a:ea typeface="Malgun Gothic" pitchFamily="34" charset="-122"/>
                <a:cs typeface="Malgun Gothic" pitchFamily="34" charset="-120"/>
              </a:rPr>
              <a:t>02</a:t>
            </a:r>
            <a:endParaRPr lang="en-US" sz="1100" dirty="0"/>
          </a:p>
        </p:txBody>
      </p:sp>
      <p:sp>
        <p:nvSpPr>
          <p:cNvPr id="11" name="Text 9"/>
          <p:cNvSpPr txBox="1"/>
          <p:nvPr/>
        </p:nvSpPr>
        <p:spPr>
          <a:xfrm>
            <a:off x="2968691" y="2651760"/>
            <a:ext cx="1871411" cy="502920"/>
          </a:xfrm>
          <a:prstGeom prst="rect">
            <a:avLst/>
          </a:prstGeom>
          <a:noFill/>
          <a:ln/>
        </p:spPr>
        <p:txBody>
          <a:bodyPr wrap="square" lIns="0" tIns="0" rIns="0" bIns="0" rtlCol="0" anchor="t"/>
          <a:lstStyle/>
          <a:p>
            <a:pPr algn="l" indent="0" marL="0">
              <a:lnSpc>
                <a:spcPct val="120000"/>
              </a:lnSpc>
              <a:buNone/>
            </a:pPr>
            <a:r>
              <a:rPr lang="en-US" sz="2400" b="1" spc="-50" kern="0" dirty="0">
                <a:solidFill>
                  <a:srgbClr val="262B40"/>
                </a:solidFill>
                <a:latin typeface="Malgun Gothic" pitchFamily="34" charset="0"/>
                <a:ea typeface="Malgun Gothic" pitchFamily="34" charset="-122"/>
                <a:cs typeface="Malgun Gothic" pitchFamily="34" charset="-120"/>
              </a:rPr>
              <a:t>Move</a:t>
            </a:r>
            <a:endParaRPr lang="en-US" sz="2400" dirty="0"/>
          </a:p>
        </p:txBody>
      </p:sp>
      <p:sp>
        <p:nvSpPr>
          <p:cNvPr id="12" name="Text 10"/>
          <p:cNvSpPr txBox="1"/>
          <p:nvPr/>
        </p:nvSpPr>
        <p:spPr>
          <a:xfrm>
            <a:off x="2968691" y="3291840"/>
            <a:ext cx="1871411" cy="914400"/>
          </a:xfrm>
          <a:prstGeom prst="rect">
            <a:avLst/>
          </a:prstGeom>
          <a:noFill/>
          <a:ln/>
        </p:spPr>
        <p:txBody>
          <a:bodyPr wrap="square" lIns="0" tIns="0" rIns="0" bIns="0" rtlCol="0" anchor="t"/>
          <a:lstStyle/>
          <a:p>
            <a:pPr algn="l" indent="0" marL="0">
              <a:lnSpc>
                <a:spcPct val="140000"/>
              </a:lnSpc>
              <a:buNone/>
            </a:pPr>
            <a:r>
              <a:rPr lang="en-US" sz="1300" dirty="0">
                <a:solidFill>
                  <a:srgbClr val="5B6177"/>
                </a:solidFill>
                <a:latin typeface="Malgun Gothic" pitchFamily="34" charset="0"/>
                <a:ea typeface="Malgun Gothic" pitchFamily="34" charset="-122"/>
                <a:cs typeface="Malgun Gothic" pitchFamily="34" charset="-120"/>
              </a:rPr>
              <a:t>AI가 캐릭터와 관절을 알아보고 움직입니다</a:t>
            </a:r>
            <a:endParaRPr lang="en-US" sz="1300" dirty="0"/>
          </a:p>
        </p:txBody>
      </p:sp>
      <p:sp>
        <p:nvSpPr>
          <p:cNvPr id="13" name="Shape 11"/>
          <p:cNvSpPr/>
          <p:nvPr/>
        </p:nvSpPr>
        <p:spPr>
          <a:xfrm>
            <a:off x="5160142" y="2103120"/>
            <a:ext cx="1871411" cy="0"/>
          </a:xfrm>
          <a:prstGeom prst="line">
            <a:avLst/>
          </a:prstGeom>
          <a:noFill/>
          <a:ln w="31750">
            <a:solidFill>
              <a:srgbClr val="74CDAE"/>
            </a:solidFill>
            <a:prstDash val="solid"/>
          </a:ln>
        </p:spPr>
      </p:sp>
      <p:sp>
        <p:nvSpPr>
          <p:cNvPr id="14" name="Text 12"/>
          <p:cNvSpPr txBox="1"/>
          <p:nvPr/>
        </p:nvSpPr>
        <p:spPr>
          <a:xfrm>
            <a:off x="5160142" y="2331720"/>
            <a:ext cx="1871411" cy="274320"/>
          </a:xfrm>
          <a:prstGeom prst="rect">
            <a:avLst/>
          </a:prstGeom>
          <a:noFill/>
          <a:ln/>
        </p:spPr>
        <p:txBody>
          <a:bodyPr wrap="square" lIns="0" tIns="0" rIns="0" bIns="0" rtlCol="0" anchor="t"/>
          <a:lstStyle/>
          <a:p>
            <a:pPr algn="l" indent="0" marL="0">
              <a:lnSpc>
                <a:spcPct val="120000"/>
              </a:lnSpc>
              <a:buNone/>
            </a:pPr>
            <a:r>
              <a:rPr lang="en-US" sz="1100" b="1" dirty="0">
                <a:solidFill>
                  <a:srgbClr val="9399AC"/>
                </a:solidFill>
                <a:latin typeface="Malgun Gothic" pitchFamily="34" charset="0"/>
                <a:ea typeface="Malgun Gothic" pitchFamily="34" charset="-122"/>
                <a:cs typeface="Malgun Gothic" pitchFamily="34" charset="-120"/>
              </a:rPr>
              <a:t>03</a:t>
            </a:r>
            <a:endParaRPr lang="en-US" sz="1100" dirty="0"/>
          </a:p>
        </p:txBody>
      </p:sp>
      <p:sp>
        <p:nvSpPr>
          <p:cNvPr id="15" name="Text 13"/>
          <p:cNvSpPr txBox="1"/>
          <p:nvPr/>
        </p:nvSpPr>
        <p:spPr>
          <a:xfrm>
            <a:off x="5160142" y="2651760"/>
            <a:ext cx="1871411" cy="502920"/>
          </a:xfrm>
          <a:prstGeom prst="rect">
            <a:avLst/>
          </a:prstGeom>
          <a:noFill/>
          <a:ln/>
        </p:spPr>
        <p:txBody>
          <a:bodyPr wrap="square" lIns="0" tIns="0" rIns="0" bIns="0" rtlCol="0" anchor="t"/>
          <a:lstStyle/>
          <a:p>
            <a:pPr algn="l" indent="0" marL="0">
              <a:lnSpc>
                <a:spcPct val="120000"/>
              </a:lnSpc>
              <a:buNone/>
            </a:pPr>
            <a:r>
              <a:rPr lang="en-US" sz="2400" b="1" spc="-50" kern="0" dirty="0">
                <a:solidFill>
                  <a:srgbClr val="262B40"/>
                </a:solidFill>
                <a:latin typeface="Malgun Gothic" pitchFamily="34" charset="0"/>
                <a:ea typeface="Malgun Gothic" pitchFamily="34" charset="-122"/>
                <a:cs typeface="Malgun Gothic" pitchFamily="34" charset="-120"/>
              </a:rPr>
              <a:t>Choose</a:t>
            </a:r>
            <a:endParaRPr lang="en-US" sz="2400" dirty="0"/>
          </a:p>
        </p:txBody>
      </p:sp>
      <p:sp>
        <p:nvSpPr>
          <p:cNvPr id="16" name="Text 14"/>
          <p:cNvSpPr txBox="1"/>
          <p:nvPr/>
        </p:nvSpPr>
        <p:spPr>
          <a:xfrm>
            <a:off x="5160142" y="3291840"/>
            <a:ext cx="1871411" cy="914400"/>
          </a:xfrm>
          <a:prstGeom prst="rect">
            <a:avLst/>
          </a:prstGeom>
          <a:noFill/>
          <a:ln/>
        </p:spPr>
        <p:txBody>
          <a:bodyPr wrap="square" lIns="0" tIns="0" rIns="0" bIns="0" rtlCol="0" anchor="t"/>
          <a:lstStyle/>
          <a:p>
            <a:pPr algn="l" indent="0" marL="0">
              <a:lnSpc>
                <a:spcPct val="140000"/>
              </a:lnSpc>
              <a:buNone/>
            </a:pPr>
            <a:r>
              <a:rPr lang="en-US" sz="1300" dirty="0">
                <a:solidFill>
                  <a:srgbClr val="5B6177"/>
                </a:solidFill>
                <a:latin typeface="Malgun Gothic" pitchFamily="34" charset="0"/>
                <a:ea typeface="Malgun Gothic" pitchFamily="34" charset="-122"/>
                <a:cs typeface="Malgun Gothic" pitchFamily="34" charset="-120"/>
              </a:rPr>
              <a:t>아이가 이야기의 다음 행동을 직접 고릅니다</a:t>
            </a:r>
            <a:endParaRPr lang="en-US" sz="1300" dirty="0"/>
          </a:p>
        </p:txBody>
      </p:sp>
      <p:sp>
        <p:nvSpPr>
          <p:cNvPr id="17" name="Shape 15"/>
          <p:cNvSpPr/>
          <p:nvPr/>
        </p:nvSpPr>
        <p:spPr>
          <a:xfrm>
            <a:off x="7351593" y="2103120"/>
            <a:ext cx="1871411" cy="0"/>
          </a:xfrm>
          <a:prstGeom prst="line">
            <a:avLst/>
          </a:prstGeom>
          <a:noFill/>
          <a:ln w="31750">
            <a:solidFill>
              <a:srgbClr val="F5C46B"/>
            </a:solidFill>
            <a:prstDash val="solid"/>
          </a:ln>
        </p:spPr>
      </p:sp>
      <p:sp>
        <p:nvSpPr>
          <p:cNvPr id="18" name="Text 16"/>
          <p:cNvSpPr txBox="1"/>
          <p:nvPr/>
        </p:nvSpPr>
        <p:spPr>
          <a:xfrm>
            <a:off x="7351593" y="2331720"/>
            <a:ext cx="1871411" cy="274320"/>
          </a:xfrm>
          <a:prstGeom prst="rect">
            <a:avLst/>
          </a:prstGeom>
          <a:noFill/>
          <a:ln/>
        </p:spPr>
        <p:txBody>
          <a:bodyPr wrap="square" lIns="0" tIns="0" rIns="0" bIns="0" rtlCol="0" anchor="t"/>
          <a:lstStyle/>
          <a:p>
            <a:pPr algn="l" indent="0" marL="0">
              <a:lnSpc>
                <a:spcPct val="120000"/>
              </a:lnSpc>
              <a:buNone/>
            </a:pPr>
            <a:r>
              <a:rPr lang="en-US" sz="1100" b="1" dirty="0">
                <a:solidFill>
                  <a:srgbClr val="9399AC"/>
                </a:solidFill>
                <a:latin typeface="Malgun Gothic" pitchFamily="34" charset="0"/>
                <a:ea typeface="Malgun Gothic" pitchFamily="34" charset="-122"/>
                <a:cs typeface="Malgun Gothic" pitchFamily="34" charset="-120"/>
              </a:rPr>
              <a:t>04</a:t>
            </a:r>
            <a:endParaRPr lang="en-US" sz="1100" dirty="0"/>
          </a:p>
        </p:txBody>
      </p:sp>
      <p:sp>
        <p:nvSpPr>
          <p:cNvPr id="19" name="Text 17"/>
          <p:cNvSpPr txBox="1"/>
          <p:nvPr/>
        </p:nvSpPr>
        <p:spPr>
          <a:xfrm>
            <a:off x="7351593" y="2651760"/>
            <a:ext cx="1871411" cy="502920"/>
          </a:xfrm>
          <a:prstGeom prst="rect">
            <a:avLst/>
          </a:prstGeom>
          <a:noFill/>
          <a:ln/>
        </p:spPr>
        <p:txBody>
          <a:bodyPr wrap="square" lIns="0" tIns="0" rIns="0" bIns="0" rtlCol="0" anchor="t"/>
          <a:lstStyle/>
          <a:p>
            <a:pPr algn="l" indent="0" marL="0">
              <a:lnSpc>
                <a:spcPct val="120000"/>
              </a:lnSpc>
              <a:buNone/>
            </a:pPr>
            <a:r>
              <a:rPr lang="en-US" sz="2400" b="1" spc="-50" kern="0" dirty="0">
                <a:solidFill>
                  <a:srgbClr val="262B40"/>
                </a:solidFill>
                <a:latin typeface="Malgun Gothic" pitchFamily="34" charset="0"/>
                <a:ea typeface="Malgun Gothic" pitchFamily="34" charset="-122"/>
                <a:cs typeface="Malgun Gothic" pitchFamily="34" charset="-120"/>
              </a:rPr>
              <a:t>Tell</a:t>
            </a:r>
            <a:endParaRPr lang="en-US" sz="2400" dirty="0"/>
          </a:p>
        </p:txBody>
      </p:sp>
      <p:sp>
        <p:nvSpPr>
          <p:cNvPr id="20" name="Text 18"/>
          <p:cNvSpPr txBox="1"/>
          <p:nvPr/>
        </p:nvSpPr>
        <p:spPr>
          <a:xfrm>
            <a:off x="7351593" y="3291840"/>
            <a:ext cx="1871411" cy="914400"/>
          </a:xfrm>
          <a:prstGeom prst="rect">
            <a:avLst/>
          </a:prstGeom>
          <a:noFill/>
          <a:ln/>
        </p:spPr>
        <p:txBody>
          <a:bodyPr wrap="square" lIns="0" tIns="0" rIns="0" bIns="0" rtlCol="0" anchor="t"/>
          <a:lstStyle/>
          <a:p>
            <a:pPr algn="l" indent="0" marL="0">
              <a:lnSpc>
                <a:spcPct val="140000"/>
              </a:lnSpc>
              <a:buNone/>
            </a:pPr>
            <a:r>
              <a:rPr lang="en-US" sz="1300" dirty="0">
                <a:solidFill>
                  <a:srgbClr val="5B6177"/>
                </a:solidFill>
                <a:latin typeface="Malgun Gothic" pitchFamily="34" charset="0"/>
                <a:ea typeface="Malgun Gothic" pitchFamily="34" charset="-122"/>
                <a:cs typeface="Malgun Gothic" pitchFamily="34" charset="-120"/>
              </a:rPr>
              <a:t>선택이 이어지며 나만의 이야기가 됩니다</a:t>
            </a:r>
            <a:endParaRPr lang="en-US" sz="1300" dirty="0"/>
          </a:p>
        </p:txBody>
      </p:sp>
      <p:sp>
        <p:nvSpPr>
          <p:cNvPr id="21" name="Shape 19"/>
          <p:cNvSpPr/>
          <p:nvPr/>
        </p:nvSpPr>
        <p:spPr>
          <a:xfrm>
            <a:off x="9543044" y="2103120"/>
            <a:ext cx="1871411" cy="0"/>
          </a:xfrm>
          <a:prstGeom prst="line">
            <a:avLst/>
          </a:prstGeom>
          <a:noFill/>
          <a:ln w="31750">
            <a:solidFill>
              <a:srgbClr val="4256C8"/>
            </a:solidFill>
            <a:prstDash val="solid"/>
          </a:ln>
        </p:spPr>
      </p:sp>
      <p:sp>
        <p:nvSpPr>
          <p:cNvPr id="22" name="Text 20"/>
          <p:cNvSpPr txBox="1"/>
          <p:nvPr/>
        </p:nvSpPr>
        <p:spPr>
          <a:xfrm>
            <a:off x="9543044" y="2331720"/>
            <a:ext cx="1871411" cy="274320"/>
          </a:xfrm>
          <a:prstGeom prst="rect">
            <a:avLst/>
          </a:prstGeom>
          <a:noFill/>
          <a:ln/>
        </p:spPr>
        <p:txBody>
          <a:bodyPr wrap="square" lIns="0" tIns="0" rIns="0" bIns="0" rtlCol="0" anchor="t"/>
          <a:lstStyle/>
          <a:p>
            <a:pPr algn="l" indent="0" marL="0">
              <a:lnSpc>
                <a:spcPct val="120000"/>
              </a:lnSpc>
              <a:buNone/>
            </a:pPr>
            <a:r>
              <a:rPr lang="en-US" sz="1100" b="1" dirty="0">
                <a:solidFill>
                  <a:srgbClr val="9399AC"/>
                </a:solidFill>
                <a:latin typeface="Malgun Gothic" pitchFamily="34" charset="0"/>
                <a:ea typeface="Malgun Gothic" pitchFamily="34" charset="-122"/>
                <a:cs typeface="Malgun Gothic" pitchFamily="34" charset="-120"/>
              </a:rPr>
              <a:t>05</a:t>
            </a:r>
            <a:endParaRPr lang="en-US" sz="1100" dirty="0"/>
          </a:p>
        </p:txBody>
      </p:sp>
      <p:sp>
        <p:nvSpPr>
          <p:cNvPr id="23" name="Text 21"/>
          <p:cNvSpPr txBox="1"/>
          <p:nvPr/>
        </p:nvSpPr>
        <p:spPr>
          <a:xfrm>
            <a:off x="9543044" y="2651760"/>
            <a:ext cx="1871411" cy="502920"/>
          </a:xfrm>
          <a:prstGeom prst="rect">
            <a:avLst/>
          </a:prstGeom>
          <a:noFill/>
          <a:ln/>
        </p:spPr>
        <p:txBody>
          <a:bodyPr wrap="square" lIns="0" tIns="0" rIns="0" bIns="0" rtlCol="0" anchor="t"/>
          <a:lstStyle/>
          <a:p>
            <a:pPr algn="l" indent="0" marL="0">
              <a:lnSpc>
                <a:spcPct val="120000"/>
              </a:lnSpc>
              <a:buNone/>
            </a:pPr>
            <a:r>
              <a:rPr lang="en-US" sz="2400" b="1" spc="-50" kern="0" dirty="0">
                <a:solidFill>
                  <a:srgbClr val="262B40"/>
                </a:solidFill>
                <a:latin typeface="Malgun Gothic" pitchFamily="34" charset="0"/>
                <a:ea typeface="Malgun Gothic" pitchFamily="34" charset="-122"/>
                <a:cs typeface="Malgun Gothic" pitchFamily="34" charset="-120"/>
              </a:rPr>
              <a:t>Experience</a:t>
            </a:r>
            <a:endParaRPr lang="en-US" sz="2400" dirty="0"/>
          </a:p>
        </p:txBody>
      </p:sp>
      <p:sp>
        <p:nvSpPr>
          <p:cNvPr id="24" name="Text 22"/>
          <p:cNvSpPr txBox="1"/>
          <p:nvPr/>
        </p:nvSpPr>
        <p:spPr>
          <a:xfrm>
            <a:off x="9543044" y="3291840"/>
            <a:ext cx="1871411" cy="914400"/>
          </a:xfrm>
          <a:prstGeom prst="rect">
            <a:avLst/>
          </a:prstGeom>
          <a:noFill/>
          <a:ln/>
        </p:spPr>
        <p:txBody>
          <a:bodyPr wrap="square" lIns="0" tIns="0" rIns="0" bIns="0" rtlCol="0" anchor="t"/>
          <a:lstStyle/>
          <a:p>
            <a:pPr algn="l" indent="0" marL="0">
              <a:lnSpc>
                <a:spcPct val="140000"/>
              </a:lnSpc>
              <a:buNone/>
            </a:pPr>
            <a:r>
              <a:rPr lang="en-US" sz="1300" dirty="0">
                <a:solidFill>
                  <a:srgbClr val="5B6177"/>
                </a:solidFill>
                <a:latin typeface="Malgun Gothic" pitchFamily="34" charset="0"/>
                <a:ea typeface="Malgun Gothic" pitchFamily="34" charset="-122"/>
                <a:cs typeface="Malgun Gothic" pitchFamily="34" charset="-120"/>
              </a:rPr>
              <a:t>내 캐릭터가 이야기에 나오는 것을 바로 봅니다</a:t>
            </a:r>
            <a:endParaRPr lang="en-US" sz="1300" dirty="0"/>
          </a:p>
        </p:txBody>
      </p:sp>
      <p:sp>
        <p:nvSpPr>
          <p:cNvPr id="25" name="Shape 23"/>
          <p:cNvSpPr/>
          <p:nvPr/>
        </p:nvSpPr>
        <p:spPr>
          <a:xfrm>
            <a:off x="777240" y="4709160"/>
            <a:ext cx="10637215" cy="0"/>
          </a:xfrm>
          <a:prstGeom prst="line">
            <a:avLst/>
          </a:prstGeom>
          <a:noFill/>
          <a:ln w="9525">
            <a:solidFill>
              <a:srgbClr val="E2E5EC"/>
            </a:solidFill>
            <a:prstDash val="solid"/>
          </a:ln>
        </p:spPr>
      </p:sp>
      <p:sp>
        <p:nvSpPr>
          <p:cNvPr id="26" name="Text 24"/>
          <p:cNvSpPr txBox="1"/>
          <p:nvPr/>
        </p:nvSpPr>
        <p:spPr>
          <a:xfrm>
            <a:off x="777240" y="4983480"/>
            <a:ext cx="10637215" cy="822960"/>
          </a:xfrm>
          <a:prstGeom prst="rect">
            <a:avLst/>
          </a:prstGeom>
          <a:noFill/>
          <a:ln/>
        </p:spPr>
        <p:txBody>
          <a:bodyPr wrap="square" lIns="0" tIns="0" rIns="0" bIns="0" rtlCol="0" anchor="t"/>
          <a:lstStyle/>
          <a:p>
            <a:pPr algn="l" indent="0" marL="0">
              <a:lnSpc>
                <a:spcPct val="145000"/>
              </a:lnSpc>
              <a:buNone/>
            </a:pPr>
            <a:r>
              <a:rPr lang="en-US" sz="1800" b="1" dirty="0">
                <a:solidFill>
                  <a:srgbClr val="262B40"/>
                </a:solidFill>
                <a:latin typeface="Malgun Gothic" pitchFamily="34" charset="0"/>
                <a:ea typeface="Malgun Gothic" pitchFamily="34" charset="-122"/>
                <a:cs typeface="Malgun Gothic" pitchFamily="34" charset="-120"/>
              </a:rPr>
              <a:t>DrawTale은 AI가 아이에게 이야기를 보여 주는 서비스가 아니라,</a:t>
            </a:r>
            <a:endParaRPr lang="en-US" sz="1800" dirty="0"/>
          </a:p>
          <a:p>
            <a:pPr algn="l" indent="0" marL="0">
              <a:lnSpc>
                <a:spcPct val="145000"/>
              </a:lnSpc>
              <a:buNone/>
            </a:pPr>
            <a:r>
              <a:rPr lang="en-US" sz="1800" b="1" dirty="0">
                <a:solidFill>
                  <a:srgbClr val="262B40"/>
                </a:solidFill>
                <a:latin typeface="Malgun Gothic" pitchFamily="34" charset="0"/>
                <a:ea typeface="Malgun Gothic" pitchFamily="34" charset="-122"/>
                <a:cs typeface="Malgun Gothic" pitchFamily="34" charset="-120"/>
              </a:rPr>
              <a:t>아이가 자신의 그림으로 이야기에 참여하도록 돕는 서비스입니다.</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77240" y="6355080"/>
            <a:ext cx="5486400" cy="274320"/>
          </a:xfrm>
          <a:prstGeom prst="rect">
            <a:avLst/>
          </a:prstGeom>
          <a:noFill/>
          <a:ln/>
        </p:spPr>
        <p:txBody>
          <a:bodyPr wrap="square" lIns="0" tIns="0" rIns="0" bIns="0" rtlCol="0" anchor="t"/>
          <a:lstStyle/>
          <a:p>
            <a:pPr algn="l" indent="0" marL="0">
              <a:lnSpc>
                <a:spcPct val="120000"/>
              </a:lnSpc>
              <a:buNone/>
            </a:pPr>
            <a:r>
              <a:rPr lang="en-US" sz="900" dirty="0">
                <a:solidFill>
                  <a:srgbClr val="9399AC"/>
                </a:solidFill>
                <a:latin typeface="Malgun Gothic" pitchFamily="34" charset="0"/>
                <a:ea typeface="Malgun Gothic" pitchFamily="34" charset="-122"/>
                <a:cs typeface="Malgun Gothic" pitchFamily="34" charset="-120"/>
              </a:rPr>
              <a:t>B  지난 한 달</a:t>
            </a:r>
            <a:endParaRPr lang="en-US" sz="900" dirty="0"/>
          </a:p>
        </p:txBody>
      </p:sp>
      <p:sp>
        <p:nvSpPr>
          <p:cNvPr id="3" name="Text 1"/>
          <p:cNvSpPr txBox="1"/>
          <p:nvPr/>
        </p:nvSpPr>
        <p:spPr>
          <a:xfrm>
            <a:off x="10865815" y="6355080"/>
            <a:ext cx="548640" cy="274320"/>
          </a:xfrm>
          <a:prstGeom prst="rect">
            <a:avLst/>
          </a:prstGeom>
          <a:noFill/>
          <a:ln/>
        </p:spPr>
        <p:txBody>
          <a:bodyPr wrap="square" lIns="0" tIns="0" rIns="0" bIns="0" rtlCol="0" anchor="t"/>
          <a:lstStyle/>
          <a:p>
            <a:pPr algn="r" indent="0" marL="0">
              <a:lnSpc>
                <a:spcPct val="120000"/>
              </a:lnSpc>
              <a:buNone/>
            </a:pPr>
            <a:r>
              <a:rPr lang="en-US" sz="900" dirty="0">
                <a:solidFill>
                  <a:srgbClr val="9399AC"/>
                </a:solidFill>
                <a:latin typeface="Malgun Gothic" pitchFamily="34" charset="0"/>
                <a:ea typeface="Malgun Gothic" pitchFamily="34" charset="-122"/>
                <a:cs typeface="Malgun Gothic" pitchFamily="34" charset="-120"/>
              </a:rPr>
              <a:t>13</a:t>
            </a:r>
            <a:endParaRPr lang="en-US" sz="900" dirty="0"/>
          </a:p>
        </p:txBody>
      </p:sp>
      <p:sp>
        <p:nvSpPr>
          <p:cNvPr id="4" name="Text 2"/>
          <p:cNvSpPr txBox="1"/>
          <p:nvPr/>
        </p:nvSpPr>
        <p:spPr>
          <a:xfrm>
            <a:off x="777240" y="685800"/>
            <a:ext cx="10637215" cy="685800"/>
          </a:xfrm>
          <a:prstGeom prst="rect">
            <a:avLst/>
          </a:prstGeom>
          <a:noFill/>
          <a:ln/>
        </p:spPr>
        <p:txBody>
          <a:bodyPr wrap="square" lIns="0" tIns="0" rIns="0" bIns="0" rtlCol="0" anchor="t"/>
          <a:lstStyle/>
          <a:p>
            <a:pPr algn="l" indent="0" marL="0">
              <a:lnSpc>
                <a:spcPct val="120000"/>
              </a:lnSpc>
              <a:buNone/>
            </a:pPr>
            <a:r>
              <a:rPr lang="en-US" sz="3000" b="1" spc="-50" kern="0" dirty="0">
                <a:solidFill>
                  <a:srgbClr val="262B40"/>
                </a:solidFill>
                <a:latin typeface="Malgun Gothic" pitchFamily="34" charset="0"/>
                <a:ea typeface="Malgun Gothic" pitchFamily="34" charset="-122"/>
                <a:cs typeface="Malgun Gothic" pitchFamily="34" charset="-120"/>
              </a:rPr>
              <a:t>아이디어를 실제 서비스 구조로 바꾸기 시작했습니다</a:t>
            </a:r>
            <a:endParaRPr lang="en-US" sz="3000" dirty="0"/>
          </a:p>
        </p:txBody>
      </p:sp>
      <p:sp>
        <p:nvSpPr>
          <p:cNvPr id="5" name="Text 3"/>
          <p:cNvSpPr txBox="1"/>
          <p:nvPr/>
        </p:nvSpPr>
        <p:spPr>
          <a:xfrm>
            <a:off x="777240" y="1399032"/>
            <a:ext cx="10637215" cy="457200"/>
          </a:xfrm>
          <a:prstGeom prst="rect">
            <a:avLst/>
          </a:prstGeom>
          <a:noFill/>
          <a:ln/>
        </p:spPr>
        <p:txBody>
          <a:bodyPr wrap="square" lIns="0" tIns="0" rIns="0" bIns="0" rtlCol="0" anchor="t"/>
          <a:lstStyle/>
          <a:p>
            <a:pPr algn="l" indent="0" marL="0">
              <a:lnSpc>
                <a:spcPct val="120000"/>
              </a:lnSpc>
              <a:buNone/>
            </a:pPr>
            <a:r>
              <a:rPr lang="en-US" sz="1500" dirty="0">
                <a:solidFill>
                  <a:srgbClr val="5B6177"/>
                </a:solidFill>
                <a:latin typeface="Malgun Gothic" pitchFamily="34" charset="0"/>
                <a:ea typeface="Malgun Gothic" pitchFamily="34" charset="-122"/>
                <a:cs typeface="Malgun Gothic" pitchFamily="34" charset="-120"/>
              </a:rPr>
              <a:t>9/7 ~ 10/2 우리가 한 일</a:t>
            </a:r>
            <a:endParaRPr lang="en-US" sz="1500" dirty="0"/>
          </a:p>
        </p:txBody>
      </p:sp>
      <p:sp>
        <p:nvSpPr>
          <p:cNvPr id="6" name="Shape 4"/>
          <p:cNvSpPr/>
          <p:nvPr/>
        </p:nvSpPr>
        <p:spPr>
          <a:xfrm>
            <a:off x="777240" y="2148840"/>
            <a:ext cx="3154680" cy="0"/>
          </a:xfrm>
          <a:prstGeom prst="line">
            <a:avLst/>
          </a:prstGeom>
          <a:noFill/>
          <a:ln w="9525">
            <a:solidFill>
              <a:srgbClr val="E2E5EC"/>
            </a:solidFill>
            <a:prstDash val="solid"/>
          </a:ln>
        </p:spPr>
      </p:sp>
      <p:sp>
        <p:nvSpPr>
          <p:cNvPr id="7" name="Text 5"/>
          <p:cNvSpPr txBox="1"/>
          <p:nvPr/>
        </p:nvSpPr>
        <p:spPr>
          <a:xfrm>
            <a:off x="777240" y="2304288"/>
            <a:ext cx="548640" cy="320040"/>
          </a:xfrm>
          <a:prstGeom prst="rect">
            <a:avLst/>
          </a:prstGeom>
          <a:noFill/>
          <a:ln/>
        </p:spPr>
        <p:txBody>
          <a:bodyPr wrap="square" lIns="0" tIns="0" rIns="0" bIns="0" rtlCol="0" anchor="t"/>
          <a:lstStyle/>
          <a:p>
            <a:pPr algn="l" indent="0" marL="0">
              <a:lnSpc>
                <a:spcPct val="120000"/>
              </a:lnSpc>
              <a:buNone/>
            </a:pPr>
            <a:r>
              <a:rPr lang="en-US" sz="1300" b="1" dirty="0">
                <a:solidFill>
                  <a:srgbClr val="4256C8"/>
                </a:solidFill>
                <a:latin typeface="Malgun Gothic" pitchFamily="34" charset="0"/>
                <a:ea typeface="Malgun Gothic" pitchFamily="34" charset="-122"/>
                <a:cs typeface="Malgun Gothic" pitchFamily="34" charset="-120"/>
              </a:rPr>
              <a:t>01</a:t>
            </a:r>
            <a:endParaRPr lang="en-US" sz="1300" dirty="0"/>
          </a:p>
        </p:txBody>
      </p:sp>
      <p:sp>
        <p:nvSpPr>
          <p:cNvPr id="8" name="Text 6"/>
          <p:cNvSpPr txBox="1"/>
          <p:nvPr/>
        </p:nvSpPr>
        <p:spPr>
          <a:xfrm>
            <a:off x="1325880" y="2286000"/>
            <a:ext cx="2560320" cy="548640"/>
          </a:xfrm>
          <a:prstGeom prst="rect">
            <a:avLst/>
          </a:prstGeom>
          <a:noFill/>
          <a:ln/>
        </p:spPr>
        <p:txBody>
          <a:bodyPr wrap="square" lIns="0" tIns="0" rIns="0" bIns="0" rtlCol="0" anchor="t"/>
          <a:lstStyle/>
          <a:p>
            <a:pPr algn="l" indent="0" marL="0">
              <a:lnSpc>
                <a:spcPct val="125000"/>
              </a:lnSpc>
              <a:buNone/>
            </a:pPr>
            <a:r>
              <a:rPr lang="en-US" sz="1400" b="1" dirty="0">
                <a:solidFill>
                  <a:srgbClr val="262B40"/>
                </a:solidFill>
                <a:latin typeface="Malgun Gothic" pitchFamily="34" charset="0"/>
                <a:ea typeface="Malgun Gothic" pitchFamily="34" charset="-122"/>
                <a:cs typeface="Malgun Gothic" pitchFamily="34" charset="-120"/>
              </a:rPr>
              <a:t>프로젝트 시작</a:t>
            </a:r>
            <a:endParaRPr lang="en-US" sz="1400" dirty="0"/>
          </a:p>
        </p:txBody>
      </p:sp>
      <p:sp>
        <p:nvSpPr>
          <p:cNvPr id="9" name="Shape 7"/>
          <p:cNvSpPr/>
          <p:nvPr/>
        </p:nvSpPr>
        <p:spPr>
          <a:xfrm>
            <a:off x="777240" y="2953512"/>
            <a:ext cx="3154680" cy="0"/>
          </a:xfrm>
          <a:prstGeom prst="line">
            <a:avLst/>
          </a:prstGeom>
          <a:noFill/>
          <a:ln w="9525">
            <a:solidFill>
              <a:srgbClr val="E2E5EC"/>
            </a:solidFill>
            <a:prstDash val="solid"/>
          </a:ln>
        </p:spPr>
      </p:sp>
      <p:sp>
        <p:nvSpPr>
          <p:cNvPr id="10" name="Text 8"/>
          <p:cNvSpPr txBox="1"/>
          <p:nvPr/>
        </p:nvSpPr>
        <p:spPr>
          <a:xfrm>
            <a:off x="777240" y="3108960"/>
            <a:ext cx="548640" cy="320040"/>
          </a:xfrm>
          <a:prstGeom prst="rect">
            <a:avLst/>
          </a:prstGeom>
          <a:noFill/>
          <a:ln/>
        </p:spPr>
        <p:txBody>
          <a:bodyPr wrap="square" lIns="0" tIns="0" rIns="0" bIns="0" rtlCol="0" anchor="t"/>
          <a:lstStyle/>
          <a:p>
            <a:pPr algn="l" indent="0" marL="0">
              <a:lnSpc>
                <a:spcPct val="120000"/>
              </a:lnSpc>
              <a:buNone/>
            </a:pPr>
            <a:r>
              <a:rPr lang="en-US" sz="1300" b="1" dirty="0">
                <a:solidFill>
                  <a:srgbClr val="4256C8"/>
                </a:solidFill>
                <a:latin typeface="Malgun Gothic" pitchFamily="34" charset="0"/>
                <a:ea typeface="Malgun Gothic" pitchFamily="34" charset="-122"/>
                <a:cs typeface="Malgun Gothic" pitchFamily="34" charset="-120"/>
              </a:rPr>
              <a:t>02</a:t>
            </a:r>
            <a:endParaRPr lang="en-US" sz="1300" dirty="0"/>
          </a:p>
        </p:txBody>
      </p:sp>
      <p:sp>
        <p:nvSpPr>
          <p:cNvPr id="11" name="Text 9"/>
          <p:cNvSpPr txBox="1"/>
          <p:nvPr/>
        </p:nvSpPr>
        <p:spPr>
          <a:xfrm>
            <a:off x="1325880" y="3090672"/>
            <a:ext cx="2560320" cy="548640"/>
          </a:xfrm>
          <a:prstGeom prst="rect">
            <a:avLst/>
          </a:prstGeom>
          <a:noFill/>
          <a:ln/>
        </p:spPr>
        <p:txBody>
          <a:bodyPr wrap="square" lIns="0" tIns="0" rIns="0" bIns="0" rtlCol="0" anchor="t"/>
          <a:lstStyle/>
          <a:p>
            <a:pPr algn="l" indent="0" marL="0">
              <a:lnSpc>
                <a:spcPct val="125000"/>
              </a:lnSpc>
              <a:buNone/>
            </a:pPr>
            <a:r>
              <a:rPr lang="en-US" sz="1400" dirty="0">
                <a:solidFill>
                  <a:srgbClr val="262B40"/>
                </a:solidFill>
                <a:latin typeface="Malgun Gothic" pitchFamily="34" charset="0"/>
                <a:ea typeface="Malgun Gothic" pitchFamily="34" charset="-122"/>
                <a:cs typeface="Malgun Gothic" pitchFamily="34" charset="-120"/>
              </a:rPr>
              <a:t>서비스 목적 · 사용자 경험 논의</a:t>
            </a:r>
            <a:endParaRPr lang="en-US" sz="1400" dirty="0"/>
          </a:p>
        </p:txBody>
      </p:sp>
      <p:sp>
        <p:nvSpPr>
          <p:cNvPr id="12" name="Shape 10"/>
          <p:cNvSpPr/>
          <p:nvPr/>
        </p:nvSpPr>
        <p:spPr>
          <a:xfrm>
            <a:off x="777240" y="3758184"/>
            <a:ext cx="3154680" cy="0"/>
          </a:xfrm>
          <a:prstGeom prst="line">
            <a:avLst/>
          </a:prstGeom>
          <a:noFill/>
          <a:ln w="9525">
            <a:solidFill>
              <a:srgbClr val="E2E5EC"/>
            </a:solidFill>
            <a:prstDash val="solid"/>
          </a:ln>
        </p:spPr>
      </p:sp>
      <p:sp>
        <p:nvSpPr>
          <p:cNvPr id="13" name="Text 11"/>
          <p:cNvSpPr txBox="1"/>
          <p:nvPr/>
        </p:nvSpPr>
        <p:spPr>
          <a:xfrm>
            <a:off x="777240" y="3913632"/>
            <a:ext cx="548640" cy="320040"/>
          </a:xfrm>
          <a:prstGeom prst="rect">
            <a:avLst/>
          </a:prstGeom>
          <a:noFill/>
          <a:ln/>
        </p:spPr>
        <p:txBody>
          <a:bodyPr wrap="square" lIns="0" tIns="0" rIns="0" bIns="0" rtlCol="0" anchor="t"/>
          <a:lstStyle/>
          <a:p>
            <a:pPr algn="l" indent="0" marL="0">
              <a:lnSpc>
                <a:spcPct val="120000"/>
              </a:lnSpc>
              <a:buNone/>
            </a:pPr>
            <a:r>
              <a:rPr lang="en-US" sz="1300" b="1" dirty="0">
                <a:solidFill>
                  <a:srgbClr val="4256C8"/>
                </a:solidFill>
                <a:latin typeface="Malgun Gothic" pitchFamily="34" charset="0"/>
                <a:ea typeface="Malgun Gothic" pitchFamily="34" charset="-122"/>
                <a:cs typeface="Malgun Gothic" pitchFamily="34" charset="-120"/>
              </a:rPr>
              <a:t>03</a:t>
            </a:r>
            <a:endParaRPr lang="en-US" sz="1300" dirty="0"/>
          </a:p>
        </p:txBody>
      </p:sp>
      <p:sp>
        <p:nvSpPr>
          <p:cNvPr id="14" name="Text 12"/>
          <p:cNvSpPr txBox="1"/>
          <p:nvPr/>
        </p:nvSpPr>
        <p:spPr>
          <a:xfrm>
            <a:off x="1325880" y="3895344"/>
            <a:ext cx="2560320" cy="548640"/>
          </a:xfrm>
          <a:prstGeom prst="rect">
            <a:avLst/>
          </a:prstGeom>
          <a:noFill/>
          <a:ln/>
        </p:spPr>
        <p:txBody>
          <a:bodyPr wrap="square" lIns="0" tIns="0" rIns="0" bIns="0" rtlCol="0" anchor="t"/>
          <a:lstStyle/>
          <a:p>
            <a:pPr algn="l" indent="0" marL="0">
              <a:lnSpc>
                <a:spcPct val="125000"/>
              </a:lnSpc>
              <a:buNone/>
            </a:pPr>
            <a:r>
              <a:rPr lang="en-US" sz="1400" dirty="0">
                <a:solidFill>
                  <a:srgbClr val="262B40"/>
                </a:solidFill>
                <a:latin typeface="Malgun Gothic" pitchFamily="34" charset="0"/>
                <a:ea typeface="Malgun Gothic" pitchFamily="34" charset="-122"/>
                <a:cs typeface="Malgun Gothic" pitchFamily="34" charset="-120"/>
              </a:rPr>
              <a:t>MVP 범위 결정</a:t>
            </a:r>
            <a:endParaRPr lang="en-US" sz="1400" dirty="0"/>
          </a:p>
        </p:txBody>
      </p:sp>
      <p:sp>
        <p:nvSpPr>
          <p:cNvPr id="15" name="Shape 13"/>
          <p:cNvSpPr/>
          <p:nvPr/>
        </p:nvSpPr>
        <p:spPr>
          <a:xfrm>
            <a:off x="777240" y="4562856"/>
            <a:ext cx="3154680" cy="0"/>
          </a:xfrm>
          <a:prstGeom prst="line">
            <a:avLst/>
          </a:prstGeom>
          <a:noFill/>
          <a:ln w="9525">
            <a:solidFill>
              <a:srgbClr val="E2E5EC"/>
            </a:solidFill>
            <a:prstDash val="solid"/>
          </a:ln>
        </p:spPr>
      </p:sp>
      <p:sp>
        <p:nvSpPr>
          <p:cNvPr id="16" name="Text 14"/>
          <p:cNvSpPr txBox="1"/>
          <p:nvPr/>
        </p:nvSpPr>
        <p:spPr>
          <a:xfrm>
            <a:off x="777240" y="4718304"/>
            <a:ext cx="548640" cy="320040"/>
          </a:xfrm>
          <a:prstGeom prst="rect">
            <a:avLst/>
          </a:prstGeom>
          <a:noFill/>
          <a:ln/>
        </p:spPr>
        <p:txBody>
          <a:bodyPr wrap="square" lIns="0" tIns="0" rIns="0" bIns="0" rtlCol="0" anchor="t"/>
          <a:lstStyle/>
          <a:p>
            <a:pPr algn="l" indent="0" marL="0">
              <a:lnSpc>
                <a:spcPct val="120000"/>
              </a:lnSpc>
              <a:buNone/>
            </a:pPr>
            <a:r>
              <a:rPr lang="en-US" sz="1300" b="1" dirty="0">
                <a:solidFill>
                  <a:srgbClr val="4256C8"/>
                </a:solidFill>
                <a:latin typeface="Malgun Gothic" pitchFamily="34" charset="0"/>
                <a:ea typeface="Malgun Gothic" pitchFamily="34" charset="-122"/>
                <a:cs typeface="Malgun Gothic" pitchFamily="34" charset="-120"/>
              </a:rPr>
              <a:t>04</a:t>
            </a:r>
            <a:endParaRPr lang="en-US" sz="1300" dirty="0"/>
          </a:p>
        </p:txBody>
      </p:sp>
      <p:sp>
        <p:nvSpPr>
          <p:cNvPr id="17" name="Text 15"/>
          <p:cNvSpPr txBox="1"/>
          <p:nvPr/>
        </p:nvSpPr>
        <p:spPr>
          <a:xfrm>
            <a:off x="1325880" y="4700016"/>
            <a:ext cx="2560320" cy="548640"/>
          </a:xfrm>
          <a:prstGeom prst="rect">
            <a:avLst/>
          </a:prstGeom>
          <a:noFill/>
          <a:ln/>
        </p:spPr>
        <p:txBody>
          <a:bodyPr wrap="square" lIns="0" tIns="0" rIns="0" bIns="0" rtlCol="0" anchor="t"/>
          <a:lstStyle/>
          <a:p>
            <a:pPr algn="l" indent="0" marL="0">
              <a:lnSpc>
                <a:spcPct val="125000"/>
              </a:lnSpc>
              <a:buNone/>
            </a:pPr>
            <a:r>
              <a:rPr lang="en-US" sz="1400" dirty="0">
                <a:solidFill>
                  <a:srgbClr val="262B40"/>
                </a:solidFill>
                <a:latin typeface="Malgun Gothic" pitchFamily="34" charset="0"/>
                <a:ea typeface="Malgun Gothic" pitchFamily="34" charset="-122"/>
                <a:cs typeface="Malgun Gothic" pitchFamily="34" charset="-120"/>
              </a:rPr>
              <a:t>Frontend · Backend · A1 · A2 역할 분리</a:t>
            </a:r>
            <a:endParaRPr lang="en-US" sz="1400" dirty="0"/>
          </a:p>
        </p:txBody>
      </p:sp>
      <p:sp>
        <p:nvSpPr>
          <p:cNvPr id="18" name="Shape 16"/>
          <p:cNvSpPr/>
          <p:nvPr/>
        </p:nvSpPr>
        <p:spPr>
          <a:xfrm>
            <a:off x="4251960" y="2148840"/>
            <a:ext cx="3154680" cy="0"/>
          </a:xfrm>
          <a:prstGeom prst="line">
            <a:avLst/>
          </a:prstGeom>
          <a:noFill/>
          <a:ln w="9525">
            <a:solidFill>
              <a:srgbClr val="E2E5EC"/>
            </a:solidFill>
            <a:prstDash val="solid"/>
          </a:ln>
        </p:spPr>
      </p:sp>
      <p:sp>
        <p:nvSpPr>
          <p:cNvPr id="19" name="Text 17"/>
          <p:cNvSpPr txBox="1"/>
          <p:nvPr/>
        </p:nvSpPr>
        <p:spPr>
          <a:xfrm>
            <a:off x="4251960" y="2304288"/>
            <a:ext cx="548640" cy="320040"/>
          </a:xfrm>
          <a:prstGeom prst="rect">
            <a:avLst/>
          </a:prstGeom>
          <a:noFill/>
          <a:ln/>
        </p:spPr>
        <p:txBody>
          <a:bodyPr wrap="square" lIns="0" tIns="0" rIns="0" bIns="0" rtlCol="0" anchor="t"/>
          <a:lstStyle/>
          <a:p>
            <a:pPr algn="l" indent="0" marL="0">
              <a:lnSpc>
                <a:spcPct val="120000"/>
              </a:lnSpc>
              <a:buNone/>
            </a:pPr>
            <a:r>
              <a:rPr lang="en-US" sz="1300" b="1" dirty="0">
                <a:solidFill>
                  <a:srgbClr val="4256C8"/>
                </a:solidFill>
                <a:latin typeface="Malgun Gothic" pitchFamily="34" charset="0"/>
                <a:ea typeface="Malgun Gothic" pitchFamily="34" charset="-122"/>
                <a:cs typeface="Malgun Gothic" pitchFamily="34" charset="-120"/>
              </a:rPr>
              <a:t>05</a:t>
            </a:r>
            <a:endParaRPr lang="en-US" sz="1300" dirty="0"/>
          </a:p>
        </p:txBody>
      </p:sp>
      <p:sp>
        <p:nvSpPr>
          <p:cNvPr id="20" name="Text 18"/>
          <p:cNvSpPr txBox="1"/>
          <p:nvPr/>
        </p:nvSpPr>
        <p:spPr>
          <a:xfrm>
            <a:off x="4800600" y="2286000"/>
            <a:ext cx="2560320" cy="548640"/>
          </a:xfrm>
          <a:prstGeom prst="rect">
            <a:avLst/>
          </a:prstGeom>
          <a:noFill/>
          <a:ln/>
        </p:spPr>
        <p:txBody>
          <a:bodyPr wrap="square" lIns="0" tIns="0" rIns="0" bIns="0" rtlCol="0" anchor="t"/>
          <a:lstStyle/>
          <a:p>
            <a:pPr algn="l" indent="0" marL="0">
              <a:lnSpc>
                <a:spcPct val="125000"/>
              </a:lnSpc>
              <a:buNone/>
            </a:pPr>
            <a:r>
              <a:rPr lang="en-US" sz="1400" dirty="0">
                <a:solidFill>
                  <a:srgbClr val="262B40"/>
                </a:solidFill>
                <a:latin typeface="Malgun Gothic" pitchFamily="34" charset="0"/>
                <a:ea typeface="Malgun Gothic" pitchFamily="34" charset="-122"/>
                <a:cs typeface="Malgun Gothic" pitchFamily="34" charset="-120"/>
              </a:rPr>
              <a:t>화면 · 기능 · 데이터 · AI 처리 방식 협의</a:t>
            </a:r>
            <a:endParaRPr lang="en-US" sz="1400" dirty="0"/>
          </a:p>
        </p:txBody>
      </p:sp>
      <p:sp>
        <p:nvSpPr>
          <p:cNvPr id="21" name="Shape 19"/>
          <p:cNvSpPr/>
          <p:nvPr/>
        </p:nvSpPr>
        <p:spPr>
          <a:xfrm>
            <a:off x="4251960" y="2953512"/>
            <a:ext cx="3154680" cy="0"/>
          </a:xfrm>
          <a:prstGeom prst="line">
            <a:avLst/>
          </a:prstGeom>
          <a:noFill/>
          <a:ln w="9525">
            <a:solidFill>
              <a:srgbClr val="E2E5EC"/>
            </a:solidFill>
            <a:prstDash val="solid"/>
          </a:ln>
        </p:spPr>
      </p:sp>
      <p:sp>
        <p:nvSpPr>
          <p:cNvPr id="22" name="Text 20"/>
          <p:cNvSpPr txBox="1"/>
          <p:nvPr/>
        </p:nvSpPr>
        <p:spPr>
          <a:xfrm>
            <a:off x="4251960" y="3108960"/>
            <a:ext cx="548640" cy="320040"/>
          </a:xfrm>
          <a:prstGeom prst="rect">
            <a:avLst/>
          </a:prstGeom>
          <a:noFill/>
          <a:ln/>
        </p:spPr>
        <p:txBody>
          <a:bodyPr wrap="square" lIns="0" tIns="0" rIns="0" bIns="0" rtlCol="0" anchor="t"/>
          <a:lstStyle/>
          <a:p>
            <a:pPr algn="l" indent="0" marL="0">
              <a:lnSpc>
                <a:spcPct val="120000"/>
              </a:lnSpc>
              <a:buNone/>
            </a:pPr>
            <a:r>
              <a:rPr lang="en-US" sz="1300" b="1" dirty="0">
                <a:solidFill>
                  <a:srgbClr val="4256C8"/>
                </a:solidFill>
                <a:latin typeface="Malgun Gothic" pitchFamily="34" charset="0"/>
                <a:ea typeface="Malgun Gothic" pitchFamily="34" charset="-122"/>
                <a:cs typeface="Malgun Gothic" pitchFamily="34" charset="-120"/>
              </a:rPr>
              <a:t>06</a:t>
            </a:r>
            <a:endParaRPr lang="en-US" sz="1300" dirty="0"/>
          </a:p>
        </p:txBody>
      </p:sp>
      <p:sp>
        <p:nvSpPr>
          <p:cNvPr id="23" name="Text 21"/>
          <p:cNvSpPr txBox="1"/>
          <p:nvPr/>
        </p:nvSpPr>
        <p:spPr>
          <a:xfrm>
            <a:off x="4800600" y="3090672"/>
            <a:ext cx="2560320" cy="548640"/>
          </a:xfrm>
          <a:prstGeom prst="rect">
            <a:avLst/>
          </a:prstGeom>
          <a:noFill/>
          <a:ln/>
        </p:spPr>
        <p:txBody>
          <a:bodyPr wrap="square" lIns="0" tIns="0" rIns="0" bIns="0" rtlCol="0" anchor="t"/>
          <a:lstStyle/>
          <a:p>
            <a:pPr algn="l" indent="0" marL="0">
              <a:lnSpc>
                <a:spcPct val="125000"/>
              </a:lnSpc>
              <a:buNone/>
            </a:pPr>
            <a:r>
              <a:rPr lang="en-US" sz="1400" dirty="0">
                <a:solidFill>
                  <a:srgbClr val="262B40"/>
                </a:solidFill>
                <a:latin typeface="Malgun Gothic" pitchFamily="34" charset="0"/>
                <a:ea typeface="Malgun Gothic" pitchFamily="34" charset="-122"/>
                <a:cs typeface="Malgun Gothic" pitchFamily="34" charset="-120"/>
              </a:rPr>
              <a:t>핵심 설계 문서 제작</a:t>
            </a:r>
            <a:endParaRPr lang="en-US" sz="1400" dirty="0"/>
          </a:p>
        </p:txBody>
      </p:sp>
      <p:sp>
        <p:nvSpPr>
          <p:cNvPr id="24" name="Shape 22"/>
          <p:cNvSpPr/>
          <p:nvPr/>
        </p:nvSpPr>
        <p:spPr>
          <a:xfrm>
            <a:off x="4251960" y="3758184"/>
            <a:ext cx="3154680" cy="0"/>
          </a:xfrm>
          <a:prstGeom prst="line">
            <a:avLst/>
          </a:prstGeom>
          <a:noFill/>
          <a:ln w="9525">
            <a:solidFill>
              <a:srgbClr val="E2E5EC"/>
            </a:solidFill>
            <a:prstDash val="solid"/>
          </a:ln>
        </p:spPr>
      </p:sp>
      <p:sp>
        <p:nvSpPr>
          <p:cNvPr id="25" name="Text 23"/>
          <p:cNvSpPr txBox="1"/>
          <p:nvPr/>
        </p:nvSpPr>
        <p:spPr>
          <a:xfrm>
            <a:off x="4251960" y="3913632"/>
            <a:ext cx="548640" cy="320040"/>
          </a:xfrm>
          <a:prstGeom prst="rect">
            <a:avLst/>
          </a:prstGeom>
          <a:noFill/>
          <a:ln/>
        </p:spPr>
        <p:txBody>
          <a:bodyPr wrap="square" lIns="0" tIns="0" rIns="0" bIns="0" rtlCol="0" anchor="t"/>
          <a:lstStyle/>
          <a:p>
            <a:pPr algn="l" indent="0" marL="0">
              <a:lnSpc>
                <a:spcPct val="120000"/>
              </a:lnSpc>
              <a:buNone/>
            </a:pPr>
            <a:r>
              <a:rPr lang="en-US" sz="1300" b="1" dirty="0">
                <a:solidFill>
                  <a:srgbClr val="4256C8"/>
                </a:solidFill>
                <a:latin typeface="Malgun Gothic" pitchFamily="34" charset="0"/>
                <a:ea typeface="Malgun Gothic" pitchFamily="34" charset="-122"/>
                <a:cs typeface="Malgun Gothic" pitchFamily="34" charset="-120"/>
              </a:rPr>
              <a:t>07</a:t>
            </a:r>
            <a:endParaRPr lang="en-US" sz="1300" dirty="0"/>
          </a:p>
        </p:txBody>
      </p:sp>
      <p:sp>
        <p:nvSpPr>
          <p:cNvPr id="26" name="Text 24"/>
          <p:cNvSpPr txBox="1"/>
          <p:nvPr/>
        </p:nvSpPr>
        <p:spPr>
          <a:xfrm>
            <a:off x="4800600" y="3895344"/>
            <a:ext cx="2560320" cy="548640"/>
          </a:xfrm>
          <a:prstGeom prst="rect">
            <a:avLst/>
          </a:prstGeom>
          <a:noFill/>
          <a:ln/>
        </p:spPr>
        <p:txBody>
          <a:bodyPr wrap="square" lIns="0" tIns="0" rIns="0" bIns="0" rtlCol="0" anchor="t"/>
          <a:lstStyle/>
          <a:p>
            <a:pPr algn="l" indent="0" marL="0">
              <a:lnSpc>
                <a:spcPct val="125000"/>
              </a:lnSpc>
              <a:buNone/>
            </a:pPr>
            <a:r>
              <a:rPr lang="en-US" sz="1400" dirty="0">
                <a:solidFill>
                  <a:srgbClr val="262B40"/>
                </a:solidFill>
                <a:latin typeface="Malgun Gothic" pitchFamily="34" charset="0"/>
                <a:ea typeface="Malgun Gothic" pitchFamily="34" charset="-122"/>
                <a:cs typeface="Malgun Gothic" pitchFamily="34" charset="-120"/>
              </a:rPr>
              <a:t>영역별 상세 설계</a:t>
            </a:r>
            <a:endParaRPr lang="en-US" sz="1400" dirty="0"/>
          </a:p>
        </p:txBody>
      </p:sp>
      <p:sp>
        <p:nvSpPr>
          <p:cNvPr id="27" name="Shape 25"/>
          <p:cNvSpPr/>
          <p:nvPr/>
        </p:nvSpPr>
        <p:spPr>
          <a:xfrm>
            <a:off x="4251960" y="4562856"/>
            <a:ext cx="3154680" cy="0"/>
          </a:xfrm>
          <a:prstGeom prst="line">
            <a:avLst/>
          </a:prstGeom>
          <a:noFill/>
          <a:ln w="9525">
            <a:solidFill>
              <a:srgbClr val="E2E5EC"/>
            </a:solidFill>
            <a:prstDash val="solid"/>
          </a:ln>
        </p:spPr>
      </p:sp>
      <p:sp>
        <p:nvSpPr>
          <p:cNvPr id="28" name="Text 26"/>
          <p:cNvSpPr txBox="1"/>
          <p:nvPr/>
        </p:nvSpPr>
        <p:spPr>
          <a:xfrm>
            <a:off x="4251960" y="4718304"/>
            <a:ext cx="548640" cy="320040"/>
          </a:xfrm>
          <a:prstGeom prst="rect">
            <a:avLst/>
          </a:prstGeom>
          <a:noFill/>
          <a:ln/>
        </p:spPr>
        <p:txBody>
          <a:bodyPr wrap="square" lIns="0" tIns="0" rIns="0" bIns="0" rtlCol="0" anchor="t"/>
          <a:lstStyle/>
          <a:p>
            <a:pPr algn="l" indent="0" marL="0">
              <a:lnSpc>
                <a:spcPct val="120000"/>
              </a:lnSpc>
              <a:buNone/>
            </a:pPr>
            <a:r>
              <a:rPr lang="en-US" sz="1300" b="1" dirty="0">
                <a:solidFill>
                  <a:srgbClr val="4256C8"/>
                </a:solidFill>
                <a:latin typeface="Malgun Gothic" pitchFamily="34" charset="0"/>
                <a:ea typeface="Malgun Gothic" pitchFamily="34" charset="-122"/>
                <a:cs typeface="Malgun Gothic" pitchFamily="34" charset="-120"/>
              </a:rPr>
              <a:t>08</a:t>
            </a:r>
            <a:endParaRPr lang="en-US" sz="1300" dirty="0"/>
          </a:p>
        </p:txBody>
      </p:sp>
      <p:sp>
        <p:nvSpPr>
          <p:cNvPr id="29" name="Text 27"/>
          <p:cNvSpPr txBox="1"/>
          <p:nvPr/>
        </p:nvSpPr>
        <p:spPr>
          <a:xfrm>
            <a:off x="4800600" y="4700016"/>
            <a:ext cx="2560320" cy="548640"/>
          </a:xfrm>
          <a:prstGeom prst="rect">
            <a:avLst/>
          </a:prstGeom>
          <a:noFill/>
          <a:ln/>
        </p:spPr>
        <p:txBody>
          <a:bodyPr wrap="square" lIns="0" tIns="0" rIns="0" bIns="0" rtlCol="0" anchor="t"/>
          <a:lstStyle/>
          <a:p>
            <a:pPr algn="l" indent="0" marL="0">
              <a:lnSpc>
                <a:spcPct val="125000"/>
              </a:lnSpc>
              <a:buNone/>
            </a:pPr>
            <a:r>
              <a:rPr lang="en-US" sz="1400" b="1" dirty="0">
                <a:solidFill>
                  <a:srgbClr val="262B40"/>
                </a:solidFill>
                <a:latin typeface="Malgun Gothic" pitchFamily="34" charset="0"/>
                <a:ea typeface="Malgun Gothic" pitchFamily="34" charset="-122"/>
                <a:cs typeface="Malgun Gothic" pitchFamily="34" charset="-120"/>
              </a:rPr>
              <a:t>초기 개발 · AI 학습 PoC</a:t>
            </a:r>
            <a:endParaRPr lang="en-US" sz="1400" dirty="0"/>
          </a:p>
        </p:txBody>
      </p:sp>
      <p:sp>
        <p:nvSpPr>
          <p:cNvPr id="30" name="Text 28"/>
          <p:cNvSpPr txBox="1"/>
          <p:nvPr/>
        </p:nvSpPr>
        <p:spPr>
          <a:xfrm>
            <a:off x="1325880" y="1874520"/>
            <a:ext cx="914400" cy="228600"/>
          </a:xfrm>
          <a:prstGeom prst="rect">
            <a:avLst/>
          </a:prstGeom>
          <a:noFill/>
          <a:ln/>
        </p:spPr>
        <p:txBody>
          <a:bodyPr wrap="square" lIns="0" tIns="0" rIns="0" bIns="0" rtlCol="0" anchor="t"/>
          <a:lstStyle/>
          <a:p>
            <a:pPr algn="l" indent="0" marL="0">
              <a:lnSpc>
                <a:spcPct val="120000"/>
              </a:lnSpc>
              <a:buNone/>
            </a:pPr>
            <a:r>
              <a:rPr lang="en-US" sz="1000" dirty="0">
                <a:solidFill>
                  <a:srgbClr val="9399AC"/>
                </a:solidFill>
                <a:latin typeface="Malgun Gothic" pitchFamily="34" charset="0"/>
                <a:ea typeface="Malgun Gothic" pitchFamily="34" charset="-122"/>
                <a:cs typeface="Malgun Gothic" pitchFamily="34" charset="-120"/>
              </a:rPr>
              <a:t>9/7</a:t>
            </a:r>
            <a:endParaRPr lang="en-US" sz="1000" dirty="0"/>
          </a:p>
        </p:txBody>
      </p:sp>
      <p:sp>
        <p:nvSpPr>
          <p:cNvPr id="31" name="Text 29"/>
          <p:cNvSpPr txBox="1"/>
          <p:nvPr/>
        </p:nvSpPr>
        <p:spPr>
          <a:xfrm>
            <a:off x="4800600" y="5458968"/>
            <a:ext cx="914400" cy="228600"/>
          </a:xfrm>
          <a:prstGeom prst="rect">
            <a:avLst/>
          </a:prstGeom>
          <a:noFill/>
          <a:ln/>
        </p:spPr>
        <p:txBody>
          <a:bodyPr wrap="square" lIns="0" tIns="0" rIns="0" bIns="0" rtlCol="0" anchor="t"/>
          <a:lstStyle/>
          <a:p>
            <a:pPr algn="l" indent="0" marL="0">
              <a:lnSpc>
                <a:spcPct val="120000"/>
              </a:lnSpc>
              <a:buNone/>
            </a:pPr>
            <a:r>
              <a:rPr lang="en-US" sz="1000" dirty="0">
                <a:solidFill>
                  <a:srgbClr val="9399AC"/>
                </a:solidFill>
                <a:latin typeface="Malgun Gothic" pitchFamily="34" charset="0"/>
                <a:ea typeface="Malgun Gothic" pitchFamily="34" charset="-122"/>
                <a:cs typeface="Malgun Gothic" pitchFamily="34" charset="-120"/>
              </a:rPr>
              <a:t>10/2</a:t>
            </a:r>
            <a:endParaRPr lang="en-US" sz="1000" dirty="0"/>
          </a:p>
        </p:txBody>
      </p:sp>
      <p:sp>
        <p:nvSpPr>
          <p:cNvPr id="32" name="Shape 30"/>
          <p:cNvSpPr/>
          <p:nvPr/>
        </p:nvSpPr>
        <p:spPr>
          <a:xfrm>
            <a:off x="8001000" y="2148840"/>
            <a:ext cx="0" cy="3291840"/>
          </a:xfrm>
          <a:prstGeom prst="line">
            <a:avLst/>
          </a:prstGeom>
          <a:noFill/>
          <a:ln w="9525">
            <a:solidFill>
              <a:srgbClr val="E2E5EC"/>
            </a:solidFill>
            <a:prstDash val="solid"/>
          </a:ln>
        </p:spPr>
      </p:sp>
      <p:sp>
        <p:nvSpPr>
          <p:cNvPr id="33" name="Text 31"/>
          <p:cNvSpPr txBox="1"/>
          <p:nvPr/>
        </p:nvSpPr>
        <p:spPr>
          <a:xfrm>
            <a:off x="8275320" y="2148840"/>
            <a:ext cx="3139135" cy="274320"/>
          </a:xfrm>
          <a:prstGeom prst="rect">
            <a:avLst/>
          </a:prstGeom>
          <a:noFill/>
          <a:ln/>
        </p:spPr>
        <p:txBody>
          <a:bodyPr wrap="square" lIns="0" tIns="0" rIns="0" bIns="0" rtlCol="0" anchor="t"/>
          <a:lstStyle/>
          <a:p>
            <a:pPr algn="l" indent="0" marL="0">
              <a:lnSpc>
                <a:spcPct val="120000"/>
              </a:lnSpc>
              <a:buNone/>
            </a:pPr>
            <a:r>
              <a:rPr lang="en-US" sz="1200" dirty="0">
                <a:solidFill>
                  <a:srgbClr val="9399AC"/>
                </a:solidFill>
                <a:latin typeface="Malgun Gothic" pitchFamily="34" charset="0"/>
                <a:ea typeface="Malgun Gothic" pitchFamily="34" charset="-122"/>
                <a:cs typeface="Malgun Gothic" pitchFamily="34" charset="-120"/>
              </a:rPr>
              <a:t>처음의 한 문장</a:t>
            </a:r>
            <a:endParaRPr lang="en-US" sz="1200" dirty="0"/>
          </a:p>
        </p:txBody>
      </p:sp>
      <p:sp>
        <p:nvSpPr>
          <p:cNvPr id="34" name="Text 32"/>
          <p:cNvSpPr txBox="1"/>
          <p:nvPr/>
        </p:nvSpPr>
        <p:spPr>
          <a:xfrm>
            <a:off x="8275320" y="2514600"/>
            <a:ext cx="3139135" cy="914400"/>
          </a:xfrm>
          <a:prstGeom prst="rect">
            <a:avLst/>
          </a:prstGeom>
          <a:noFill/>
          <a:ln/>
        </p:spPr>
        <p:txBody>
          <a:bodyPr wrap="square" lIns="0" tIns="0" rIns="0" bIns="0" rtlCol="0" anchor="t"/>
          <a:lstStyle/>
          <a:p>
            <a:pPr algn="l" indent="0" marL="0">
              <a:lnSpc>
                <a:spcPct val="135000"/>
              </a:lnSpc>
              <a:buNone/>
            </a:pPr>
            <a:r>
              <a:rPr lang="en-US" sz="2000" b="1" dirty="0">
                <a:solidFill>
                  <a:srgbClr val="262B40"/>
                </a:solidFill>
                <a:latin typeface="Malgun Gothic" pitchFamily="34" charset="0"/>
                <a:ea typeface="Malgun Gothic" pitchFamily="34" charset="-122"/>
                <a:cs typeface="Malgun Gothic" pitchFamily="34" charset="-120"/>
              </a:rPr>
              <a:t>아이 그림을 움직이고</a:t>
            </a:r>
            <a:endParaRPr lang="en-US" sz="2000" dirty="0"/>
          </a:p>
          <a:p>
            <a:pPr algn="l" indent="0" marL="0">
              <a:lnSpc>
                <a:spcPct val="135000"/>
              </a:lnSpc>
              <a:buNone/>
            </a:pPr>
            <a:r>
              <a:rPr lang="en-US" sz="2000" b="1" dirty="0">
                <a:solidFill>
                  <a:srgbClr val="262B40"/>
                </a:solidFill>
                <a:latin typeface="Malgun Gothic" pitchFamily="34" charset="0"/>
                <a:ea typeface="Malgun Gothic" pitchFamily="34" charset="-122"/>
                <a:cs typeface="Malgun Gothic" pitchFamily="34" charset="-120"/>
              </a:rPr>
              <a:t>이야기로 만들어 보자.</a:t>
            </a:r>
            <a:endParaRPr lang="en-US" sz="2000" dirty="0"/>
          </a:p>
        </p:txBody>
      </p:sp>
      <p:sp>
        <p:nvSpPr>
          <p:cNvPr id="35" name="Text 33"/>
          <p:cNvSpPr txBox="1"/>
          <p:nvPr/>
        </p:nvSpPr>
        <p:spPr>
          <a:xfrm>
            <a:off x="8275320" y="3794760"/>
            <a:ext cx="3139135" cy="274320"/>
          </a:xfrm>
          <a:prstGeom prst="rect">
            <a:avLst/>
          </a:prstGeom>
          <a:noFill/>
          <a:ln/>
        </p:spPr>
        <p:txBody>
          <a:bodyPr wrap="square" lIns="0" tIns="0" rIns="0" bIns="0" rtlCol="0" anchor="t"/>
          <a:lstStyle/>
          <a:p>
            <a:pPr algn="l" indent="0" marL="0">
              <a:lnSpc>
                <a:spcPct val="120000"/>
              </a:lnSpc>
              <a:buNone/>
            </a:pPr>
            <a:r>
              <a:rPr lang="en-US" sz="1200" b="1" dirty="0">
                <a:solidFill>
                  <a:srgbClr val="4256C8"/>
                </a:solidFill>
                <a:latin typeface="Malgun Gothic" pitchFamily="34" charset="0"/>
                <a:ea typeface="Malgun Gothic" pitchFamily="34" charset="-122"/>
                <a:cs typeface="Malgun Gothic" pitchFamily="34" charset="-120"/>
              </a:rPr>
              <a:t>10월 2일까지 이렇게 나누어 구체화했습니다</a:t>
            </a:r>
            <a:endParaRPr lang="en-US" sz="1200" dirty="0"/>
          </a:p>
        </p:txBody>
      </p:sp>
      <p:sp>
        <p:nvSpPr>
          <p:cNvPr id="36" name="Text 34"/>
          <p:cNvSpPr txBox="1"/>
          <p:nvPr/>
        </p:nvSpPr>
        <p:spPr>
          <a:xfrm>
            <a:off x="8275320" y="4160520"/>
            <a:ext cx="3139135" cy="822960"/>
          </a:xfrm>
          <a:prstGeom prst="rect">
            <a:avLst/>
          </a:prstGeom>
          <a:noFill/>
          <a:ln/>
        </p:spPr>
        <p:txBody>
          <a:bodyPr wrap="square" lIns="0" tIns="0" rIns="0" bIns="0" rtlCol="0" anchor="t"/>
          <a:lstStyle/>
          <a:p>
            <a:pPr algn="l" indent="0" marL="0">
              <a:lnSpc>
                <a:spcPct val="150000"/>
              </a:lnSpc>
              <a:buNone/>
            </a:pPr>
            <a:r>
              <a:rPr lang="en-US" sz="1500" dirty="0">
                <a:solidFill>
                  <a:srgbClr val="262B40"/>
                </a:solidFill>
                <a:latin typeface="Malgun Gothic" pitchFamily="34" charset="0"/>
                <a:ea typeface="Malgun Gothic" pitchFamily="34" charset="-122"/>
                <a:cs typeface="Malgun Gothic" pitchFamily="34" charset="-120"/>
              </a:rPr>
              <a:t>화면 · 기능 · Backend · AI Runtime · AI Model · Dataset · 시스템 구조</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77240" y="6355080"/>
            <a:ext cx="5486400" cy="274320"/>
          </a:xfrm>
          <a:prstGeom prst="rect">
            <a:avLst/>
          </a:prstGeom>
          <a:noFill/>
          <a:ln/>
        </p:spPr>
        <p:txBody>
          <a:bodyPr wrap="square" lIns="0" tIns="0" rIns="0" bIns="0" rtlCol="0" anchor="t"/>
          <a:lstStyle/>
          <a:p>
            <a:pPr algn="l" indent="0" marL="0">
              <a:lnSpc>
                <a:spcPct val="120000"/>
              </a:lnSpc>
              <a:buNone/>
            </a:pPr>
            <a:r>
              <a:rPr lang="en-US" sz="900" dirty="0">
                <a:solidFill>
                  <a:srgbClr val="9399AC"/>
                </a:solidFill>
                <a:latin typeface="Malgun Gothic" pitchFamily="34" charset="0"/>
                <a:ea typeface="Malgun Gothic" pitchFamily="34" charset="-122"/>
                <a:cs typeface="Malgun Gothic" pitchFamily="34" charset="-120"/>
              </a:rPr>
              <a:t>B  지난 한 달</a:t>
            </a:r>
            <a:endParaRPr lang="en-US" sz="900" dirty="0"/>
          </a:p>
        </p:txBody>
      </p:sp>
      <p:sp>
        <p:nvSpPr>
          <p:cNvPr id="3" name="Text 1"/>
          <p:cNvSpPr txBox="1"/>
          <p:nvPr/>
        </p:nvSpPr>
        <p:spPr>
          <a:xfrm>
            <a:off x="10865815" y="6355080"/>
            <a:ext cx="548640" cy="274320"/>
          </a:xfrm>
          <a:prstGeom prst="rect">
            <a:avLst/>
          </a:prstGeom>
          <a:noFill/>
          <a:ln/>
        </p:spPr>
        <p:txBody>
          <a:bodyPr wrap="square" lIns="0" tIns="0" rIns="0" bIns="0" rtlCol="0" anchor="t"/>
          <a:lstStyle/>
          <a:p>
            <a:pPr algn="r" indent="0" marL="0">
              <a:lnSpc>
                <a:spcPct val="120000"/>
              </a:lnSpc>
              <a:buNone/>
            </a:pPr>
            <a:r>
              <a:rPr lang="en-US" sz="900" dirty="0">
                <a:solidFill>
                  <a:srgbClr val="9399AC"/>
                </a:solidFill>
                <a:latin typeface="Malgun Gothic" pitchFamily="34" charset="0"/>
                <a:ea typeface="Malgun Gothic" pitchFamily="34" charset="-122"/>
                <a:cs typeface="Malgun Gothic" pitchFamily="34" charset="-120"/>
              </a:rPr>
              <a:t>14</a:t>
            </a:r>
            <a:endParaRPr lang="en-US" sz="900" dirty="0"/>
          </a:p>
        </p:txBody>
      </p:sp>
      <p:sp>
        <p:nvSpPr>
          <p:cNvPr id="4" name="Text 2"/>
          <p:cNvSpPr txBox="1"/>
          <p:nvPr/>
        </p:nvSpPr>
        <p:spPr>
          <a:xfrm>
            <a:off x="777240" y="685800"/>
            <a:ext cx="10637215" cy="685800"/>
          </a:xfrm>
          <a:prstGeom prst="rect">
            <a:avLst/>
          </a:prstGeom>
          <a:noFill/>
          <a:ln/>
        </p:spPr>
        <p:txBody>
          <a:bodyPr wrap="square" lIns="0" tIns="0" rIns="0" bIns="0" rtlCol="0" anchor="t"/>
          <a:lstStyle/>
          <a:p>
            <a:pPr algn="l" indent="0" marL="0">
              <a:lnSpc>
                <a:spcPct val="120000"/>
              </a:lnSpc>
              <a:buNone/>
            </a:pPr>
            <a:r>
              <a:rPr lang="en-US" sz="3000" b="1" spc="-50" kern="0" dirty="0">
                <a:solidFill>
                  <a:srgbClr val="262B40"/>
                </a:solidFill>
                <a:latin typeface="Malgun Gothic" pitchFamily="34" charset="0"/>
                <a:ea typeface="Malgun Gothic" pitchFamily="34" charset="-122"/>
                <a:cs typeface="Malgun Gothic" pitchFamily="34" charset="-120"/>
              </a:rPr>
              <a:t>네 명이 나누어 맡고, 연결되는 곳은 함께 정했습니다</a:t>
            </a:r>
            <a:endParaRPr lang="en-US" sz="3000" dirty="0"/>
          </a:p>
        </p:txBody>
      </p:sp>
      <p:sp>
        <p:nvSpPr>
          <p:cNvPr id="5" name="Text 3"/>
          <p:cNvSpPr txBox="1"/>
          <p:nvPr/>
        </p:nvSpPr>
        <p:spPr>
          <a:xfrm>
            <a:off x="777240" y="1399032"/>
            <a:ext cx="10637215" cy="457200"/>
          </a:xfrm>
          <a:prstGeom prst="rect">
            <a:avLst/>
          </a:prstGeom>
          <a:noFill/>
          <a:ln/>
        </p:spPr>
        <p:txBody>
          <a:bodyPr wrap="square" lIns="0" tIns="0" rIns="0" bIns="0" rtlCol="0" anchor="t"/>
          <a:lstStyle/>
          <a:p>
            <a:pPr algn="l" indent="0" marL="0">
              <a:lnSpc>
                <a:spcPct val="120000"/>
              </a:lnSpc>
              <a:buNone/>
            </a:pPr>
            <a:r>
              <a:rPr lang="en-US" sz="1500" dirty="0">
                <a:solidFill>
                  <a:srgbClr val="5B6177"/>
                </a:solidFill>
                <a:latin typeface="Malgun Gothic" pitchFamily="34" charset="0"/>
                <a:ea typeface="Malgun Gothic" pitchFamily="34" charset="-122"/>
                <a:cs typeface="Malgun Gothic" pitchFamily="34" charset="-120"/>
              </a:rPr>
              <a:t>팀 역할 분담</a:t>
            </a:r>
            <a:endParaRPr lang="en-US" sz="1500" dirty="0"/>
          </a:p>
        </p:txBody>
      </p:sp>
      <p:sp>
        <p:nvSpPr>
          <p:cNvPr id="6" name="Shape 4"/>
          <p:cNvSpPr/>
          <p:nvPr/>
        </p:nvSpPr>
        <p:spPr>
          <a:xfrm>
            <a:off x="777240" y="2148840"/>
            <a:ext cx="2384984" cy="0"/>
          </a:xfrm>
          <a:prstGeom prst="line">
            <a:avLst/>
          </a:prstGeom>
          <a:noFill/>
          <a:ln w="15875">
            <a:solidFill>
              <a:srgbClr val="262B40"/>
            </a:solidFill>
            <a:prstDash val="solid"/>
          </a:ln>
        </p:spPr>
      </p:sp>
      <p:sp>
        <p:nvSpPr>
          <p:cNvPr id="7" name="Text 5"/>
          <p:cNvSpPr txBox="1"/>
          <p:nvPr/>
        </p:nvSpPr>
        <p:spPr>
          <a:xfrm>
            <a:off x="777240" y="2331720"/>
            <a:ext cx="2384984" cy="457200"/>
          </a:xfrm>
          <a:prstGeom prst="rect">
            <a:avLst/>
          </a:prstGeom>
          <a:noFill/>
          <a:ln/>
        </p:spPr>
        <p:txBody>
          <a:bodyPr wrap="square" lIns="0" tIns="0" rIns="0" bIns="0" rtlCol="0" anchor="t"/>
          <a:lstStyle/>
          <a:p>
            <a:pPr algn="l" indent="0" marL="0">
              <a:lnSpc>
                <a:spcPct val="120000"/>
              </a:lnSpc>
              <a:buNone/>
            </a:pPr>
            <a:r>
              <a:rPr lang="en-US" sz="2200" b="1" dirty="0">
                <a:solidFill>
                  <a:srgbClr val="262B40"/>
                </a:solidFill>
                <a:latin typeface="Malgun Gothic" pitchFamily="34" charset="0"/>
                <a:ea typeface="Malgun Gothic" pitchFamily="34" charset="-122"/>
                <a:cs typeface="Malgun Gothic" pitchFamily="34" charset="-120"/>
              </a:rPr>
              <a:t>육도현</a:t>
            </a:r>
            <a:endParaRPr lang="en-US" sz="2200" dirty="0"/>
          </a:p>
        </p:txBody>
      </p:sp>
      <p:sp>
        <p:nvSpPr>
          <p:cNvPr id="8" name="Text 6"/>
          <p:cNvSpPr txBox="1"/>
          <p:nvPr/>
        </p:nvSpPr>
        <p:spPr>
          <a:xfrm>
            <a:off x="777240" y="2834640"/>
            <a:ext cx="2384984" cy="274320"/>
          </a:xfrm>
          <a:prstGeom prst="rect">
            <a:avLst/>
          </a:prstGeom>
          <a:noFill/>
          <a:ln/>
        </p:spPr>
        <p:txBody>
          <a:bodyPr wrap="square" lIns="0" tIns="0" rIns="0" bIns="0" rtlCol="0" anchor="t"/>
          <a:lstStyle/>
          <a:p>
            <a:pPr algn="l" indent="0" marL="0">
              <a:lnSpc>
                <a:spcPct val="120000"/>
              </a:lnSpc>
              <a:buNone/>
            </a:pPr>
            <a:r>
              <a:rPr lang="en-US" sz="1200" b="1" dirty="0">
                <a:solidFill>
                  <a:srgbClr val="4256C8"/>
                </a:solidFill>
                <a:latin typeface="Malgun Gothic" pitchFamily="34" charset="0"/>
                <a:ea typeface="Malgun Gothic" pitchFamily="34" charset="-122"/>
                <a:cs typeface="Malgun Gothic" pitchFamily="34" charset="-120"/>
              </a:rPr>
              <a:t>Frontend / Joint</a:t>
            </a:r>
            <a:endParaRPr lang="en-US" sz="1200" dirty="0"/>
          </a:p>
        </p:txBody>
      </p:sp>
      <p:sp>
        <p:nvSpPr>
          <p:cNvPr id="9" name="Text 7"/>
          <p:cNvSpPr txBox="1"/>
          <p:nvPr/>
        </p:nvSpPr>
        <p:spPr>
          <a:xfrm>
            <a:off x="777240" y="3383280"/>
            <a:ext cx="2384984" cy="274320"/>
          </a:xfrm>
          <a:prstGeom prst="rect">
            <a:avLst/>
          </a:prstGeom>
          <a:noFill/>
          <a:ln/>
        </p:spPr>
        <p:txBody>
          <a:bodyPr wrap="square" lIns="0" tIns="0" rIns="0" bIns="0" rtlCol="0" anchor="t"/>
          <a:lstStyle/>
          <a:p>
            <a:pPr algn="l" indent="0" marL="0">
              <a:lnSpc>
                <a:spcPct val="120000"/>
              </a:lnSpc>
              <a:buNone/>
            </a:pPr>
            <a:r>
              <a:rPr lang="en-US" sz="1050" dirty="0">
                <a:solidFill>
                  <a:srgbClr val="9399AC"/>
                </a:solidFill>
                <a:latin typeface="Malgun Gothic" pitchFamily="34" charset="0"/>
                <a:ea typeface="Malgun Gothic" pitchFamily="34" charset="-122"/>
                <a:cs typeface="Malgun Gothic" pitchFamily="34" charset="-120"/>
              </a:rPr>
              <a:t>10/2까지 대표 작업물</a:t>
            </a:r>
            <a:endParaRPr lang="en-US" sz="1050" dirty="0"/>
          </a:p>
        </p:txBody>
      </p:sp>
      <p:sp>
        <p:nvSpPr>
          <p:cNvPr id="10" name="Text 8"/>
          <p:cNvSpPr txBox="1"/>
          <p:nvPr/>
        </p:nvSpPr>
        <p:spPr>
          <a:xfrm>
            <a:off x="777240" y="3657600"/>
            <a:ext cx="2384984" cy="914400"/>
          </a:xfrm>
          <a:prstGeom prst="rect">
            <a:avLst/>
          </a:prstGeom>
          <a:noFill/>
          <a:ln/>
        </p:spPr>
        <p:txBody>
          <a:bodyPr wrap="square" lIns="0" tIns="0" rIns="0" bIns="0" rtlCol="0" anchor="t"/>
          <a:lstStyle/>
          <a:p>
            <a:pPr algn="l" indent="0" marL="0">
              <a:lnSpc>
                <a:spcPct val="145000"/>
              </a:lnSpc>
              <a:buNone/>
            </a:pPr>
            <a:r>
              <a:rPr lang="en-US" sz="1400" dirty="0">
                <a:solidFill>
                  <a:srgbClr val="262B40"/>
                </a:solidFill>
                <a:latin typeface="Malgun Gothic" pitchFamily="34" charset="0"/>
                <a:ea typeface="Malgun Gothic" pitchFamily="34" charset="-122"/>
                <a:cs typeface="Malgun Gothic" pitchFamily="34" charset="-120"/>
              </a:rPr>
              <a:t>화면설계서</a:t>
            </a:r>
            <a:endParaRPr lang="en-US" sz="1400" dirty="0"/>
          </a:p>
          <a:p>
            <a:pPr algn="l" indent="0" marL="0">
              <a:lnSpc>
                <a:spcPct val="145000"/>
              </a:lnSpc>
              <a:buNone/>
            </a:pPr>
            <a:r>
              <a:rPr lang="en-US" sz="1400" dirty="0">
                <a:solidFill>
                  <a:srgbClr val="262B40"/>
                </a:solidFill>
                <a:latin typeface="Malgun Gothic" pitchFamily="34" charset="0"/>
                <a:ea typeface="Malgun Gothic" pitchFamily="34" charset="-122"/>
                <a:cs typeface="Malgun Gothic" pitchFamily="34" charset="-120"/>
              </a:rPr>
              <a:t>사용자 Flow Setting</a:t>
            </a:r>
            <a:endParaRPr lang="en-US" sz="1400" dirty="0"/>
          </a:p>
        </p:txBody>
      </p:sp>
      <p:sp>
        <p:nvSpPr>
          <p:cNvPr id="11" name="Shape 9"/>
          <p:cNvSpPr/>
          <p:nvPr/>
        </p:nvSpPr>
        <p:spPr>
          <a:xfrm>
            <a:off x="3527984" y="2148840"/>
            <a:ext cx="2384984" cy="0"/>
          </a:xfrm>
          <a:prstGeom prst="line">
            <a:avLst/>
          </a:prstGeom>
          <a:noFill/>
          <a:ln w="15875">
            <a:solidFill>
              <a:srgbClr val="262B40"/>
            </a:solidFill>
            <a:prstDash val="solid"/>
          </a:ln>
        </p:spPr>
      </p:sp>
      <p:sp>
        <p:nvSpPr>
          <p:cNvPr id="12" name="Text 10"/>
          <p:cNvSpPr txBox="1"/>
          <p:nvPr/>
        </p:nvSpPr>
        <p:spPr>
          <a:xfrm>
            <a:off x="3527984" y="2331720"/>
            <a:ext cx="2384984" cy="457200"/>
          </a:xfrm>
          <a:prstGeom prst="rect">
            <a:avLst/>
          </a:prstGeom>
          <a:noFill/>
          <a:ln/>
        </p:spPr>
        <p:txBody>
          <a:bodyPr wrap="square" lIns="0" tIns="0" rIns="0" bIns="0" rtlCol="0" anchor="t"/>
          <a:lstStyle/>
          <a:p>
            <a:pPr algn="l" indent="0" marL="0">
              <a:lnSpc>
                <a:spcPct val="120000"/>
              </a:lnSpc>
              <a:buNone/>
            </a:pPr>
            <a:r>
              <a:rPr lang="en-US" sz="2200" b="1" dirty="0">
                <a:solidFill>
                  <a:srgbClr val="262B40"/>
                </a:solidFill>
                <a:latin typeface="Malgun Gothic" pitchFamily="34" charset="0"/>
                <a:ea typeface="Malgun Gothic" pitchFamily="34" charset="-122"/>
                <a:cs typeface="Malgun Gothic" pitchFamily="34" charset="-120"/>
              </a:rPr>
              <a:t>서민지</a:t>
            </a:r>
            <a:endParaRPr lang="en-US" sz="2200" dirty="0"/>
          </a:p>
        </p:txBody>
      </p:sp>
      <p:sp>
        <p:nvSpPr>
          <p:cNvPr id="13" name="Text 11"/>
          <p:cNvSpPr txBox="1"/>
          <p:nvPr/>
        </p:nvSpPr>
        <p:spPr>
          <a:xfrm>
            <a:off x="3527984" y="2834640"/>
            <a:ext cx="2384984" cy="274320"/>
          </a:xfrm>
          <a:prstGeom prst="rect">
            <a:avLst/>
          </a:prstGeom>
          <a:noFill/>
          <a:ln/>
        </p:spPr>
        <p:txBody>
          <a:bodyPr wrap="square" lIns="0" tIns="0" rIns="0" bIns="0" rtlCol="0" anchor="t"/>
          <a:lstStyle/>
          <a:p>
            <a:pPr algn="l" indent="0" marL="0">
              <a:lnSpc>
                <a:spcPct val="120000"/>
              </a:lnSpc>
              <a:buNone/>
            </a:pPr>
            <a:r>
              <a:rPr lang="en-US" sz="1200" b="1" dirty="0">
                <a:solidFill>
                  <a:srgbClr val="4256C8"/>
                </a:solidFill>
                <a:latin typeface="Malgun Gothic" pitchFamily="34" charset="0"/>
                <a:ea typeface="Malgun Gothic" pitchFamily="34" charset="-122"/>
                <a:cs typeface="Malgun Gothic" pitchFamily="34" charset="-120"/>
              </a:rPr>
              <a:t>Backend / PM</a:t>
            </a:r>
            <a:endParaRPr lang="en-US" sz="1200" dirty="0"/>
          </a:p>
        </p:txBody>
      </p:sp>
      <p:sp>
        <p:nvSpPr>
          <p:cNvPr id="14" name="Text 12"/>
          <p:cNvSpPr txBox="1"/>
          <p:nvPr/>
        </p:nvSpPr>
        <p:spPr>
          <a:xfrm>
            <a:off x="3527984" y="3383280"/>
            <a:ext cx="2384984" cy="274320"/>
          </a:xfrm>
          <a:prstGeom prst="rect">
            <a:avLst/>
          </a:prstGeom>
          <a:noFill/>
          <a:ln/>
        </p:spPr>
        <p:txBody>
          <a:bodyPr wrap="square" lIns="0" tIns="0" rIns="0" bIns="0" rtlCol="0" anchor="t"/>
          <a:lstStyle/>
          <a:p>
            <a:pPr algn="l" indent="0" marL="0">
              <a:lnSpc>
                <a:spcPct val="120000"/>
              </a:lnSpc>
              <a:buNone/>
            </a:pPr>
            <a:r>
              <a:rPr lang="en-US" sz="1050" dirty="0">
                <a:solidFill>
                  <a:srgbClr val="9399AC"/>
                </a:solidFill>
                <a:latin typeface="Malgun Gothic" pitchFamily="34" charset="0"/>
                <a:ea typeface="Malgun Gothic" pitchFamily="34" charset="-122"/>
                <a:cs typeface="Malgun Gothic" pitchFamily="34" charset="-120"/>
              </a:rPr>
              <a:t>10/2까지 대표 작업물</a:t>
            </a:r>
            <a:endParaRPr lang="en-US" sz="1050" dirty="0"/>
          </a:p>
        </p:txBody>
      </p:sp>
      <p:sp>
        <p:nvSpPr>
          <p:cNvPr id="15" name="Text 13"/>
          <p:cNvSpPr txBox="1"/>
          <p:nvPr/>
        </p:nvSpPr>
        <p:spPr>
          <a:xfrm>
            <a:off x="3527984" y="3657600"/>
            <a:ext cx="2384984" cy="914400"/>
          </a:xfrm>
          <a:prstGeom prst="rect">
            <a:avLst/>
          </a:prstGeom>
          <a:noFill/>
          <a:ln/>
        </p:spPr>
        <p:txBody>
          <a:bodyPr wrap="square" lIns="0" tIns="0" rIns="0" bIns="0" rtlCol="0" anchor="t"/>
          <a:lstStyle/>
          <a:p>
            <a:pPr algn="l" indent="0" marL="0">
              <a:lnSpc>
                <a:spcPct val="145000"/>
              </a:lnSpc>
              <a:buNone/>
            </a:pPr>
            <a:r>
              <a:rPr lang="en-US" sz="1400" dirty="0">
                <a:solidFill>
                  <a:srgbClr val="262B40"/>
                </a:solidFill>
                <a:latin typeface="Malgun Gothic" pitchFamily="34" charset="0"/>
                <a:ea typeface="Malgun Gothic" pitchFamily="34" charset="-122"/>
                <a:cs typeface="Malgun Gothic" pitchFamily="34" charset="-120"/>
              </a:rPr>
              <a:t>기능정의서</a:t>
            </a:r>
            <a:endParaRPr lang="en-US" sz="1400" dirty="0"/>
          </a:p>
          <a:p>
            <a:pPr algn="l" indent="0" marL="0">
              <a:lnSpc>
                <a:spcPct val="145000"/>
              </a:lnSpc>
              <a:buNone/>
            </a:pPr>
            <a:r>
              <a:rPr lang="en-US" sz="1400" dirty="0">
                <a:solidFill>
                  <a:srgbClr val="262B40"/>
                </a:solidFill>
                <a:latin typeface="Malgun Gothic" pitchFamily="34" charset="0"/>
                <a:ea typeface="Malgun Gothic" pitchFamily="34" charset="-122"/>
                <a:cs typeface="Malgun Gothic" pitchFamily="34" charset="-120"/>
              </a:rPr>
              <a:t>API · DB 구조</a:t>
            </a:r>
            <a:endParaRPr lang="en-US" sz="1400" dirty="0"/>
          </a:p>
          <a:p>
            <a:pPr algn="l" indent="0" marL="0">
              <a:lnSpc>
                <a:spcPct val="145000"/>
              </a:lnSpc>
              <a:buNone/>
            </a:pPr>
            <a:r>
              <a:rPr lang="en-US" sz="1400" dirty="0">
                <a:solidFill>
                  <a:srgbClr val="262B40"/>
                </a:solidFill>
                <a:latin typeface="Malgun Gothic" pitchFamily="34" charset="0"/>
                <a:ea typeface="Malgun Gothic" pitchFamily="34" charset="-122"/>
                <a:cs typeface="Malgun Gothic" pitchFamily="34" charset="-120"/>
              </a:rPr>
              <a:t>WBS</a:t>
            </a:r>
            <a:endParaRPr lang="en-US" sz="1400" dirty="0"/>
          </a:p>
        </p:txBody>
      </p:sp>
      <p:sp>
        <p:nvSpPr>
          <p:cNvPr id="16" name="Shape 14"/>
          <p:cNvSpPr/>
          <p:nvPr/>
        </p:nvSpPr>
        <p:spPr>
          <a:xfrm>
            <a:off x="6278728" y="2148840"/>
            <a:ext cx="2384984" cy="0"/>
          </a:xfrm>
          <a:prstGeom prst="line">
            <a:avLst/>
          </a:prstGeom>
          <a:noFill/>
          <a:ln w="15875">
            <a:solidFill>
              <a:srgbClr val="262B40"/>
            </a:solidFill>
            <a:prstDash val="solid"/>
          </a:ln>
        </p:spPr>
      </p:sp>
      <p:sp>
        <p:nvSpPr>
          <p:cNvPr id="17" name="Text 15"/>
          <p:cNvSpPr txBox="1"/>
          <p:nvPr/>
        </p:nvSpPr>
        <p:spPr>
          <a:xfrm>
            <a:off x="6278728" y="2331720"/>
            <a:ext cx="2384984" cy="457200"/>
          </a:xfrm>
          <a:prstGeom prst="rect">
            <a:avLst/>
          </a:prstGeom>
          <a:noFill/>
          <a:ln/>
        </p:spPr>
        <p:txBody>
          <a:bodyPr wrap="square" lIns="0" tIns="0" rIns="0" bIns="0" rtlCol="0" anchor="t"/>
          <a:lstStyle/>
          <a:p>
            <a:pPr algn="l" indent="0" marL="0">
              <a:lnSpc>
                <a:spcPct val="120000"/>
              </a:lnSpc>
              <a:buNone/>
            </a:pPr>
            <a:r>
              <a:rPr lang="en-US" sz="2200" b="1" dirty="0">
                <a:solidFill>
                  <a:srgbClr val="262B40"/>
                </a:solidFill>
                <a:latin typeface="Malgun Gothic" pitchFamily="34" charset="0"/>
                <a:ea typeface="Malgun Gothic" pitchFamily="34" charset="-122"/>
                <a:cs typeface="Malgun Gothic" pitchFamily="34" charset="-120"/>
              </a:rPr>
              <a:t>김수정</a:t>
            </a:r>
            <a:endParaRPr lang="en-US" sz="2200" dirty="0"/>
          </a:p>
        </p:txBody>
      </p:sp>
      <p:sp>
        <p:nvSpPr>
          <p:cNvPr id="18" name="Text 16"/>
          <p:cNvSpPr txBox="1"/>
          <p:nvPr/>
        </p:nvSpPr>
        <p:spPr>
          <a:xfrm>
            <a:off x="6278728" y="2834640"/>
            <a:ext cx="2384984" cy="274320"/>
          </a:xfrm>
          <a:prstGeom prst="rect">
            <a:avLst/>
          </a:prstGeom>
          <a:noFill/>
          <a:ln/>
        </p:spPr>
        <p:txBody>
          <a:bodyPr wrap="square" lIns="0" tIns="0" rIns="0" bIns="0" rtlCol="0" anchor="t"/>
          <a:lstStyle/>
          <a:p>
            <a:pPr algn="l" indent="0" marL="0">
              <a:lnSpc>
                <a:spcPct val="120000"/>
              </a:lnSpc>
              <a:buNone/>
            </a:pPr>
            <a:r>
              <a:rPr lang="en-US" sz="1200" b="1" dirty="0">
                <a:solidFill>
                  <a:srgbClr val="4256C8"/>
                </a:solidFill>
                <a:latin typeface="Malgun Gothic" pitchFamily="34" charset="0"/>
                <a:ea typeface="Malgun Gothic" pitchFamily="34" charset="-122"/>
                <a:cs typeface="Malgun Gothic" pitchFamily="34" charset="-120"/>
              </a:rPr>
              <a:t>A1 AI Runtime</a:t>
            </a:r>
            <a:endParaRPr lang="en-US" sz="1200" dirty="0"/>
          </a:p>
        </p:txBody>
      </p:sp>
      <p:sp>
        <p:nvSpPr>
          <p:cNvPr id="19" name="Text 17"/>
          <p:cNvSpPr txBox="1"/>
          <p:nvPr/>
        </p:nvSpPr>
        <p:spPr>
          <a:xfrm>
            <a:off x="6278728" y="3383280"/>
            <a:ext cx="2384984" cy="274320"/>
          </a:xfrm>
          <a:prstGeom prst="rect">
            <a:avLst/>
          </a:prstGeom>
          <a:noFill/>
          <a:ln/>
        </p:spPr>
        <p:txBody>
          <a:bodyPr wrap="square" lIns="0" tIns="0" rIns="0" bIns="0" rtlCol="0" anchor="t"/>
          <a:lstStyle/>
          <a:p>
            <a:pPr algn="l" indent="0" marL="0">
              <a:lnSpc>
                <a:spcPct val="120000"/>
              </a:lnSpc>
              <a:buNone/>
            </a:pPr>
            <a:r>
              <a:rPr lang="en-US" sz="1050" dirty="0">
                <a:solidFill>
                  <a:srgbClr val="9399AC"/>
                </a:solidFill>
                <a:latin typeface="Malgun Gothic" pitchFamily="34" charset="0"/>
                <a:ea typeface="Malgun Gothic" pitchFamily="34" charset="-122"/>
                <a:cs typeface="Malgun Gothic" pitchFamily="34" charset="-120"/>
              </a:rPr>
              <a:t>10/2까지 대표 작업물</a:t>
            </a:r>
            <a:endParaRPr lang="en-US" sz="1050" dirty="0"/>
          </a:p>
        </p:txBody>
      </p:sp>
      <p:sp>
        <p:nvSpPr>
          <p:cNvPr id="20" name="Text 18"/>
          <p:cNvSpPr txBox="1"/>
          <p:nvPr/>
        </p:nvSpPr>
        <p:spPr>
          <a:xfrm>
            <a:off x="6278728" y="3657600"/>
            <a:ext cx="2384984" cy="914400"/>
          </a:xfrm>
          <a:prstGeom prst="rect">
            <a:avLst/>
          </a:prstGeom>
          <a:noFill/>
          <a:ln/>
        </p:spPr>
        <p:txBody>
          <a:bodyPr wrap="square" lIns="0" tIns="0" rIns="0" bIns="0" rtlCol="0" anchor="t"/>
          <a:lstStyle/>
          <a:p>
            <a:pPr algn="l" indent="0" marL="0">
              <a:lnSpc>
                <a:spcPct val="145000"/>
              </a:lnSpc>
              <a:buNone/>
            </a:pPr>
            <a:r>
              <a:rPr lang="en-US" sz="1400" dirty="0">
                <a:solidFill>
                  <a:srgbClr val="262B40"/>
                </a:solidFill>
                <a:latin typeface="Malgun Gothic" pitchFamily="34" charset="0"/>
                <a:ea typeface="Malgun Gothic" pitchFamily="34" charset="-122"/>
                <a:cs typeface="Malgun Gothic" pitchFamily="34" charset="-120"/>
              </a:rPr>
              <a:t>Flow Chart</a:t>
            </a:r>
            <a:endParaRPr lang="en-US" sz="1400" dirty="0"/>
          </a:p>
          <a:p>
            <a:pPr algn="l" indent="0" marL="0">
              <a:lnSpc>
                <a:spcPct val="145000"/>
              </a:lnSpc>
              <a:buNone/>
            </a:pPr>
            <a:r>
              <a:rPr lang="en-US" sz="1400" dirty="0">
                <a:solidFill>
                  <a:srgbClr val="262B40"/>
                </a:solidFill>
                <a:latin typeface="Malgun Gothic" pitchFamily="34" charset="0"/>
                <a:ea typeface="Malgun Gothic" pitchFamily="34" charset="-122"/>
                <a:cs typeface="Malgun Gothic" pitchFamily="34" charset="-120"/>
              </a:rPr>
              <a:t>AI Runtime Pipeline</a:t>
            </a:r>
            <a:endParaRPr lang="en-US" sz="1400" dirty="0"/>
          </a:p>
        </p:txBody>
      </p:sp>
      <p:sp>
        <p:nvSpPr>
          <p:cNvPr id="21" name="Shape 19"/>
          <p:cNvSpPr/>
          <p:nvPr/>
        </p:nvSpPr>
        <p:spPr>
          <a:xfrm>
            <a:off x="9029471" y="2148840"/>
            <a:ext cx="2384984" cy="0"/>
          </a:xfrm>
          <a:prstGeom prst="line">
            <a:avLst/>
          </a:prstGeom>
          <a:noFill/>
          <a:ln w="15875">
            <a:solidFill>
              <a:srgbClr val="262B40"/>
            </a:solidFill>
            <a:prstDash val="solid"/>
          </a:ln>
        </p:spPr>
      </p:sp>
      <p:sp>
        <p:nvSpPr>
          <p:cNvPr id="22" name="Text 20"/>
          <p:cNvSpPr txBox="1"/>
          <p:nvPr/>
        </p:nvSpPr>
        <p:spPr>
          <a:xfrm>
            <a:off x="9029471" y="2331720"/>
            <a:ext cx="2384984" cy="457200"/>
          </a:xfrm>
          <a:prstGeom prst="rect">
            <a:avLst/>
          </a:prstGeom>
          <a:noFill/>
          <a:ln/>
        </p:spPr>
        <p:txBody>
          <a:bodyPr wrap="square" lIns="0" tIns="0" rIns="0" bIns="0" rtlCol="0" anchor="t"/>
          <a:lstStyle/>
          <a:p>
            <a:pPr algn="l" indent="0" marL="0">
              <a:lnSpc>
                <a:spcPct val="120000"/>
              </a:lnSpc>
              <a:buNone/>
            </a:pPr>
            <a:r>
              <a:rPr lang="en-US" sz="2200" b="1" dirty="0">
                <a:solidFill>
                  <a:srgbClr val="262B40"/>
                </a:solidFill>
                <a:latin typeface="Malgun Gothic" pitchFamily="34" charset="0"/>
                <a:ea typeface="Malgun Gothic" pitchFamily="34" charset="-122"/>
                <a:cs typeface="Malgun Gothic" pitchFamily="34" charset="-120"/>
              </a:rPr>
              <a:t>김민준</a:t>
            </a:r>
            <a:endParaRPr lang="en-US" sz="2200" dirty="0"/>
          </a:p>
        </p:txBody>
      </p:sp>
      <p:sp>
        <p:nvSpPr>
          <p:cNvPr id="23" name="Text 21"/>
          <p:cNvSpPr txBox="1"/>
          <p:nvPr/>
        </p:nvSpPr>
        <p:spPr>
          <a:xfrm>
            <a:off x="9029471" y="2834640"/>
            <a:ext cx="2384984" cy="274320"/>
          </a:xfrm>
          <a:prstGeom prst="rect">
            <a:avLst/>
          </a:prstGeom>
          <a:noFill/>
          <a:ln/>
        </p:spPr>
        <p:txBody>
          <a:bodyPr wrap="square" lIns="0" tIns="0" rIns="0" bIns="0" rtlCol="0" anchor="t"/>
          <a:lstStyle/>
          <a:p>
            <a:pPr algn="l" indent="0" marL="0">
              <a:lnSpc>
                <a:spcPct val="120000"/>
              </a:lnSpc>
              <a:buNone/>
            </a:pPr>
            <a:r>
              <a:rPr lang="en-US" sz="1200" b="1" dirty="0">
                <a:solidFill>
                  <a:srgbClr val="4256C8"/>
                </a:solidFill>
                <a:latin typeface="Malgun Gothic" pitchFamily="34" charset="0"/>
                <a:ea typeface="Malgun Gothic" pitchFamily="34" charset="-122"/>
                <a:cs typeface="Malgun Gothic" pitchFamily="34" charset="-120"/>
              </a:rPr>
              <a:t>A2 Drawing Pose Model</a:t>
            </a:r>
            <a:endParaRPr lang="en-US" sz="1200" dirty="0"/>
          </a:p>
        </p:txBody>
      </p:sp>
      <p:sp>
        <p:nvSpPr>
          <p:cNvPr id="24" name="Text 22"/>
          <p:cNvSpPr txBox="1"/>
          <p:nvPr/>
        </p:nvSpPr>
        <p:spPr>
          <a:xfrm>
            <a:off x="9029471" y="3383280"/>
            <a:ext cx="2384984" cy="274320"/>
          </a:xfrm>
          <a:prstGeom prst="rect">
            <a:avLst/>
          </a:prstGeom>
          <a:noFill/>
          <a:ln/>
        </p:spPr>
        <p:txBody>
          <a:bodyPr wrap="square" lIns="0" tIns="0" rIns="0" bIns="0" rtlCol="0" anchor="t"/>
          <a:lstStyle/>
          <a:p>
            <a:pPr algn="l" indent="0" marL="0">
              <a:lnSpc>
                <a:spcPct val="120000"/>
              </a:lnSpc>
              <a:buNone/>
            </a:pPr>
            <a:r>
              <a:rPr lang="en-US" sz="1050" dirty="0">
                <a:solidFill>
                  <a:srgbClr val="9399AC"/>
                </a:solidFill>
                <a:latin typeface="Malgun Gothic" pitchFamily="34" charset="0"/>
                <a:ea typeface="Malgun Gothic" pitchFamily="34" charset="-122"/>
                <a:cs typeface="Malgun Gothic" pitchFamily="34" charset="-120"/>
              </a:rPr>
              <a:t>10/2까지 대표 작업물</a:t>
            </a:r>
            <a:endParaRPr lang="en-US" sz="1050" dirty="0"/>
          </a:p>
        </p:txBody>
      </p:sp>
      <p:sp>
        <p:nvSpPr>
          <p:cNvPr id="25" name="Text 23"/>
          <p:cNvSpPr txBox="1"/>
          <p:nvPr/>
        </p:nvSpPr>
        <p:spPr>
          <a:xfrm>
            <a:off x="9029471" y="3657600"/>
            <a:ext cx="2384984" cy="914400"/>
          </a:xfrm>
          <a:prstGeom prst="rect">
            <a:avLst/>
          </a:prstGeom>
          <a:noFill/>
          <a:ln/>
        </p:spPr>
        <p:txBody>
          <a:bodyPr wrap="square" lIns="0" tIns="0" rIns="0" bIns="0" rtlCol="0" anchor="t"/>
          <a:lstStyle/>
          <a:p>
            <a:pPr algn="l" indent="0" marL="0">
              <a:lnSpc>
                <a:spcPct val="145000"/>
              </a:lnSpc>
              <a:buNone/>
            </a:pPr>
            <a:r>
              <a:rPr lang="en-US" sz="1400" dirty="0">
                <a:solidFill>
                  <a:srgbClr val="262B40"/>
                </a:solidFill>
                <a:latin typeface="Malgun Gothic" pitchFamily="34" charset="0"/>
                <a:ea typeface="Malgun Gothic" pitchFamily="34" charset="-122"/>
                <a:cs typeface="Malgun Gothic" pitchFamily="34" charset="-120"/>
              </a:rPr>
              <a:t>시스템 아키텍처</a:t>
            </a:r>
            <a:endParaRPr lang="en-US" sz="1400" dirty="0"/>
          </a:p>
          <a:p>
            <a:pPr algn="l" indent="0" marL="0">
              <a:lnSpc>
                <a:spcPct val="145000"/>
              </a:lnSpc>
              <a:buNone/>
            </a:pPr>
            <a:r>
              <a:rPr lang="en-US" sz="1400" dirty="0">
                <a:solidFill>
                  <a:srgbClr val="262B40"/>
                </a:solidFill>
                <a:latin typeface="Malgun Gothic" pitchFamily="34" charset="0"/>
                <a:ea typeface="Malgun Gothic" pitchFamily="34" charset="-122"/>
                <a:cs typeface="Malgun Gothic" pitchFamily="34" charset="-120"/>
              </a:rPr>
              <a:t>Dataset · Training Pipeline</a:t>
            </a:r>
            <a:endParaRPr lang="en-US" sz="1400" dirty="0"/>
          </a:p>
        </p:txBody>
      </p:sp>
      <p:sp>
        <p:nvSpPr>
          <p:cNvPr id="26" name="Shape 24"/>
          <p:cNvSpPr/>
          <p:nvPr/>
        </p:nvSpPr>
        <p:spPr>
          <a:xfrm>
            <a:off x="777240" y="4892040"/>
            <a:ext cx="10637215" cy="0"/>
          </a:xfrm>
          <a:prstGeom prst="line">
            <a:avLst/>
          </a:prstGeom>
          <a:noFill/>
          <a:ln w="9525">
            <a:solidFill>
              <a:srgbClr val="E2E5EC"/>
            </a:solidFill>
            <a:prstDash val="solid"/>
          </a:ln>
        </p:spPr>
      </p:sp>
      <p:sp>
        <p:nvSpPr>
          <p:cNvPr id="27" name="Text 25"/>
          <p:cNvSpPr txBox="1"/>
          <p:nvPr/>
        </p:nvSpPr>
        <p:spPr>
          <a:xfrm>
            <a:off x="777240" y="5120640"/>
            <a:ext cx="10637215" cy="320040"/>
          </a:xfrm>
          <a:prstGeom prst="rect">
            <a:avLst/>
          </a:prstGeom>
          <a:noFill/>
          <a:ln/>
        </p:spPr>
        <p:txBody>
          <a:bodyPr wrap="square" lIns="0" tIns="0" rIns="0" bIns="0" rtlCol="0" anchor="t"/>
          <a:lstStyle/>
          <a:p>
            <a:pPr algn="l" indent="0" marL="0">
              <a:lnSpc>
                <a:spcPct val="120000"/>
              </a:lnSpc>
              <a:buNone/>
            </a:pPr>
            <a:r>
              <a:rPr lang="en-US" sz="1400" b="1" dirty="0">
                <a:solidFill>
                  <a:srgbClr val="4256C8"/>
                </a:solidFill>
                <a:latin typeface="Malgun Gothic" pitchFamily="34" charset="0"/>
                <a:ea typeface="Malgun Gothic" pitchFamily="34" charset="-122"/>
                <a:cs typeface="Malgun Gothic" pitchFamily="34" charset="-120"/>
              </a:rPr>
              <a:t>함께 정한 것   </a:t>
            </a:r>
            <a:pPr algn="l" indent="0" marL="0">
              <a:lnSpc>
                <a:spcPct val="120000"/>
              </a:lnSpc>
              <a:buNone/>
            </a:pPr>
            <a:r>
              <a:rPr lang="en-US" sz="1400" dirty="0">
                <a:solidFill>
                  <a:srgbClr val="262B40"/>
                </a:solidFill>
                <a:latin typeface="Malgun Gothic" pitchFamily="34" charset="0"/>
                <a:ea typeface="Malgun Gothic" pitchFamily="34" charset="-122"/>
                <a:cs typeface="Malgun Gothic" pitchFamily="34" charset="-120"/>
              </a:rPr>
              <a:t>서비스 방향 · MVP 범위 · Frontend ↔ Backend · Backend ↔ AI · A1 ↔ A2 Interface</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77240" y="6355080"/>
            <a:ext cx="5486400" cy="274320"/>
          </a:xfrm>
          <a:prstGeom prst="rect">
            <a:avLst/>
          </a:prstGeom>
          <a:noFill/>
          <a:ln/>
        </p:spPr>
        <p:txBody>
          <a:bodyPr wrap="square" lIns="0" tIns="0" rIns="0" bIns="0" rtlCol="0" anchor="t"/>
          <a:lstStyle/>
          <a:p>
            <a:pPr algn="l" indent="0" marL="0">
              <a:lnSpc>
                <a:spcPct val="120000"/>
              </a:lnSpc>
              <a:buNone/>
            </a:pPr>
            <a:r>
              <a:rPr lang="en-US" sz="900" dirty="0">
                <a:solidFill>
                  <a:srgbClr val="9399AC"/>
                </a:solidFill>
                <a:latin typeface="Malgun Gothic" pitchFamily="34" charset="0"/>
                <a:ea typeface="Malgun Gothic" pitchFamily="34" charset="-122"/>
                <a:cs typeface="Malgun Gothic" pitchFamily="34" charset="-120"/>
              </a:rPr>
              <a:t>C  영역별 작업</a:t>
            </a:r>
            <a:endParaRPr lang="en-US" sz="900" dirty="0"/>
          </a:p>
        </p:txBody>
      </p:sp>
      <p:sp>
        <p:nvSpPr>
          <p:cNvPr id="3" name="Text 1"/>
          <p:cNvSpPr txBox="1"/>
          <p:nvPr/>
        </p:nvSpPr>
        <p:spPr>
          <a:xfrm>
            <a:off x="10865815" y="6355080"/>
            <a:ext cx="548640" cy="274320"/>
          </a:xfrm>
          <a:prstGeom prst="rect">
            <a:avLst/>
          </a:prstGeom>
          <a:noFill/>
          <a:ln/>
        </p:spPr>
        <p:txBody>
          <a:bodyPr wrap="square" lIns="0" tIns="0" rIns="0" bIns="0" rtlCol="0" anchor="t"/>
          <a:lstStyle/>
          <a:p>
            <a:pPr algn="r" indent="0" marL="0">
              <a:lnSpc>
                <a:spcPct val="120000"/>
              </a:lnSpc>
              <a:buNone/>
            </a:pPr>
            <a:r>
              <a:rPr lang="en-US" sz="900" dirty="0">
                <a:solidFill>
                  <a:srgbClr val="9399AC"/>
                </a:solidFill>
                <a:latin typeface="Malgun Gothic" pitchFamily="34" charset="0"/>
                <a:ea typeface="Malgun Gothic" pitchFamily="34" charset="-122"/>
                <a:cs typeface="Malgun Gothic" pitchFamily="34" charset="-120"/>
              </a:rPr>
              <a:t>15</a:t>
            </a:r>
            <a:endParaRPr lang="en-US" sz="900" dirty="0"/>
          </a:p>
        </p:txBody>
      </p:sp>
      <p:sp>
        <p:nvSpPr>
          <p:cNvPr id="4" name="Text 2"/>
          <p:cNvSpPr txBox="1"/>
          <p:nvPr/>
        </p:nvSpPr>
        <p:spPr>
          <a:xfrm>
            <a:off x="777240" y="685800"/>
            <a:ext cx="7315200" cy="320040"/>
          </a:xfrm>
          <a:prstGeom prst="rect">
            <a:avLst/>
          </a:prstGeom>
          <a:noFill/>
          <a:ln/>
        </p:spPr>
        <p:txBody>
          <a:bodyPr wrap="square" lIns="0" tIns="0" rIns="0" bIns="0" rtlCol="0" anchor="t"/>
          <a:lstStyle/>
          <a:p>
            <a:pPr algn="l" indent="0" marL="0">
              <a:lnSpc>
                <a:spcPct val="120000"/>
              </a:lnSpc>
              <a:buNone/>
            </a:pPr>
            <a:r>
              <a:rPr lang="en-US" sz="1300" b="1" dirty="0">
                <a:solidFill>
                  <a:srgbClr val="4256C8"/>
                </a:solidFill>
                <a:latin typeface="Malgun Gothic" pitchFamily="34" charset="0"/>
                <a:ea typeface="Malgun Gothic" pitchFamily="34" charset="-122"/>
                <a:cs typeface="Malgun Gothic" pitchFamily="34" charset="-120"/>
              </a:rPr>
              <a:t>Frontend  ·  육도현</a:t>
            </a:r>
            <a:endParaRPr lang="en-US" sz="1300" dirty="0"/>
          </a:p>
        </p:txBody>
      </p:sp>
      <p:sp>
        <p:nvSpPr>
          <p:cNvPr id="5" name="Text 3"/>
          <p:cNvSpPr txBox="1"/>
          <p:nvPr/>
        </p:nvSpPr>
        <p:spPr>
          <a:xfrm>
            <a:off x="777240" y="1069848"/>
            <a:ext cx="10637215" cy="685800"/>
          </a:xfrm>
          <a:prstGeom prst="rect">
            <a:avLst/>
          </a:prstGeom>
          <a:noFill/>
          <a:ln/>
        </p:spPr>
        <p:txBody>
          <a:bodyPr wrap="square" lIns="0" tIns="0" rIns="0" bIns="0" rtlCol="0" anchor="t"/>
          <a:lstStyle/>
          <a:p>
            <a:pPr algn="l" indent="0" marL="0">
              <a:lnSpc>
                <a:spcPct val="120000"/>
              </a:lnSpc>
              <a:buNone/>
            </a:pPr>
            <a:r>
              <a:rPr lang="en-US" sz="3000" b="1" spc="-50" kern="0" dirty="0">
                <a:solidFill>
                  <a:srgbClr val="262B40"/>
                </a:solidFill>
                <a:latin typeface="Malgun Gothic" pitchFamily="34" charset="0"/>
                <a:ea typeface="Malgun Gothic" pitchFamily="34" charset="-122"/>
                <a:cs typeface="Malgun Gothic" pitchFamily="34" charset="-120"/>
              </a:rPr>
              <a:t>사용자 경험을 실제 화면으로</a:t>
            </a:r>
            <a:endParaRPr lang="en-US" sz="3000" dirty="0"/>
          </a:p>
        </p:txBody>
      </p:sp>
      <p:sp>
        <p:nvSpPr>
          <p:cNvPr id="6" name="Shape 4"/>
          <p:cNvSpPr/>
          <p:nvPr/>
        </p:nvSpPr>
        <p:spPr>
          <a:xfrm>
            <a:off x="777240" y="2057400"/>
            <a:ext cx="4023360" cy="0"/>
          </a:xfrm>
          <a:prstGeom prst="line">
            <a:avLst/>
          </a:prstGeom>
          <a:noFill/>
          <a:ln w="9525">
            <a:solidFill>
              <a:srgbClr val="E2E5EC"/>
            </a:solidFill>
            <a:prstDash val="solid"/>
          </a:ln>
        </p:spPr>
      </p:sp>
      <p:sp>
        <p:nvSpPr>
          <p:cNvPr id="7" name="Text 5"/>
          <p:cNvSpPr txBox="1"/>
          <p:nvPr/>
        </p:nvSpPr>
        <p:spPr>
          <a:xfrm>
            <a:off x="777240" y="2194560"/>
            <a:ext cx="4023360" cy="274320"/>
          </a:xfrm>
          <a:prstGeom prst="rect">
            <a:avLst/>
          </a:prstGeom>
          <a:noFill/>
          <a:ln/>
        </p:spPr>
        <p:txBody>
          <a:bodyPr wrap="square" lIns="0" tIns="0" rIns="0" bIns="0" rtlCol="0" anchor="t"/>
          <a:lstStyle/>
          <a:p>
            <a:pPr algn="l" indent="0" marL="0">
              <a:lnSpc>
                <a:spcPct val="120000"/>
              </a:lnSpc>
              <a:buNone/>
            </a:pPr>
            <a:r>
              <a:rPr lang="en-US" sz="1200" b="1" dirty="0">
                <a:solidFill>
                  <a:srgbClr val="5B6177"/>
                </a:solidFill>
                <a:latin typeface="Malgun Gothic" pitchFamily="34" charset="0"/>
                <a:ea typeface="Malgun Gothic" pitchFamily="34" charset="-122"/>
                <a:cs typeface="Malgun Gothic" pitchFamily="34" charset="-120"/>
              </a:rPr>
              <a:t>1  왜 이 작업이 필요했나</a:t>
            </a:r>
            <a:endParaRPr lang="en-US" sz="1200" dirty="0"/>
          </a:p>
        </p:txBody>
      </p:sp>
      <p:sp>
        <p:nvSpPr>
          <p:cNvPr id="8" name="Shape 6"/>
          <p:cNvSpPr/>
          <p:nvPr/>
        </p:nvSpPr>
        <p:spPr>
          <a:xfrm>
            <a:off x="777240" y="3246120"/>
            <a:ext cx="4023360" cy="0"/>
          </a:xfrm>
          <a:prstGeom prst="line">
            <a:avLst/>
          </a:prstGeom>
          <a:noFill/>
          <a:ln w="9525">
            <a:solidFill>
              <a:srgbClr val="E2E5EC"/>
            </a:solidFill>
            <a:prstDash val="solid"/>
          </a:ln>
        </p:spPr>
      </p:sp>
      <p:sp>
        <p:nvSpPr>
          <p:cNvPr id="9" name="Text 7"/>
          <p:cNvSpPr txBox="1"/>
          <p:nvPr/>
        </p:nvSpPr>
        <p:spPr>
          <a:xfrm>
            <a:off x="777240" y="3383280"/>
            <a:ext cx="4023360" cy="274320"/>
          </a:xfrm>
          <a:prstGeom prst="rect">
            <a:avLst/>
          </a:prstGeom>
          <a:noFill/>
          <a:ln/>
        </p:spPr>
        <p:txBody>
          <a:bodyPr wrap="square" lIns="0" tIns="0" rIns="0" bIns="0" rtlCol="0" anchor="t"/>
          <a:lstStyle/>
          <a:p>
            <a:pPr algn="l" indent="0" marL="0">
              <a:lnSpc>
                <a:spcPct val="120000"/>
              </a:lnSpc>
              <a:buNone/>
            </a:pPr>
            <a:r>
              <a:rPr lang="en-US" sz="1200" b="1" dirty="0">
                <a:solidFill>
                  <a:srgbClr val="5B6177"/>
                </a:solidFill>
                <a:latin typeface="Malgun Gothic" pitchFamily="34" charset="0"/>
                <a:ea typeface="Malgun Gothic" pitchFamily="34" charset="-122"/>
                <a:cs typeface="Malgun Gothic" pitchFamily="34" charset="-120"/>
              </a:rPr>
              <a:t>2  무엇을 했나</a:t>
            </a:r>
            <a:endParaRPr lang="en-US" sz="1200" dirty="0"/>
          </a:p>
        </p:txBody>
      </p:sp>
      <p:sp>
        <p:nvSpPr>
          <p:cNvPr id="10" name="Shape 8"/>
          <p:cNvSpPr/>
          <p:nvPr/>
        </p:nvSpPr>
        <p:spPr>
          <a:xfrm>
            <a:off x="777240" y="4434840"/>
            <a:ext cx="4023360" cy="0"/>
          </a:xfrm>
          <a:prstGeom prst="line">
            <a:avLst/>
          </a:prstGeom>
          <a:noFill/>
          <a:ln w="9525">
            <a:solidFill>
              <a:srgbClr val="E2E5EC"/>
            </a:solidFill>
            <a:prstDash val="solid"/>
          </a:ln>
        </p:spPr>
      </p:sp>
      <p:sp>
        <p:nvSpPr>
          <p:cNvPr id="11" name="Text 9"/>
          <p:cNvSpPr txBox="1"/>
          <p:nvPr/>
        </p:nvSpPr>
        <p:spPr>
          <a:xfrm>
            <a:off x="777240" y="4572000"/>
            <a:ext cx="4023360" cy="274320"/>
          </a:xfrm>
          <a:prstGeom prst="rect">
            <a:avLst/>
          </a:prstGeom>
          <a:noFill/>
          <a:ln/>
        </p:spPr>
        <p:txBody>
          <a:bodyPr wrap="square" lIns="0" tIns="0" rIns="0" bIns="0" rtlCol="0" anchor="t"/>
          <a:lstStyle/>
          <a:p>
            <a:pPr algn="l" indent="0" marL="0">
              <a:lnSpc>
                <a:spcPct val="120000"/>
              </a:lnSpc>
              <a:buNone/>
            </a:pPr>
            <a:r>
              <a:rPr lang="en-US" sz="1200" b="1" dirty="0">
                <a:solidFill>
                  <a:srgbClr val="5B6177"/>
                </a:solidFill>
                <a:latin typeface="Malgun Gothic" pitchFamily="34" charset="0"/>
                <a:ea typeface="Malgun Gothic" pitchFamily="34" charset="-122"/>
                <a:cs typeface="Malgun Gothic" pitchFamily="34" charset="-120"/>
              </a:rPr>
              <a:t>3  다음 개발에 어떻게 쓰이나</a:t>
            </a:r>
            <a:endParaRPr lang="en-US" sz="1200" dirty="0"/>
          </a:p>
        </p:txBody>
      </p:sp>
      <p:sp>
        <p:nvSpPr>
          <p:cNvPr id="12" name="Shape 10"/>
          <p:cNvSpPr/>
          <p:nvPr/>
        </p:nvSpPr>
        <p:spPr>
          <a:xfrm>
            <a:off x="777240" y="5623560"/>
            <a:ext cx="4023360" cy="0"/>
          </a:xfrm>
          <a:prstGeom prst="line">
            <a:avLst/>
          </a:prstGeom>
          <a:noFill/>
          <a:ln w="9525">
            <a:solidFill>
              <a:srgbClr val="E2E5EC"/>
            </a:solidFill>
            <a:prstDash val="solid"/>
          </a:ln>
        </p:spPr>
      </p:sp>
      <p:sp>
        <p:nvSpPr>
          <p:cNvPr id="13" name="Text 11"/>
          <p:cNvSpPr txBox="1"/>
          <p:nvPr/>
        </p:nvSpPr>
        <p:spPr>
          <a:xfrm>
            <a:off x="777240" y="5760720"/>
            <a:ext cx="4023360" cy="274320"/>
          </a:xfrm>
          <a:prstGeom prst="rect">
            <a:avLst/>
          </a:prstGeom>
          <a:noFill/>
          <a:ln/>
        </p:spPr>
        <p:txBody>
          <a:bodyPr wrap="square" lIns="0" tIns="0" rIns="0" bIns="0" rtlCol="0" anchor="t"/>
          <a:lstStyle/>
          <a:p>
            <a:pPr algn="l" indent="0" marL="0">
              <a:lnSpc>
                <a:spcPct val="120000"/>
              </a:lnSpc>
              <a:buNone/>
            </a:pPr>
            <a:r>
              <a:rPr lang="en-US" sz="1200" b="1" dirty="0">
                <a:solidFill>
                  <a:srgbClr val="5B6177"/>
                </a:solidFill>
                <a:latin typeface="Malgun Gothic" pitchFamily="34" charset="0"/>
                <a:ea typeface="Malgun Gothic" pitchFamily="34" charset="-122"/>
                <a:cs typeface="Malgun Gothic" pitchFamily="34" charset="-120"/>
              </a:rPr>
              <a:t>발표 핵심 한 문장</a:t>
            </a:r>
            <a:endParaRPr lang="en-US" sz="1200" dirty="0"/>
          </a:p>
        </p:txBody>
      </p:sp>
      <p:sp>
        <p:nvSpPr>
          <p:cNvPr id="14" name="Shape 12"/>
          <p:cNvSpPr/>
          <p:nvPr/>
        </p:nvSpPr>
        <p:spPr>
          <a:xfrm>
            <a:off x="5257800" y="2057400"/>
            <a:ext cx="6156655" cy="3794760"/>
          </a:xfrm>
          <a:prstGeom prst="roundRect">
            <a:avLst>
              <a:gd name="adj" fmla="val 964"/>
            </a:avLst>
          </a:prstGeom>
          <a:solidFill>
            <a:srgbClr val="F4F5F8"/>
          </a:solidFill>
          <a:ln/>
        </p:spPr>
      </p:sp>
      <p:sp>
        <p:nvSpPr>
          <p:cNvPr id="15" name="Text 13"/>
          <p:cNvSpPr txBox="1"/>
          <p:nvPr/>
        </p:nvSpPr>
        <p:spPr>
          <a:xfrm>
            <a:off x="5486400" y="2240280"/>
            <a:ext cx="5699455" cy="274320"/>
          </a:xfrm>
          <a:prstGeom prst="rect">
            <a:avLst/>
          </a:prstGeom>
          <a:noFill/>
          <a:ln/>
        </p:spPr>
        <p:txBody>
          <a:bodyPr wrap="square" lIns="0" tIns="0" rIns="0" bIns="0" rtlCol="0" anchor="t"/>
          <a:lstStyle/>
          <a:p>
            <a:pPr algn="l" indent="0" marL="0">
              <a:lnSpc>
                <a:spcPct val="120000"/>
              </a:lnSpc>
              <a:buNone/>
            </a:pPr>
            <a:r>
              <a:rPr lang="en-US" sz="1100" dirty="0">
                <a:solidFill>
                  <a:srgbClr val="9399AC"/>
                </a:solidFill>
                <a:latin typeface="Malgun Gothic" pitchFamily="34" charset="0"/>
                <a:ea typeface="Malgun Gothic" pitchFamily="34" charset="-122"/>
                <a:cs typeface="Malgun Gothic" pitchFamily="34" charset="-120"/>
              </a:rPr>
              <a:t>화면설계서 캡처 (크게)</a:t>
            </a:r>
            <a:endParaRPr lang="en-US" sz="1100" dirty="0"/>
          </a:p>
        </p:txBody>
      </p:sp>
      <p:sp>
        <p:nvSpPr>
          <p:cNvPr id="16" name="Text 14"/>
          <p:cNvSpPr txBox="1"/>
          <p:nvPr/>
        </p:nvSpPr>
        <p:spPr>
          <a:xfrm>
            <a:off x="5257800" y="6035040"/>
            <a:ext cx="6156655" cy="457200"/>
          </a:xfrm>
          <a:prstGeom prst="rect">
            <a:avLst/>
          </a:prstGeom>
          <a:noFill/>
          <a:ln/>
        </p:spPr>
        <p:txBody>
          <a:bodyPr wrap="square" lIns="0" tIns="0" rIns="0" bIns="0" rtlCol="0" anchor="t"/>
          <a:lstStyle/>
          <a:p>
            <a:pPr algn="l" indent="0" marL="0">
              <a:lnSpc>
                <a:spcPct val="130000"/>
              </a:lnSpc>
              <a:buNone/>
            </a:pPr>
            <a:r>
              <a:rPr lang="en-US" sz="1050" dirty="0">
                <a:solidFill>
                  <a:srgbClr val="9399AC"/>
                </a:solidFill>
                <a:latin typeface="Malgun Gothic" pitchFamily="34" charset="0"/>
                <a:ea typeface="Malgun Gothic" pitchFamily="34" charset="-122"/>
                <a:cs typeface="Malgun Gothic" pitchFamily="34" charset="-120"/>
              </a:rPr>
              <a:t>화면설계서 → React Page → Component → Routing → Backend API 연결 → Joint Overlay / Joint 보정 UI</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77240" y="6355080"/>
            <a:ext cx="5486400" cy="274320"/>
          </a:xfrm>
          <a:prstGeom prst="rect">
            <a:avLst/>
          </a:prstGeom>
          <a:noFill/>
          <a:ln/>
        </p:spPr>
        <p:txBody>
          <a:bodyPr wrap="square" lIns="0" tIns="0" rIns="0" bIns="0" rtlCol="0" anchor="t"/>
          <a:lstStyle/>
          <a:p>
            <a:pPr algn="l" indent="0" marL="0">
              <a:lnSpc>
                <a:spcPct val="120000"/>
              </a:lnSpc>
              <a:buNone/>
            </a:pPr>
            <a:r>
              <a:rPr lang="en-US" sz="900" dirty="0">
                <a:solidFill>
                  <a:srgbClr val="9399AC"/>
                </a:solidFill>
                <a:latin typeface="Malgun Gothic" pitchFamily="34" charset="0"/>
                <a:ea typeface="Malgun Gothic" pitchFamily="34" charset="-122"/>
                <a:cs typeface="Malgun Gothic" pitchFamily="34" charset="-120"/>
              </a:rPr>
              <a:t>C  영역별 작업</a:t>
            </a:r>
            <a:endParaRPr lang="en-US" sz="900" dirty="0"/>
          </a:p>
        </p:txBody>
      </p:sp>
      <p:sp>
        <p:nvSpPr>
          <p:cNvPr id="3" name="Text 1"/>
          <p:cNvSpPr txBox="1"/>
          <p:nvPr/>
        </p:nvSpPr>
        <p:spPr>
          <a:xfrm>
            <a:off x="10865815" y="6355080"/>
            <a:ext cx="548640" cy="274320"/>
          </a:xfrm>
          <a:prstGeom prst="rect">
            <a:avLst/>
          </a:prstGeom>
          <a:noFill/>
          <a:ln/>
        </p:spPr>
        <p:txBody>
          <a:bodyPr wrap="square" lIns="0" tIns="0" rIns="0" bIns="0" rtlCol="0" anchor="t"/>
          <a:lstStyle/>
          <a:p>
            <a:pPr algn="r" indent="0" marL="0">
              <a:lnSpc>
                <a:spcPct val="120000"/>
              </a:lnSpc>
              <a:buNone/>
            </a:pPr>
            <a:r>
              <a:rPr lang="en-US" sz="900" dirty="0">
                <a:solidFill>
                  <a:srgbClr val="9399AC"/>
                </a:solidFill>
                <a:latin typeface="Malgun Gothic" pitchFamily="34" charset="0"/>
                <a:ea typeface="Malgun Gothic" pitchFamily="34" charset="-122"/>
                <a:cs typeface="Malgun Gothic" pitchFamily="34" charset="-120"/>
              </a:rPr>
              <a:t>16</a:t>
            </a:r>
            <a:endParaRPr lang="en-US" sz="900" dirty="0"/>
          </a:p>
        </p:txBody>
      </p:sp>
      <p:sp>
        <p:nvSpPr>
          <p:cNvPr id="4" name="Text 2"/>
          <p:cNvSpPr txBox="1"/>
          <p:nvPr/>
        </p:nvSpPr>
        <p:spPr>
          <a:xfrm>
            <a:off x="777240" y="685800"/>
            <a:ext cx="7315200" cy="320040"/>
          </a:xfrm>
          <a:prstGeom prst="rect">
            <a:avLst/>
          </a:prstGeom>
          <a:noFill/>
          <a:ln/>
        </p:spPr>
        <p:txBody>
          <a:bodyPr wrap="square" lIns="0" tIns="0" rIns="0" bIns="0" rtlCol="0" anchor="t"/>
          <a:lstStyle/>
          <a:p>
            <a:pPr algn="l" indent="0" marL="0">
              <a:lnSpc>
                <a:spcPct val="120000"/>
              </a:lnSpc>
              <a:buNone/>
            </a:pPr>
            <a:r>
              <a:rPr lang="en-US" sz="1300" b="1" dirty="0">
                <a:solidFill>
                  <a:srgbClr val="4256C8"/>
                </a:solidFill>
                <a:latin typeface="Malgun Gothic" pitchFamily="34" charset="0"/>
                <a:ea typeface="Malgun Gothic" pitchFamily="34" charset="-122"/>
                <a:cs typeface="Malgun Gothic" pitchFamily="34" charset="-120"/>
              </a:rPr>
              <a:t>Backend / PM  ·  서민지</a:t>
            </a:r>
            <a:endParaRPr lang="en-US" sz="1300" dirty="0"/>
          </a:p>
        </p:txBody>
      </p:sp>
      <p:sp>
        <p:nvSpPr>
          <p:cNvPr id="5" name="Text 3"/>
          <p:cNvSpPr txBox="1"/>
          <p:nvPr/>
        </p:nvSpPr>
        <p:spPr>
          <a:xfrm>
            <a:off x="777240" y="1069848"/>
            <a:ext cx="10637215" cy="685800"/>
          </a:xfrm>
          <a:prstGeom prst="rect">
            <a:avLst/>
          </a:prstGeom>
          <a:noFill/>
          <a:ln/>
        </p:spPr>
        <p:txBody>
          <a:bodyPr wrap="square" lIns="0" tIns="0" rIns="0" bIns="0" rtlCol="0" anchor="t"/>
          <a:lstStyle/>
          <a:p>
            <a:pPr algn="l" indent="0" marL="0">
              <a:lnSpc>
                <a:spcPct val="120000"/>
              </a:lnSpc>
              <a:buNone/>
            </a:pPr>
            <a:r>
              <a:rPr lang="en-US" sz="3000" b="1" spc="-50" kern="0" dirty="0">
                <a:solidFill>
                  <a:srgbClr val="262B40"/>
                </a:solidFill>
                <a:latin typeface="Malgun Gothic" pitchFamily="34" charset="0"/>
                <a:ea typeface="Malgun Gothic" pitchFamily="34" charset="-122"/>
                <a:cs typeface="Malgun Gothic" pitchFamily="34" charset="-120"/>
              </a:rPr>
              <a:t>아이디어를 실제 기능으로</a:t>
            </a:r>
            <a:endParaRPr lang="en-US" sz="3000" dirty="0"/>
          </a:p>
        </p:txBody>
      </p:sp>
      <p:sp>
        <p:nvSpPr>
          <p:cNvPr id="6" name="Shape 4"/>
          <p:cNvSpPr/>
          <p:nvPr/>
        </p:nvSpPr>
        <p:spPr>
          <a:xfrm>
            <a:off x="777240" y="2057400"/>
            <a:ext cx="4023360" cy="0"/>
          </a:xfrm>
          <a:prstGeom prst="line">
            <a:avLst/>
          </a:prstGeom>
          <a:noFill/>
          <a:ln w="9525">
            <a:solidFill>
              <a:srgbClr val="E2E5EC"/>
            </a:solidFill>
            <a:prstDash val="solid"/>
          </a:ln>
        </p:spPr>
      </p:sp>
      <p:sp>
        <p:nvSpPr>
          <p:cNvPr id="7" name="Text 5"/>
          <p:cNvSpPr txBox="1"/>
          <p:nvPr/>
        </p:nvSpPr>
        <p:spPr>
          <a:xfrm>
            <a:off x="777240" y="2194560"/>
            <a:ext cx="4023360" cy="274320"/>
          </a:xfrm>
          <a:prstGeom prst="rect">
            <a:avLst/>
          </a:prstGeom>
          <a:noFill/>
          <a:ln/>
        </p:spPr>
        <p:txBody>
          <a:bodyPr wrap="square" lIns="0" tIns="0" rIns="0" bIns="0" rtlCol="0" anchor="t"/>
          <a:lstStyle/>
          <a:p>
            <a:pPr algn="l" indent="0" marL="0">
              <a:lnSpc>
                <a:spcPct val="120000"/>
              </a:lnSpc>
              <a:buNone/>
            </a:pPr>
            <a:r>
              <a:rPr lang="en-US" sz="1200" b="1" dirty="0">
                <a:solidFill>
                  <a:srgbClr val="5B6177"/>
                </a:solidFill>
                <a:latin typeface="Malgun Gothic" pitchFamily="34" charset="0"/>
                <a:ea typeface="Malgun Gothic" pitchFamily="34" charset="-122"/>
                <a:cs typeface="Malgun Gothic" pitchFamily="34" charset="-120"/>
              </a:rPr>
              <a:t>1  왜 이 작업이 필요했나</a:t>
            </a:r>
            <a:endParaRPr lang="en-US" sz="1200" dirty="0"/>
          </a:p>
        </p:txBody>
      </p:sp>
      <p:sp>
        <p:nvSpPr>
          <p:cNvPr id="8" name="Shape 6"/>
          <p:cNvSpPr/>
          <p:nvPr/>
        </p:nvSpPr>
        <p:spPr>
          <a:xfrm>
            <a:off x="777240" y="3246120"/>
            <a:ext cx="4023360" cy="0"/>
          </a:xfrm>
          <a:prstGeom prst="line">
            <a:avLst/>
          </a:prstGeom>
          <a:noFill/>
          <a:ln w="9525">
            <a:solidFill>
              <a:srgbClr val="E2E5EC"/>
            </a:solidFill>
            <a:prstDash val="solid"/>
          </a:ln>
        </p:spPr>
      </p:sp>
      <p:sp>
        <p:nvSpPr>
          <p:cNvPr id="9" name="Text 7"/>
          <p:cNvSpPr txBox="1"/>
          <p:nvPr/>
        </p:nvSpPr>
        <p:spPr>
          <a:xfrm>
            <a:off x="777240" y="3383280"/>
            <a:ext cx="4023360" cy="274320"/>
          </a:xfrm>
          <a:prstGeom prst="rect">
            <a:avLst/>
          </a:prstGeom>
          <a:noFill/>
          <a:ln/>
        </p:spPr>
        <p:txBody>
          <a:bodyPr wrap="square" lIns="0" tIns="0" rIns="0" bIns="0" rtlCol="0" anchor="t"/>
          <a:lstStyle/>
          <a:p>
            <a:pPr algn="l" indent="0" marL="0">
              <a:lnSpc>
                <a:spcPct val="120000"/>
              </a:lnSpc>
              <a:buNone/>
            </a:pPr>
            <a:r>
              <a:rPr lang="en-US" sz="1200" b="1" dirty="0">
                <a:solidFill>
                  <a:srgbClr val="5B6177"/>
                </a:solidFill>
                <a:latin typeface="Malgun Gothic" pitchFamily="34" charset="0"/>
                <a:ea typeface="Malgun Gothic" pitchFamily="34" charset="-122"/>
                <a:cs typeface="Malgun Gothic" pitchFamily="34" charset="-120"/>
              </a:rPr>
              <a:t>2  무엇을 했나</a:t>
            </a:r>
            <a:endParaRPr lang="en-US" sz="1200" dirty="0"/>
          </a:p>
        </p:txBody>
      </p:sp>
      <p:sp>
        <p:nvSpPr>
          <p:cNvPr id="10" name="Shape 8"/>
          <p:cNvSpPr/>
          <p:nvPr/>
        </p:nvSpPr>
        <p:spPr>
          <a:xfrm>
            <a:off x="777240" y="4434840"/>
            <a:ext cx="4023360" cy="0"/>
          </a:xfrm>
          <a:prstGeom prst="line">
            <a:avLst/>
          </a:prstGeom>
          <a:noFill/>
          <a:ln w="9525">
            <a:solidFill>
              <a:srgbClr val="E2E5EC"/>
            </a:solidFill>
            <a:prstDash val="solid"/>
          </a:ln>
        </p:spPr>
      </p:sp>
      <p:sp>
        <p:nvSpPr>
          <p:cNvPr id="11" name="Text 9"/>
          <p:cNvSpPr txBox="1"/>
          <p:nvPr/>
        </p:nvSpPr>
        <p:spPr>
          <a:xfrm>
            <a:off x="777240" y="4572000"/>
            <a:ext cx="4023360" cy="274320"/>
          </a:xfrm>
          <a:prstGeom prst="rect">
            <a:avLst/>
          </a:prstGeom>
          <a:noFill/>
          <a:ln/>
        </p:spPr>
        <p:txBody>
          <a:bodyPr wrap="square" lIns="0" tIns="0" rIns="0" bIns="0" rtlCol="0" anchor="t"/>
          <a:lstStyle/>
          <a:p>
            <a:pPr algn="l" indent="0" marL="0">
              <a:lnSpc>
                <a:spcPct val="120000"/>
              </a:lnSpc>
              <a:buNone/>
            </a:pPr>
            <a:r>
              <a:rPr lang="en-US" sz="1200" b="1" dirty="0">
                <a:solidFill>
                  <a:srgbClr val="5B6177"/>
                </a:solidFill>
                <a:latin typeface="Malgun Gothic" pitchFamily="34" charset="0"/>
                <a:ea typeface="Malgun Gothic" pitchFamily="34" charset="-122"/>
                <a:cs typeface="Malgun Gothic" pitchFamily="34" charset="-120"/>
              </a:rPr>
              <a:t>3  다음 개발에 어떻게 쓰이나</a:t>
            </a:r>
            <a:endParaRPr lang="en-US" sz="1200" dirty="0"/>
          </a:p>
        </p:txBody>
      </p:sp>
      <p:sp>
        <p:nvSpPr>
          <p:cNvPr id="12" name="Shape 10"/>
          <p:cNvSpPr/>
          <p:nvPr/>
        </p:nvSpPr>
        <p:spPr>
          <a:xfrm>
            <a:off x="777240" y="5623560"/>
            <a:ext cx="4023360" cy="0"/>
          </a:xfrm>
          <a:prstGeom prst="line">
            <a:avLst/>
          </a:prstGeom>
          <a:noFill/>
          <a:ln w="9525">
            <a:solidFill>
              <a:srgbClr val="E2E5EC"/>
            </a:solidFill>
            <a:prstDash val="solid"/>
          </a:ln>
        </p:spPr>
      </p:sp>
      <p:sp>
        <p:nvSpPr>
          <p:cNvPr id="13" name="Text 11"/>
          <p:cNvSpPr txBox="1"/>
          <p:nvPr/>
        </p:nvSpPr>
        <p:spPr>
          <a:xfrm>
            <a:off x="777240" y="5760720"/>
            <a:ext cx="4023360" cy="274320"/>
          </a:xfrm>
          <a:prstGeom prst="rect">
            <a:avLst/>
          </a:prstGeom>
          <a:noFill/>
          <a:ln/>
        </p:spPr>
        <p:txBody>
          <a:bodyPr wrap="square" lIns="0" tIns="0" rIns="0" bIns="0" rtlCol="0" anchor="t"/>
          <a:lstStyle/>
          <a:p>
            <a:pPr algn="l" indent="0" marL="0">
              <a:lnSpc>
                <a:spcPct val="120000"/>
              </a:lnSpc>
              <a:buNone/>
            </a:pPr>
            <a:r>
              <a:rPr lang="en-US" sz="1200" b="1" dirty="0">
                <a:solidFill>
                  <a:srgbClr val="5B6177"/>
                </a:solidFill>
                <a:latin typeface="Malgun Gothic" pitchFamily="34" charset="0"/>
                <a:ea typeface="Malgun Gothic" pitchFamily="34" charset="-122"/>
                <a:cs typeface="Malgun Gothic" pitchFamily="34" charset="-120"/>
              </a:rPr>
              <a:t>발표 핵심 한 문장</a:t>
            </a:r>
            <a:endParaRPr lang="en-US" sz="1200" dirty="0"/>
          </a:p>
        </p:txBody>
      </p:sp>
      <p:sp>
        <p:nvSpPr>
          <p:cNvPr id="14" name="Shape 12"/>
          <p:cNvSpPr/>
          <p:nvPr/>
        </p:nvSpPr>
        <p:spPr>
          <a:xfrm>
            <a:off x="5257800" y="2057400"/>
            <a:ext cx="2964028" cy="1783080"/>
          </a:xfrm>
          <a:prstGeom prst="roundRect">
            <a:avLst>
              <a:gd name="adj" fmla="val 2051"/>
            </a:avLst>
          </a:prstGeom>
          <a:solidFill>
            <a:srgbClr val="F4F5F8"/>
          </a:solidFill>
          <a:ln/>
        </p:spPr>
      </p:sp>
      <p:sp>
        <p:nvSpPr>
          <p:cNvPr id="15" name="Text 13"/>
          <p:cNvSpPr txBox="1"/>
          <p:nvPr/>
        </p:nvSpPr>
        <p:spPr>
          <a:xfrm>
            <a:off x="5486400" y="2240280"/>
            <a:ext cx="2506828" cy="274320"/>
          </a:xfrm>
          <a:prstGeom prst="rect">
            <a:avLst/>
          </a:prstGeom>
          <a:noFill/>
          <a:ln/>
        </p:spPr>
        <p:txBody>
          <a:bodyPr wrap="square" lIns="0" tIns="0" rIns="0" bIns="0" rtlCol="0" anchor="t"/>
          <a:lstStyle/>
          <a:p>
            <a:pPr algn="l" indent="0" marL="0">
              <a:lnSpc>
                <a:spcPct val="120000"/>
              </a:lnSpc>
              <a:buNone/>
            </a:pPr>
            <a:r>
              <a:rPr lang="en-US" sz="1100" dirty="0">
                <a:solidFill>
                  <a:srgbClr val="9399AC"/>
                </a:solidFill>
                <a:latin typeface="Malgun Gothic" pitchFamily="34" charset="0"/>
                <a:ea typeface="Malgun Gothic" pitchFamily="34" charset="-122"/>
                <a:cs typeface="Malgun Gothic" pitchFamily="34" charset="-120"/>
              </a:rPr>
              <a:t>기능정의서 캡처</a:t>
            </a:r>
            <a:endParaRPr lang="en-US" sz="1100" dirty="0"/>
          </a:p>
        </p:txBody>
      </p:sp>
      <p:sp>
        <p:nvSpPr>
          <p:cNvPr id="16" name="Shape 14"/>
          <p:cNvSpPr/>
          <p:nvPr/>
        </p:nvSpPr>
        <p:spPr>
          <a:xfrm>
            <a:off x="8450428" y="2057400"/>
            <a:ext cx="2964028" cy="1783080"/>
          </a:xfrm>
          <a:prstGeom prst="roundRect">
            <a:avLst>
              <a:gd name="adj" fmla="val 2051"/>
            </a:avLst>
          </a:prstGeom>
          <a:solidFill>
            <a:srgbClr val="F4F5F8"/>
          </a:solidFill>
          <a:ln/>
        </p:spPr>
      </p:sp>
      <p:sp>
        <p:nvSpPr>
          <p:cNvPr id="17" name="Text 15"/>
          <p:cNvSpPr txBox="1"/>
          <p:nvPr/>
        </p:nvSpPr>
        <p:spPr>
          <a:xfrm>
            <a:off x="8679028" y="2240280"/>
            <a:ext cx="2506828" cy="274320"/>
          </a:xfrm>
          <a:prstGeom prst="rect">
            <a:avLst/>
          </a:prstGeom>
          <a:noFill/>
          <a:ln/>
        </p:spPr>
        <p:txBody>
          <a:bodyPr wrap="square" lIns="0" tIns="0" rIns="0" bIns="0" rtlCol="0" anchor="t"/>
          <a:lstStyle/>
          <a:p>
            <a:pPr algn="l" indent="0" marL="0">
              <a:lnSpc>
                <a:spcPct val="120000"/>
              </a:lnSpc>
              <a:buNone/>
            </a:pPr>
            <a:r>
              <a:rPr lang="en-US" sz="1100" dirty="0">
                <a:solidFill>
                  <a:srgbClr val="9399AC"/>
                </a:solidFill>
                <a:latin typeface="Malgun Gothic" pitchFamily="34" charset="0"/>
                <a:ea typeface="Malgun Gothic" pitchFamily="34" charset="-122"/>
                <a:cs typeface="Malgun Gothic" pitchFamily="34" charset="-120"/>
              </a:rPr>
              <a:t>WBS 일부</a:t>
            </a:r>
            <a:endParaRPr lang="en-US" sz="1100" dirty="0"/>
          </a:p>
        </p:txBody>
      </p:sp>
      <p:sp>
        <p:nvSpPr>
          <p:cNvPr id="18" name="Shape 16"/>
          <p:cNvSpPr/>
          <p:nvPr/>
        </p:nvSpPr>
        <p:spPr>
          <a:xfrm>
            <a:off x="5257800" y="4069080"/>
            <a:ext cx="2964028" cy="1783080"/>
          </a:xfrm>
          <a:prstGeom prst="roundRect">
            <a:avLst>
              <a:gd name="adj" fmla="val 2051"/>
            </a:avLst>
          </a:prstGeom>
          <a:solidFill>
            <a:srgbClr val="F4F5F8"/>
          </a:solidFill>
          <a:ln/>
        </p:spPr>
      </p:sp>
      <p:sp>
        <p:nvSpPr>
          <p:cNvPr id="19" name="Text 17"/>
          <p:cNvSpPr txBox="1"/>
          <p:nvPr/>
        </p:nvSpPr>
        <p:spPr>
          <a:xfrm>
            <a:off x="5486400" y="4251960"/>
            <a:ext cx="2506828" cy="274320"/>
          </a:xfrm>
          <a:prstGeom prst="rect">
            <a:avLst/>
          </a:prstGeom>
          <a:noFill/>
          <a:ln/>
        </p:spPr>
        <p:txBody>
          <a:bodyPr wrap="square" lIns="0" tIns="0" rIns="0" bIns="0" rtlCol="0" anchor="t"/>
          <a:lstStyle/>
          <a:p>
            <a:pPr algn="l" indent="0" marL="0">
              <a:lnSpc>
                <a:spcPct val="120000"/>
              </a:lnSpc>
              <a:buNone/>
            </a:pPr>
            <a:r>
              <a:rPr lang="en-US" sz="1100" dirty="0">
                <a:solidFill>
                  <a:srgbClr val="9399AC"/>
                </a:solidFill>
                <a:latin typeface="Malgun Gothic" pitchFamily="34" charset="0"/>
                <a:ea typeface="Malgun Gothic" pitchFamily="34" charset="-122"/>
                <a:cs typeface="Malgun Gothic" pitchFamily="34" charset="-120"/>
              </a:rPr>
              <a:t>API 또는 DB 구조</a:t>
            </a:r>
            <a:endParaRPr lang="en-US" sz="1100" dirty="0"/>
          </a:p>
        </p:txBody>
      </p:sp>
      <p:sp>
        <p:nvSpPr>
          <p:cNvPr id="20" name="Text 18"/>
          <p:cNvSpPr txBox="1"/>
          <p:nvPr/>
        </p:nvSpPr>
        <p:spPr>
          <a:xfrm>
            <a:off x="5257800" y="6035040"/>
            <a:ext cx="6156655" cy="457200"/>
          </a:xfrm>
          <a:prstGeom prst="rect">
            <a:avLst/>
          </a:prstGeom>
          <a:noFill/>
          <a:ln/>
        </p:spPr>
        <p:txBody>
          <a:bodyPr wrap="square" lIns="0" tIns="0" rIns="0" bIns="0" rtlCol="0" anchor="t"/>
          <a:lstStyle/>
          <a:p>
            <a:pPr algn="l" indent="0" marL="0">
              <a:lnSpc>
                <a:spcPct val="130000"/>
              </a:lnSpc>
              <a:buNone/>
            </a:pPr>
            <a:r>
              <a:rPr lang="en-US" sz="1050" dirty="0">
                <a:solidFill>
                  <a:srgbClr val="9399AC"/>
                </a:solidFill>
                <a:latin typeface="Malgun Gothic" pitchFamily="34" charset="0"/>
                <a:ea typeface="Malgun Gothic" pitchFamily="34" charset="-122"/>
                <a:cs typeface="Malgun Gothic" pitchFamily="34" charset="-120"/>
              </a:rPr>
              <a:t>사용자 요구사항 → 기능정의서 → Backend Service → Public API → DB</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77240" y="6355080"/>
            <a:ext cx="5486400" cy="274320"/>
          </a:xfrm>
          <a:prstGeom prst="rect">
            <a:avLst/>
          </a:prstGeom>
          <a:noFill/>
          <a:ln/>
        </p:spPr>
        <p:txBody>
          <a:bodyPr wrap="square" lIns="0" tIns="0" rIns="0" bIns="0" rtlCol="0" anchor="t"/>
          <a:lstStyle/>
          <a:p>
            <a:pPr algn="l" indent="0" marL="0">
              <a:lnSpc>
                <a:spcPct val="120000"/>
              </a:lnSpc>
              <a:buNone/>
            </a:pPr>
            <a:r>
              <a:rPr lang="en-US" sz="900" dirty="0">
                <a:solidFill>
                  <a:srgbClr val="9399AC"/>
                </a:solidFill>
                <a:latin typeface="Malgun Gothic" pitchFamily="34" charset="0"/>
                <a:ea typeface="Malgun Gothic" pitchFamily="34" charset="-122"/>
                <a:cs typeface="Malgun Gothic" pitchFamily="34" charset="-120"/>
              </a:rPr>
              <a:t>C  영역별 작업</a:t>
            </a:r>
            <a:endParaRPr lang="en-US" sz="900" dirty="0"/>
          </a:p>
        </p:txBody>
      </p:sp>
      <p:sp>
        <p:nvSpPr>
          <p:cNvPr id="3" name="Text 1"/>
          <p:cNvSpPr txBox="1"/>
          <p:nvPr/>
        </p:nvSpPr>
        <p:spPr>
          <a:xfrm>
            <a:off x="10865815" y="6355080"/>
            <a:ext cx="548640" cy="274320"/>
          </a:xfrm>
          <a:prstGeom prst="rect">
            <a:avLst/>
          </a:prstGeom>
          <a:noFill/>
          <a:ln/>
        </p:spPr>
        <p:txBody>
          <a:bodyPr wrap="square" lIns="0" tIns="0" rIns="0" bIns="0" rtlCol="0" anchor="t"/>
          <a:lstStyle/>
          <a:p>
            <a:pPr algn="r" indent="0" marL="0">
              <a:lnSpc>
                <a:spcPct val="120000"/>
              </a:lnSpc>
              <a:buNone/>
            </a:pPr>
            <a:r>
              <a:rPr lang="en-US" sz="900" dirty="0">
                <a:solidFill>
                  <a:srgbClr val="9399AC"/>
                </a:solidFill>
                <a:latin typeface="Malgun Gothic" pitchFamily="34" charset="0"/>
                <a:ea typeface="Malgun Gothic" pitchFamily="34" charset="-122"/>
                <a:cs typeface="Malgun Gothic" pitchFamily="34" charset="-120"/>
              </a:rPr>
              <a:t>17</a:t>
            </a:r>
            <a:endParaRPr lang="en-US" sz="900" dirty="0"/>
          </a:p>
        </p:txBody>
      </p:sp>
      <p:sp>
        <p:nvSpPr>
          <p:cNvPr id="4" name="Text 2"/>
          <p:cNvSpPr txBox="1"/>
          <p:nvPr/>
        </p:nvSpPr>
        <p:spPr>
          <a:xfrm>
            <a:off x="777240" y="685800"/>
            <a:ext cx="7315200" cy="320040"/>
          </a:xfrm>
          <a:prstGeom prst="rect">
            <a:avLst/>
          </a:prstGeom>
          <a:noFill/>
          <a:ln/>
        </p:spPr>
        <p:txBody>
          <a:bodyPr wrap="square" lIns="0" tIns="0" rIns="0" bIns="0" rtlCol="0" anchor="t"/>
          <a:lstStyle/>
          <a:p>
            <a:pPr algn="l" indent="0" marL="0">
              <a:lnSpc>
                <a:spcPct val="120000"/>
              </a:lnSpc>
              <a:buNone/>
            </a:pPr>
            <a:r>
              <a:rPr lang="en-US" sz="1300" b="1" dirty="0">
                <a:solidFill>
                  <a:srgbClr val="4256C8"/>
                </a:solidFill>
                <a:latin typeface="Malgun Gothic" pitchFamily="34" charset="0"/>
                <a:ea typeface="Malgun Gothic" pitchFamily="34" charset="-122"/>
                <a:cs typeface="Malgun Gothic" pitchFamily="34" charset="-120"/>
              </a:rPr>
              <a:t>A1 AI Runtime  ·  김수정</a:t>
            </a:r>
            <a:endParaRPr lang="en-US" sz="1300" dirty="0"/>
          </a:p>
        </p:txBody>
      </p:sp>
      <p:sp>
        <p:nvSpPr>
          <p:cNvPr id="5" name="Text 3"/>
          <p:cNvSpPr txBox="1"/>
          <p:nvPr/>
        </p:nvSpPr>
        <p:spPr>
          <a:xfrm>
            <a:off x="777240" y="1069848"/>
            <a:ext cx="10637215" cy="685800"/>
          </a:xfrm>
          <a:prstGeom prst="rect">
            <a:avLst/>
          </a:prstGeom>
          <a:noFill/>
          <a:ln/>
        </p:spPr>
        <p:txBody>
          <a:bodyPr wrap="square" lIns="0" tIns="0" rIns="0" bIns="0" rtlCol="0" anchor="t"/>
          <a:lstStyle/>
          <a:p>
            <a:pPr algn="l" indent="0" marL="0">
              <a:lnSpc>
                <a:spcPct val="120000"/>
              </a:lnSpc>
              <a:buNone/>
            </a:pPr>
            <a:r>
              <a:rPr lang="en-US" sz="3000" b="1" spc="-50" kern="0" dirty="0">
                <a:solidFill>
                  <a:srgbClr val="262B40"/>
                </a:solidFill>
                <a:latin typeface="Malgun Gothic" pitchFamily="34" charset="0"/>
                <a:ea typeface="Malgun Gothic" pitchFamily="34" charset="-122"/>
                <a:cs typeface="Malgun Gothic" pitchFamily="34" charset="-120"/>
              </a:rPr>
              <a:t>서비스 요청이 AI 결과가 되기까지</a:t>
            </a:r>
            <a:endParaRPr lang="en-US" sz="3000" dirty="0"/>
          </a:p>
        </p:txBody>
      </p:sp>
      <p:sp>
        <p:nvSpPr>
          <p:cNvPr id="6" name="Shape 4"/>
          <p:cNvSpPr/>
          <p:nvPr/>
        </p:nvSpPr>
        <p:spPr>
          <a:xfrm>
            <a:off x="777240" y="2057400"/>
            <a:ext cx="4023360" cy="0"/>
          </a:xfrm>
          <a:prstGeom prst="line">
            <a:avLst/>
          </a:prstGeom>
          <a:noFill/>
          <a:ln w="9525">
            <a:solidFill>
              <a:srgbClr val="E2E5EC"/>
            </a:solidFill>
            <a:prstDash val="solid"/>
          </a:ln>
        </p:spPr>
      </p:sp>
      <p:sp>
        <p:nvSpPr>
          <p:cNvPr id="7" name="Text 5"/>
          <p:cNvSpPr txBox="1"/>
          <p:nvPr/>
        </p:nvSpPr>
        <p:spPr>
          <a:xfrm>
            <a:off x="777240" y="2194560"/>
            <a:ext cx="4023360" cy="274320"/>
          </a:xfrm>
          <a:prstGeom prst="rect">
            <a:avLst/>
          </a:prstGeom>
          <a:noFill/>
          <a:ln/>
        </p:spPr>
        <p:txBody>
          <a:bodyPr wrap="square" lIns="0" tIns="0" rIns="0" bIns="0" rtlCol="0" anchor="t"/>
          <a:lstStyle/>
          <a:p>
            <a:pPr algn="l" indent="0" marL="0">
              <a:lnSpc>
                <a:spcPct val="120000"/>
              </a:lnSpc>
              <a:buNone/>
            </a:pPr>
            <a:r>
              <a:rPr lang="en-US" sz="1200" b="1" dirty="0">
                <a:solidFill>
                  <a:srgbClr val="5B6177"/>
                </a:solidFill>
                <a:latin typeface="Malgun Gothic" pitchFamily="34" charset="0"/>
                <a:ea typeface="Malgun Gothic" pitchFamily="34" charset="-122"/>
                <a:cs typeface="Malgun Gothic" pitchFamily="34" charset="-120"/>
              </a:rPr>
              <a:t>1  왜 이 작업이 필요했나</a:t>
            </a:r>
            <a:endParaRPr lang="en-US" sz="1200" dirty="0"/>
          </a:p>
        </p:txBody>
      </p:sp>
      <p:sp>
        <p:nvSpPr>
          <p:cNvPr id="8" name="Shape 6"/>
          <p:cNvSpPr/>
          <p:nvPr/>
        </p:nvSpPr>
        <p:spPr>
          <a:xfrm>
            <a:off x="777240" y="3246120"/>
            <a:ext cx="4023360" cy="0"/>
          </a:xfrm>
          <a:prstGeom prst="line">
            <a:avLst/>
          </a:prstGeom>
          <a:noFill/>
          <a:ln w="9525">
            <a:solidFill>
              <a:srgbClr val="E2E5EC"/>
            </a:solidFill>
            <a:prstDash val="solid"/>
          </a:ln>
        </p:spPr>
      </p:sp>
      <p:sp>
        <p:nvSpPr>
          <p:cNvPr id="9" name="Text 7"/>
          <p:cNvSpPr txBox="1"/>
          <p:nvPr/>
        </p:nvSpPr>
        <p:spPr>
          <a:xfrm>
            <a:off x="777240" y="3383280"/>
            <a:ext cx="4023360" cy="274320"/>
          </a:xfrm>
          <a:prstGeom prst="rect">
            <a:avLst/>
          </a:prstGeom>
          <a:noFill/>
          <a:ln/>
        </p:spPr>
        <p:txBody>
          <a:bodyPr wrap="square" lIns="0" tIns="0" rIns="0" bIns="0" rtlCol="0" anchor="t"/>
          <a:lstStyle/>
          <a:p>
            <a:pPr algn="l" indent="0" marL="0">
              <a:lnSpc>
                <a:spcPct val="120000"/>
              </a:lnSpc>
              <a:buNone/>
            </a:pPr>
            <a:r>
              <a:rPr lang="en-US" sz="1200" b="1" dirty="0">
                <a:solidFill>
                  <a:srgbClr val="5B6177"/>
                </a:solidFill>
                <a:latin typeface="Malgun Gothic" pitchFamily="34" charset="0"/>
                <a:ea typeface="Malgun Gothic" pitchFamily="34" charset="-122"/>
                <a:cs typeface="Malgun Gothic" pitchFamily="34" charset="-120"/>
              </a:rPr>
              <a:t>2  무엇을 했나</a:t>
            </a:r>
            <a:endParaRPr lang="en-US" sz="1200" dirty="0"/>
          </a:p>
        </p:txBody>
      </p:sp>
      <p:sp>
        <p:nvSpPr>
          <p:cNvPr id="10" name="Shape 8"/>
          <p:cNvSpPr/>
          <p:nvPr/>
        </p:nvSpPr>
        <p:spPr>
          <a:xfrm>
            <a:off x="777240" y="4434840"/>
            <a:ext cx="4023360" cy="0"/>
          </a:xfrm>
          <a:prstGeom prst="line">
            <a:avLst/>
          </a:prstGeom>
          <a:noFill/>
          <a:ln w="9525">
            <a:solidFill>
              <a:srgbClr val="E2E5EC"/>
            </a:solidFill>
            <a:prstDash val="solid"/>
          </a:ln>
        </p:spPr>
      </p:sp>
      <p:sp>
        <p:nvSpPr>
          <p:cNvPr id="11" name="Text 9"/>
          <p:cNvSpPr txBox="1"/>
          <p:nvPr/>
        </p:nvSpPr>
        <p:spPr>
          <a:xfrm>
            <a:off x="777240" y="4572000"/>
            <a:ext cx="4023360" cy="274320"/>
          </a:xfrm>
          <a:prstGeom prst="rect">
            <a:avLst/>
          </a:prstGeom>
          <a:noFill/>
          <a:ln/>
        </p:spPr>
        <p:txBody>
          <a:bodyPr wrap="square" lIns="0" tIns="0" rIns="0" bIns="0" rtlCol="0" anchor="t"/>
          <a:lstStyle/>
          <a:p>
            <a:pPr algn="l" indent="0" marL="0">
              <a:lnSpc>
                <a:spcPct val="120000"/>
              </a:lnSpc>
              <a:buNone/>
            </a:pPr>
            <a:r>
              <a:rPr lang="en-US" sz="1200" b="1" dirty="0">
                <a:solidFill>
                  <a:srgbClr val="5B6177"/>
                </a:solidFill>
                <a:latin typeface="Malgun Gothic" pitchFamily="34" charset="0"/>
                <a:ea typeface="Malgun Gothic" pitchFamily="34" charset="-122"/>
                <a:cs typeface="Malgun Gothic" pitchFamily="34" charset="-120"/>
              </a:rPr>
              <a:t>3  다음 개발에 어떻게 쓰이나</a:t>
            </a:r>
            <a:endParaRPr lang="en-US" sz="1200" dirty="0"/>
          </a:p>
        </p:txBody>
      </p:sp>
      <p:sp>
        <p:nvSpPr>
          <p:cNvPr id="12" name="Shape 10"/>
          <p:cNvSpPr/>
          <p:nvPr/>
        </p:nvSpPr>
        <p:spPr>
          <a:xfrm>
            <a:off x="777240" y="5623560"/>
            <a:ext cx="4023360" cy="0"/>
          </a:xfrm>
          <a:prstGeom prst="line">
            <a:avLst/>
          </a:prstGeom>
          <a:noFill/>
          <a:ln w="9525">
            <a:solidFill>
              <a:srgbClr val="E2E5EC"/>
            </a:solidFill>
            <a:prstDash val="solid"/>
          </a:ln>
        </p:spPr>
      </p:sp>
      <p:sp>
        <p:nvSpPr>
          <p:cNvPr id="13" name="Text 11"/>
          <p:cNvSpPr txBox="1"/>
          <p:nvPr/>
        </p:nvSpPr>
        <p:spPr>
          <a:xfrm>
            <a:off x="777240" y="5760720"/>
            <a:ext cx="4023360" cy="274320"/>
          </a:xfrm>
          <a:prstGeom prst="rect">
            <a:avLst/>
          </a:prstGeom>
          <a:noFill/>
          <a:ln/>
        </p:spPr>
        <p:txBody>
          <a:bodyPr wrap="square" lIns="0" tIns="0" rIns="0" bIns="0" rtlCol="0" anchor="t"/>
          <a:lstStyle/>
          <a:p>
            <a:pPr algn="l" indent="0" marL="0">
              <a:lnSpc>
                <a:spcPct val="120000"/>
              </a:lnSpc>
              <a:buNone/>
            </a:pPr>
            <a:r>
              <a:rPr lang="en-US" sz="1200" b="1" dirty="0">
                <a:solidFill>
                  <a:srgbClr val="5B6177"/>
                </a:solidFill>
                <a:latin typeface="Malgun Gothic" pitchFamily="34" charset="0"/>
                <a:ea typeface="Malgun Gothic" pitchFamily="34" charset="-122"/>
                <a:cs typeface="Malgun Gothic" pitchFamily="34" charset="-120"/>
              </a:rPr>
              <a:t>발표 핵심 한 문장</a:t>
            </a:r>
            <a:endParaRPr lang="en-US" sz="1200" dirty="0"/>
          </a:p>
        </p:txBody>
      </p:sp>
      <p:sp>
        <p:nvSpPr>
          <p:cNvPr id="14" name="Shape 12"/>
          <p:cNvSpPr/>
          <p:nvPr/>
        </p:nvSpPr>
        <p:spPr>
          <a:xfrm>
            <a:off x="5257800" y="2057400"/>
            <a:ext cx="2964028" cy="3794760"/>
          </a:xfrm>
          <a:prstGeom prst="roundRect">
            <a:avLst>
              <a:gd name="adj" fmla="val 1234"/>
            </a:avLst>
          </a:prstGeom>
          <a:solidFill>
            <a:srgbClr val="F4F5F8"/>
          </a:solidFill>
          <a:ln/>
        </p:spPr>
      </p:sp>
      <p:sp>
        <p:nvSpPr>
          <p:cNvPr id="15" name="Text 13"/>
          <p:cNvSpPr txBox="1"/>
          <p:nvPr/>
        </p:nvSpPr>
        <p:spPr>
          <a:xfrm>
            <a:off x="5486400" y="2240280"/>
            <a:ext cx="2506828" cy="274320"/>
          </a:xfrm>
          <a:prstGeom prst="rect">
            <a:avLst/>
          </a:prstGeom>
          <a:noFill/>
          <a:ln/>
        </p:spPr>
        <p:txBody>
          <a:bodyPr wrap="square" lIns="0" tIns="0" rIns="0" bIns="0" rtlCol="0" anchor="t"/>
          <a:lstStyle/>
          <a:p>
            <a:pPr algn="l" indent="0" marL="0">
              <a:lnSpc>
                <a:spcPct val="120000"/>
              </a:lnSpc>
              <a:buNone/>
            </a:pPr>
            <a:r>
              <a:rPr lang="en-US" sz="1100" dirty="0">
                <a:solidFill>
                  <a:srgbClr val="9399AC"/>
                </a:solidFill>
                <a:latin typeface="Malgun Gothic" pitchFamily="34" charset="0"/>
                <a:ea typeface="Malgun Gothic" pitchFamily="34" charset="-122"/>
                <a:cs typeface="Malgun Gothic" pitchFamily="34" charset="-120"/>
              </a:rPr>
              <a:t>서비스 Flow Chart 원본</a:t>
            </a:r>
            <a:endParaRPr lang="en-US" sz="1100" dirty="0"/>
          </a:p>
        </p:txBody>
      </p:sp>
      <p:sp>
        <p:nvSpPr>
          <p:cNvPr id="16" name="Shape 14"/>
          <p:cNvSpPr/>
          <p:nvPr/>
        </p:nvSpPr>
        <p:spPr>
          <a:xfrm>
            <a:off x="8450428" y="2057400"/>
            <a:ext cx="2964028" cy="3794760"/>
          </a:xfrm>
          <a:prstGeom prst="roundRect">
            <a:avLst>
              <a:gd name="adj" fmla="val 1234"/>
            </a:avLst>
          </a:prstGeom>
          <a:solidFill>
            <a:srgbClr val="F4F5F8"/>
          </a:solidFill>
          <a:ln/>
        </p:spPr>
      </p:sp>
      <p:sp>
        <p:nvSpPr>
          <p:cNvPr id="17" name="Text 15"/>
          <p:cNvSpPr txBox="1"/>
          <p:nvPr/>
        </p:nvSpPr>
        <p:spPr>
          <a:xfrm>
            <a:off x="8679028" y="2240280"/>
            <a:ext cx="2506828" cy="274320"/>
          </a:xfrm>
          <a:prstGeom prst="rect">
            <a:avLst/>
          </a:prstGeom>
          <a:noFill/>
          <a:ln/>
        </p:spPr>
        <p:txBody>
          <a:bodyPr wrap="square" lIns="0" tIns="0" rIns="0" bIns="0" rtlCol="0" anchor="t"/>
          <a:lstStyle/>
          <a:p>
            <a:pPr algn="l" indent="0" marL="0">
              <a:lnSpc>
                <a:spcPct val="120000"/>
              </a:lnSpc>
              <a:buNone/>
            </a:pPr>
            <a:r>
              <a:rPr lang="en-US" sz="1100" dirty="0">
                <a:solidFill>
                  <a:srgbClr val="9399AC"/>
                </a:solidFill>
                <a:latin typeface="Malgun Gothic" pitchFamily="34" charset="0"/>
                <a:ea typeface="Malgun Gothic" pitchFamily="34" charset="-122"/>
                <a:cs typeface="Malgun Gothic" pitchFamily="34" charset="-120"/>
              </a:rPr>
              <a:t>AI Runtime Pipeline 구조</a:t>
            </a:r>
            <a:endParaRPr lang="en-US" sz="1100" dirty="0"/>
          </a:p>
        </p:txBody>
      </p:sp>
      <p:sp>
        <p:nvSpPr>
          <p:cNvPr id="18" name="Text 16"/>
          <p:cNvSpPr txBox="1"/>
          <p:nvPr/>
        </p:nvSpPr>
        <p:spPr>
          <a:xfrm>
            <a:off x="5257800" y="6035040"/>
            <a:ext cx="6156655" cy="457200"/>
          </a:xfrm>
          <a:prstGeom prst="rect">
            <a:avLst/>
          </a:prstGeom>
          <a:noFill/>
          <a:ln/>
        </p:spPr>
        <p:txBody>
          <a:bodyPr wrap="square" lIns="0" tIns="0" rIns="0" bIns="0" rtlCol="0" anchor="t"/>
          <a:lstStyle/>
          <a:p>
            <a:pPr algn="l" indent="0" marL="0">
              <a:lnSpc>
                <a:spcPct val="130000"/>
              </a:lnSpc>
              <a:buNone/>
            </a:pPr>
            <a:r>
              <a:rPr lang="en-US" sz="1050" dirty="0">
                <a:solidFill>
                  <a:srgbClr val="9399AC"/>
                </a:solidFill>
                <a:latin typeface="Malgun Gothic" pitchFamily="34" charset="0"/>
                <a:ea typeface="Malgun Gothic" pitchFamily="34" charset="-122"/>
                <a:cs typeface="Malgun Gothic" pitchFamily="34" charset="-120"/>
              </a:rPr>
              <a:t>Input Image → Detection → Pose → Mask → Skeleton → Render → Animation</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77240" y="6355080"/>
            <a:ext cx="5486400" cy="274320"/>
          </a:xfrm>
          <a:prstGeom prst="rect">
            <a:avLst/>
          </a:prstGeom>
          <a:noFill/>
          <a:ln/>
        </p:spPr>
        <p:txBody>
          <a:bodyPr wrap="square" lIns="0" tIns="0" rIns="0" bIns="0" rtlCol="0" anchor="t"/>
          <a:lstStyle/>
          <a:p>
            <a:pPr algn="l" indent="0" marL="0">
              <a:lnSpc>
                <a:spcPct val="120000"/>
              </a:lnSpc>
              <a:buNone/>
            </a:pPr>
            <a:r>
              <a:rPr lang="en-US" sz="900" dirty="0">
                <a:solidFill>
                  <a:srgbClr val="9399AC"/>
                </a:solidFill>
                <a:latin typeface="Malgun Gothic" pitchFamily="34" charset="0"/>
                <a:ea typeface="Malgun Gothic" pitchFamily="34" charset="-122"/>
                <a:cs typeface="Malgun Gothic" pitchFamily="34" charset="-120"/>
              </a:rPr>
              <a:t>C  영역별 작업</a:t>
            </a:r>
            <a:endParaRPr lang="en-US" sz="900" dirty="0"/>
          </a:p>
        </p:txBody>
      </p:sp>
      <p:sp>
        <p:nvSpPr>
          <p:cNvPr id="3" name="Text 1"/>
          <p:cNvSpPr txBox="1"/>
          <p:nvPr/>
        </p:nvSpPr>
        <p:spPr>
          <a:xfrm>
            <a:off x="10865815" y="6355080"/>
            <a:ext cx="548640" cy="274320"/>
          </a:xfrm>
          <a:prstGeom prst="rect">
            <a:avLst/>
          </a:prstGeom>
          <a:noFill/>
          <a:ln/>
        </p:spPr>
        <p:txBody>
          <a:bodyPr wrap="square" lIns="0" tIns="0" rIns="0" bIns="0" rtlCol="0" anchor="t"/>
          <a:lstStyle/>
          <a:p>
            <a:pPr algn="r" indent="0" marL="0">
              <a:lnSpc>
                <a:spcPct val="120000"/>
              </a:lnSpc>
              <a:buNone/>
            </a:pPr>
            <a:r>
              <a:rPr lang="en-US" sz="900" dirty="0">
                <a:solidFill>
                  <a:srgbClr val="9399AC"/>
                </a:solidFill>
                <a:latin typeface="Malgun Gothic" pitchFamily="34" charset="0"/>
                <a:ea typeface="Malgun Gothic" pitchFamily="34" charset="-122"/>
                <a:cs typeface="Malgun Gothic" pitchFamily="34" charset="-120"/>
              </a:rPr>
              <a:t>18</a:t>
            </a:r>
            <a:endParaRPr lang="en-US" sz="900" dirty="0"/>
          </a:p>
        </p:txBody>
      </p:sp>
      <p:sp>
        <p:nvSpPr>
          <p:cNvPr id="4" name="Text 2"/>
          <p:cNvSpPr txBox="1"/>
          <p:nvPr/>
        </p:nvSpPr>
        <p:spPr>
          <a:xfrm>
            <a:off x="777240" y="685800"/>
            <a:ext cx="7315200" cy="320040"/>
          </a:xfrm>
          <a:prstGeom prst="rect">
            <a:avLst/>
          </a:prstGeom>
          <a:noFill/>
          <a:ln/>
        </p:spPr>
        <p:txBody>
          <a:bodyPr wrap="square" lIns="0" tIns="0" rIns="0" bIns="0" rtlCol="0" anchor="t"/>
          <a:lstStyle/>
          <a:p>
            <a:pPr algn="l" indent="0" marL="0">
              <a:lnSpc>
                <a:spcPct val="120000"/>
              </a:lnSpc>
              <a:buNone/>
            </a:pPr>
            <a:r>
              <a:rPr lang="en-US" sz="1300" b="1" dirty="0">
                <a:solidFill>
                  <a:srgbClr val="4256C8"/>
                </a:solidFill>
                <a:latin typeface="Malgun Gothic" pitchFamily="34" charset="0"/>
                <a:ea typeface="Malgun Gothic" pitchFamily="34" charset="-122"/>
                <a:cs typeface="Malgun Gothic" pitchFamily="34" charset="-120"/>
              </a:rPr>
              <a:t>A2 Drawing Pose Model  ·  김민준</a:t>
            </a:r>
            <a:endParaRPr lang="en-US" sz="1300" dirty="0"/>
          </a:p>
        </p:txBody>
      </p:sp>
      <p:sp>
        <p:nvSpPr>
          <p:cNvPr id="5" name="Text 3"/>
          <p:cNvSpPr txBox="1"/>
          <p:nvPr/>
        </p:nvSpPr>
        <p:spPr>
          <a:xfrm>
            <a:off x="777240" y="1069848"/>
            <a:ext cx="10637215" cy="685800"/>
          </a:xfrm>
          <a:prstGeom prst="rect">
            <a:avLst/>
          </a:prstGeom>
          <a:noFill/>
          <a:ln/>
        </p:spPr>
        <p:txBody>
          <a:bodyPr wrap="square" lIns="0" tIns="0" rIns="0" bIns="0" rtlCol="0" anchor="t"/>
          <a:lstStyle/>
          <a:p>
            <a:pPr algn="l" indent="0" marL="0">
              <a:lnSpc>
                <a:spcPct val="120000"/>
              </a:lnSpc>
              <a:buNone/>
            </a:pPr>
            <a:r>
              <a:rPr lang="en-US" sz="3000" b="1" spc="-50" kern="0" dirty="0">
                <a:solidFill>
                  <a:srgbClr val="262B40"/>
                </a:solidFill>
                <a:latin typeface="Malgun Gothic" pitchFamily="34" charset="0"/>
                <a:ea typeface="Malgun Gothic" pitchFamily="34" charset="-122"/>
                <a:cs typeface="Malgun Gothic" pitchFamily="34" charset="-120"/>
              </a:rPr>
              <a:t>아이의 그림을 이해하는 AI</a:t>
            </a:r>
            <a:endParaRPr lang="en-US" sz="3000" dirty="0"/>
          </a:p>
        </p:txBody>
      </p:sp>
      <p:sp>
        <p:nvSpPr>
          <p:cNvPr id="6" name="Shape 4"/>
          <p:cNvSpPr/>
          <p:nvPr/>
        </p:nvSpPr>
        <p:spPr>
          <a:xfrm>
            <a:off x="777240" y="2057400"/>
            <a:ext cx="4023360" cy="0"/>
          </a:xfrm>
          <a:prstGeom prst="line">
            <a:avLst/>
          </a:prstGeom>
          <a:noFill/>
          <a:ln w="9525">
            <a:solidFill>
              <a:srgbClr val="E2E5EC"/>
            </a:solidFill>
            <a:prstDash val="solid"/>
          </a:ln>
        </p:spPr>
      </p:sp>
      <p:sp>
        <p:nvSpPr>
          <p:cNvPr id="7" name="Text 5"/>
          <p:cNvSpPr txBox="1"/>
          <p:nvPr/>
        </p:nvSpPr>
        <p:spPr>
          <a:xfrm>
            <a:off x="777240" y="2194560"/>
            <a:ext cx="4023360" cy="274320"/>
          </a:xfrm>
          <a:prstGeom prst="rect">
            <a:avLst/>
          </a:prstGeom>
          <a:noFill/>
          <a:ln/>
        </p:spPr>
        <p:txBody>
          <a:bodyPr wrap="square" lIns="0" tIns="0" rIns="0" bIns="0" rtlCol="0" anchor="t"/>
          <a:lstStyle/>
          <a:p>
            <a:pPr algn="l" indent="0" marL="0">
              <a:lnSpc>
                <a:spcPct val="120000"/>
              </a:lnSpc>
              <a:buNone/>
            </a:pPr>
            <a:r>
              <a:rPr lang="en-US" sz="1200" b="1" dirty="0">
                <a:solidFill>
                  <a:srgbClr val="5B6177"/>
                </a:solidFill>
                <a:latin typeface="Malgun Gothic" pitchFamily="34" charset="0"/>
                <a:ea typeface="Malgun Gothic" pitchFamily="34" charset="-122"/>
                <a:cs typeface="Malgun Gothic" pitchFamily="34" charset="-120"/>
              </a:rPr>
              <a:t>1  왜 이 작업이 필요했나</a:t>
            </a:r>
            <a:endParaRPr lang="en-US" sz="1200" dirty="0"/>
          </a:p>
        </p:txBody>
      </p:sp>
      <p:sp>
        <p:nvSpPr>
          <p:cNvPr id="8" name="Shape 6"/>
          <p:cNvSpPr/>
          <p:nvPr/>
        </p:nvSpPr>
        <p:spPr>
          <a:xfrm>
            <a:off x="777240" y="3246120"/>
            <a:ext cx="4023360" cy="0"/>
          </a:xfrm>
          <a:prstGeom prst="line">
            <a:avLst/>
          </a:prstGeom>
          <a:noFill/>
          <a:ln w="9525">
            <a:solidFill>
              <a:srgbClr val="E2E5EC"/>
            </a:solidFill>
            <a:prstDash val="solid"/>
          </a:ln>
        </p:spPr>
      </p:sp>
      <p:sp>
        <p:nvSpPr>
          <p:cNvPr id="9" name="Text 7"/>
          <p:cNvSpPr txBox="1"/>
          <p:nvPr/>
        </p:nvSpPr>
        <p:spPr>
          <a:xfrm>
            <a:off x="777240" y="3383280"/>
            <a:ext cx="4023360" cy="274320"/>
          </a:xfrm>
          <a:prstGeom prst="rect">
            <a:avLst/>
          </a:prstGeom>
          <a:noFill/>
          <a:ln/>
        </p:spPr>
        <p:txBody>
          <a:bodyPr wrap="square" lIns="0" tIns="0" rIns="0" bIns="0" rtlCol="0" anchor="t"/>
          <a:lstStyle/>
          <a:p>
            <a:pPr algn="l" indent="0" marL="0">
              <a:lnSpc>
                <a:spcPct val="120000"/>
              </a:lnSpc>
              <a:buNone/>
            </a:pPr>
            <a:r>
              <a:rPr lang="en-US" sz="1200" b="1" dirty="0">
                <a:solidFill>
                  <a:srgbClr val="5B6177"/>
                </a:solidFill>
                <a:latin typeface="Malgun Gothic" pitchFamily="34" charset="0"/>
                <a:ea typeface="Malgun Gothic" pitchFamily="34" charset="-122"/>
                <a:cs typeface="Malgun Gothic" pitchFamily="34" charset="-120"/>
              </a:rPr>
              <a:t>2  무엇을 했나</a:t>
            </a:r>
            <a:endParaRPr lang="en-US" sz="1200" dirty="0"/>
          </a:p>
        </p:txBody>
      </p:sp>
      <p:sp>
        <p:nvSpPr>
          <p:cNvPr id="10" name="Shape 8"/>
          <p:cNvSpPr/>
          <p:nvPr/>
        </p:nvSpPr>
        <p:spPr>
          <a:xfrm>
            <a:off x="777240" y="4434840"/>
            <a:ext cx="4023360" cy="0"/>
          </a:xfrm>
          <a:prstGeom prst="line">
            <a:avLst/>
          </a:prstGeom>
          <a:noFill/>
          <a:ln w="9525">
            <a:solidFill>
              <a:srgbClr val="E2E5EC"/>
            </a:solidFill>
            <a:prstDash val="solid"/>
          </a:ln>
        </p:spPr>
      </p:sp>
      <p:sp>
        <p:nvSpPr>
          <p:cNvPr id="11" name="Text 9"/>
          <p:cNvSpPr txBox="1"/>
          <p:nvPr/>
        </p:nvSpPr>
        <p:spPr>
          <a:xfrm>
            <a:off x="777240" y="4572000"/>
            <a:ext cx="4023360" cy="274320"/>
          </a:xfrm>
          <a:prstGeom prst="rect">
            <a:avLst/>
          </a:prstGeom>
          <a:noFill/>
          <a:ln/>
        </p:spPr>
        <p:txBody>
          <a:bodyPr wrap="square" lIns="0" tIns="0" rIns="0" bIns="0" rtlCol="0" anchor="t"/>
          <a:lstStyle/>
          <a:p>
            <a:pPr algn="l" indent="0" marL="0">
              <a:lnSpc>
                <a:spcPct val="120000"/>
              </a:lnSpc>
              <a:buNone/>
            </a:pPr>
            <a:r>
              <a:rPr lang="en-US" sz="1200" b="1" dirty="0">
                <a:solidFill>
                  <a:srgbClr val="5B6177"/>
                </a:solidFill>
                <a:latin typeface="Malgun Gothic" pitchFamily="34" charset="0"/>
                <a:ea typeface="Malgun Gothic" pitchFamily="34" charset="-122"/>
                <a:cs typeface="Malgun Gothic" pitchFamily="34" charset="-120"/>
              </a:rPr>
              <a:t>3  다음 개발에 어떻게 쓰이나</a:t>
            </a:r>
            <a:endParaRPr lang="en-US" sz="1200" dirty="0"/>
          </a:p>
        </p:txBody>
      </p:sp>
      <p:sp>
        <p:nvSpPr>
          <p:cNvPr id="12" name="Shape 10"/>
          <p:cNvSpPr/>
          <p:nvPr/>
        </p:nvSpPr>
        <p:spPr>
          <a:xfrm>
            <a:off x="777240" y="5623560"/>
            <a:ext cx="4023360" cy="0"/>
          </a:xfrm>
          <a:prstGeom prst="line">
            <a:avLst/>
          </a:prstGeom>
          <a:noFill/>
          <a:ln w="9525">
            <a:solidFill>
              <a:srgbClr val="E2E5EC"/>
            </a:solidFill>
            <a:prstDash val="solid"/>
          </a:ln>
        </p:spPr>
      </p:sp>
      <p:sp>
        <p:nvSpPr>
          <p:cNvPr id="13" name="Text 11"/>
          <p:cNvSpPr txBox="1"/>
          <p:nvPr/>
        </p:nvSpPr>
        <p:spPr>
          <a:xfrm>
            <a:off x="777240" y="5760720"/>
            <a:ext cx="4023360" cy="274320"/>
          </a:xfrm>
          <a:prstGeom prst="rect">
            <a:avLst/>
          </a:prstGeom>
          <a:noFill/>
          <a:ln/>
        </p:spPr>
        <p:txBody>
          <a:bodyPr wrap="square" lIns="0" tIns="0" rIns="0" bIns="0" rtlCol="0" anchor="t"/>
          <a:lstStyle/>
          <a:p>
            <a:pPr algn="l" indent="0" marL="0">
              <a:lnSpc>
                <a:spcPct val="120000"/>
              </a:lnSpc>
              <a:buNone/>
            </a:pPr>
            <a:r>
              <a:rPr lang="en-US" sz="1200" b="1" dirty="0">
                <a:solidFill>
                  <a:srgbClr val="5B6177"/>
                </a:solidFill>
                <a:latin typeface="Malgun Gothic" pitchFamily="34" charset="0"/>
                <a:ea typeface="Malgun Gothic" pitchFamily="34" charset="-122"/>
                <a:cs typeface="Malgun Gothic" pitchFamily="34" charset="-120"/>
              </a:rPr>
              <a:t>발표 핵심 한 문장</a:t>
            </a:r>
            <a:endParaRPr lang="en-US" sz="1200" dirty="0"/>
          </a:p>
        </p:txBody>
      </p:sp>
      <p:sp>
        <p:nvSpPr>
          <p:cNvPr id="14" name="Shape 12"/>
          <p:cNvSpPr/>
          <p:nvPr/>
        </p:nvSpPr>
        <p:spPr>
          <a:xfrm>
            <a:off x="5257800" y="2057400"/>
            <a:ext cx="2964028" cy="1783080"/>
          </a:xfrm>
          <a:prstGeom prst="roundRect">
            <a:avLst>
              <a:gd name="adj" fmla="val 2051"/>
            </a:avLst>
          </a:prstGeom>
          <a:solidFill>
            <a:srgbClr val="F4F5F8"/>
          </a:solidFill>
          <a:ln/>
        </p:spPr>
      </p:sp>
      <p:sp>
        <p:nvSpPr>
          <p:cNvPr id="15" name="Text 13"/>
          <p:cNvSpPr txBox="1"/>
          <p:nvPr/>
        </p:nvSpPr>
        <p:spPr>
          <a:xfrm>
            <a:off x="5486400" y="2240280"/>
            <a:ext cx="2506828" cy="274320"/>
          </a:xfrm>
          <a:prstGeom prst="rect">
            <a:avLst/>
          </a:prstGeom>
          <a:noFill/>
          <a:ln/>
        </p:spPr>
        <p:txBody>
          <a:bodyPr wrap="square" lIns="0" tIns="0" rIns="0" bIns="0" rtlCol="0" anchor="t"/>
          <a:lstStyle/>
          <a:p>
            <a:pPr algn="l" indent="0" marL="0">
              <a:lnSpc>
                <a:spcPct val="120000"/>
              </a:lnSpc>
              <a:buNone/>
            </a:pPr>
            <a:r>
              <a:rPr lang="en-US" sz="1100" dirty="0">
                <a:solidFill>
                  <a:srgbClr val="9399AC"/>
                </a:solidFill>
                <a:latin typeface="Malgun Gothic" pitchFamily="34" charset="0"/>
                <a:ea typeface="Malgun Gothic" pitchFamily="34" charset="-122"/>
                <a:cs typeface="Malgun Gothic" pitchFamily="34" charset="-120"/>
              </a:rPr>
              <a:t>시스템 아키텍처</a:t>
            </a:r>
            <a:endParaRPr lang="en-US" sz="1100" dirty="0"/>
          </a:p>
        </p:txBody>
      </p:sp>
      <p:sp>
        <p:nvSpPr>
          <p:cNvPr id="16" name="Shape 14"/>
          <p:cNvSpPr/>
          <p:nvPr/>
        </p:nvSpPr>
        <p:spPr>
          <a:xfrm>
            <a:off x="8450428" y="2057400"/>
            <a:ext cx="2964028" cy="1783080"/>
          </a:xfrm>
          <a:prstGeom prst="roundRect">
            <a:avLst>
              <a:gd name="adj" fmla="val 2051"/>
            </a:avLst>
          </a:prstGeom>
          <a:solidFill>
            <a:srgbClr val="F4F5F8"/>
          </a:solidFill>
          <a:ln/>
        </p:spPr>
      </p:sp>
      <p:sp>
        <p:nvSpPr>
          <p:cNvPr id="17" name="Text 15"/>
          <p:cNvSpPr txBox="1"/>
          <p:nvPr/>
        </p:nvSpPr>
        <p:spPr>
          <a:xfrm>
            <a:off x="8679028" y="2240280"/>
            <a:ext cx="2506828" cy="274320"/>
          </a:xfrm>
          <a:prstGeom prst="rect">
            <a:avLst/>
          </a:prstGeom>
          <a:noFill/>
          <a:ln/>
        </p:spPr>
        <p:txBody>
          <a:bodyPr wrap="square" lIns="0" tIns="0" rIns="0" bIns="0" rtlCol="0" anchor="t"/>
          <a:lstStyle/>
          <a:p>
            <a:pPr algn="l" indent="0" marL="0">
              <a:lnSpc>
                <a:spcPct val="120000"/>
              </a:lnSpc>
              <a:buNone/>
            </a:pPr>
            <a:r>
              <a:rPr lang="en-US" sz="1100" dirty="0">
                <a:solidFill>
                  <a:srgbClr val="9399AC"/>
                </a:solidFill>
                <a:latin typeface="Malgun Gothic" pitchFamily="34" charset="0"/>
                <a:ea typeface="Malgun Gothic" pitchFamily="34" charset="-122"/>
                <a:cs typeface="Malgun Gothic" pitchFamily="34" charset="-120"/>
              </a:rPr>
              <a:t>Dataset 예시</a:t>
            </a:r>
            <a:endParaRPr lang="en-US" sz="1100" dirty="0"/>
          </a:p>
        </p:txBody>
      </p:sp>
      <p:sp>
        <p:nvSpPr>
          <p:cNvPr id="18" name="Shape 16"/>
          <p:cNvSpPr/>
          <p:nvPr/>
        </p:nvSpPr>
        <p:spPr>
          <a:xfrm>
            <a:off x="5257800" y="4069080"/>
            <a:ext cx="2964028" cy="1783080"/>
          </a:xfrm>
          <a:prstGeom prst="roundRect">
            <a:avLst>
              <a:gd name="adj" fmla="val 2051"/>
            </a:avLst>
          </a:prstGeom>
          <a:solidFill>
            <a:srgbClr val="F4F5F8"/>
          </a:solidFill>
          <a:ln/>
        </p:spPr>
      </p:sp>
      <p:sp>
        <p:nvSpPr>
          <p:cNvPr id="19" name="Text 17"/>
          <p:cNvSpPr txBox="1"/>
          <p:nvPr/>
        </p:nvSpPr>
        <p:spPr>
          <a:xfrm>
            <a:off x="5486400" y="4251960"/>
            <a:ext cx="2506828" cy="274320"/>
          </a:xfrm>
          <a:prstGeom prst="rect">
            <a:avLst/>
          </a:prstGeom>
          <a:noFill/>
          <a:ln/>
        </p:spPr>
        <p:txBody>
          <a:bodyPr wrap="square" lIns="0" tIns="0" rIns="0" bIns="0" rtlCol="0" anchor="t"/>
          <a:lstStyle/>
          <a:p>
            <a:pPr algn="l" indent="0" marL="0">
              <a:lnSpc>
                <a:spcPct val="120000"/>
              </a:lnSpc>
              <a:buNone/>
            </a:pPr>
            <a:r>
              <a:rPr lang="en-US" sz="1100" dirty="0">
                <a:solidFill>
                  <a:srgbClr val="9399AC"/>
                </a:solidFill>
                <a:latin typeface="Malgun Gothic" pitchFamily="34" charset="0"/>
                <a:ea typeface="Malgun Gothic" pitchFamily="34" charset="-122"/>
                <a:cs typeface="Malgun Gothic" pitchFamily="34" charset="-120"/>
              </a:rPr>
              <a:t>Joint Annotation 예시</a:t>
            </a:r>
            <a:endParaRPr lang="en-US" sz="1100" dirty="0"/>
          </a:p>
        </p:txBody>
      </p:sp>
      <p:sp>
        <p:nvSpPr>
          <p:cNvPr id="20" name="Shape 18"/>
          <p:cNvSpPr/>
          <p:nvPr/>
        </p:nvSpPr>
        <p:spPr>
          <a:xfrm>
            <a:off x="8450428" y="4069080"/>
            <a:ext cx="2964028" cy="1783080"/>
          </a:xfrm>
          <a:prstGeom prst="roundRect">
            <a:avLst>
              <a:gd name="adj" fmla="val 2051"/>
            </a:avLst>
          </a:prstGeom>
          <a:solidFill>
            <a:srgbClr val="F4F5F8"/>
          </a:solidFill>
          <a:ln/>
        </p:spPr>
      </p:sp>
      <p:sp>
        <p:nvSpPr>
          <p:cNvPr id="21" name="Text 19"/>
          <p:cNvSpPr txBox="1"/>
          <p:nvPr/>
        </p:nvSpPr>
        <p:spPr>
          <a:xfrm>
            <a:off x="8679028" y="4251960"/>
            <a:ext cx="2506828" cy="274320"/>
          </a:xfrm>
          <a:prstGeom prst="rect">
            <a:avLst/>
          </a:prstGeom>
          <a:noFill/>
          <a:ln/>
        </p:spPr>
        <p:txBody>
          <a:bodyPr wrap="square" lIns="0" tIns="0" rIns="0" bIns="0" rtlCol="0" anchor="t"/>
          <a:lstStyle/>
          <a:p>
            <a:pPr algn="l" indent="0" marL="0">
              <a:lnSpc>
                <a:spcPct val="120000"/>
              </a:lnSpc>
              <a:buNone/>
            </a:pPr>
            <a:r>
              <a:rPr lang="en-US" sz="1100" dirty="0">
                <a:solidFill>
                  <a:srgbClr val="9399AC"/>
                </a:solidFill>
                <a:latin typeface="Malgun Gothic" pitchFamily="34" charset="0"/>
                <a:ea typeface="Malgun Gothic" pitchFamily="34" charset="-122"/>
                <a:cs typeface="Malgun Gothic" pitchFamily="34" charset="-120"/>
              </a:rPr>
              <a:t>학습 로그 · 그래프</a:t>
            </a:r>
            <a:endParaRPr lang="en-US" sz="1100" dirty="0"/>
          </a:p>
        </p:txBody>
      </p:sp>
      <p:sp>
        <p:nvSpPr>
          <p:cNvPr id="22" name="Text 20"/>
          <p:cNvSpPr txBox="1"/>
          <p:nvPr/>
        </p:nvSpPr>
        <p:spPr>
          <a:xfrm>
            <a:off x="5257800" y="6035040"/>
            <a:ext cx="6156655" cy="457200"/>
          </a:xfrm>
          <a:prstGeom prst="rect">
            <a:avLst/>
          </a:prstGeom>
          <a:noFill/>
          <a:ln/>
        </p:spPr>
        <p:txBody>
          <a:bodyPr wrap="square" lIns="0" tIns="0" rIns="0" bIns="0" rtlCol="0" anchor="t"/>
          <a:lstStyle/>
          <a:p>
            <a:pPr algn="l" indent="0" marL="0">
              <a:lnSpc>
                <a:spcPct val="130000"/>
              </a:lnSpc>
              <a:buNone/>
            </a:pPr>
            <a:r>
              <a:rPr lang="en-US" sz="1050" dirty="0">
                <a:solidFill>
                  <a:srgbClr val="9399AC"/>
                </a:solidFill>
                <a:latin typeface="Malgun Gothic" pitchFamily="34" charset="0"/>
                <a:ea typeface="Malgun Gothic" pitchFamily="34" charset="-122"/>
                <a:cs typeface="Malgun Gothic" pitchFamily="34" charset="-120"/>
              </a:rPr>
              <a:t>원본 Dataset → Annotation Parsing → Joint Mapping → Train / Validation Dataset</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77240" y="6355080"/>
            <a:ext cx="5486400" cy="274320"/>
          </a:xfrm>
          <a:prstGeom prst="rect">
            <a:avLst/>
          </a:prstGeom>
          <a:noFill/>
          <a:ln/>
        </p:spPr>
        <p:txBody>
          <a:bodyPr wrap="square" lIns="0" tIns="0" rIns="0" bIns="0" rtlCol="0" anchor="t"/>
          <a:lstStyle/>
          <a:p>
            <a:pPr algn="l" indent="0" marL="0">
              <a:lnSpc>
                <a:spcPct val="120000"/>
              </a:lnSpc>
              <a:buNone/>
            </a:pPr>
            <a:r>
              <a:rPr lang="en-US" sz="900" dirty="0">
                <a:solidFill>
                  <a:srgbClr val="9399AC"/>
                </a:solidFill>
                <a:latin typeface="Malgun Gothic" pitchFamily="34" charset="0"/>
                <a:ea typeface="Malgun Gothic" pitchFamily="34" charset="-122"/>
                <a:cs typeface="Malgun Gothic" pitchFamily="34" charset="-120"/>
              </a:rPr>
              <a:t>D  지금까지와 다음</a:t>
            </a:r>
            <a:endParaRPr lang="en-US" sz="900" dirty="0"/>
          </a:p>
        </p:txBody>
      </p:sp>
      <p:sp>
        <p:nvSpPr>
          <p:cNvPr id="3" name="Text 1"/>
          <p:cNvSpPr txBox="1"/>
          <p:nvPr/>
        </p:nvSpPr>
        <p:spPr>
          <a:xfrm>
            <a:off x="10865815" y="6355080"/>
            <a:ext cx="548640" cy="274320"/>
          </a:xfrm>
          <a:prstGeom prst="rect">
            <a:avLst/>
          </a:prstGeom>
          <a:noFill/>
          <a:ln/>
        </p:spPr>
        <p:txBody>
          <a:bodyPr wrap="square" lIns="0" tIns="0" rIns="0" bIns="0" rtlCol="0" anchor="t"/>
          <a:lstStyle/>
          <a:p>
            <a:pPr algn="r" indent="0" marL="0">
              <a:lnSpc>
                <a:spcPct val="120000"/>
              </a:lnSpc>
              <a:buNone/>
            </a:pPr>
            <a:r>
              <a:rPr lang="en-US" sz="900" dirty="0">
                <a:solidFill>
                  <a:srgbClr val="9399AC"/>
                </a:solidFill>
                <a:latin typeface="Malgun Gothic" pitchFamily="34" charset="0"/>
                <a:ea typeface="Malgun Gothic" pitchFamily="34" charset="-122"/>
                <a:cs typeface="Malgun Gothic" pitchFamily="34" charset="-120"/>
              </a:rPr>
              <a:t>19</a:t>
            </a:r>
            <a:endParaRPr lang="en-US" sz="900" dirty="0"/>
          </a:p>
        </p:txBody>
      </p:sp>
      <p:sp>
        <p:nvSpPr>
          <p:cNvPr id="4" name="Text 2"/>
          <p:cNvSpPr txBox="1"/>
          <p:nvPr/>
        </p:nvSpPr>
        <p:spPr>
          <a:xfrm>
            <a:off x="777240" y="685800"/>
            <a:ext cx="10637215" cy="685800"/>
          </a:xfrm>
          <a:prstGeom prst="rect">
            <a:avLst/>
          </a:prstGeom>
          <a:noFill/>
          <a:ln/>
        </p:spPr>
        <p:txBody>
          <a:bodyPr wrap="square" lIns="0" tIns="0" rIns="0" bIns="0" rtlCol="0" anchor="t"/>
          <a:lstStyle/>
          <a:p>
            <a:pPr algn="l" indent="0" marL="0">
              <a:lnSpc>
                <a:spcPct val="120000"/>
              </a:lnSpc>
              <a:buNone/>
            </a:pPr>
            <a:r>
              <a:rPr lang="en-US" sz="3000" b="1" spc="-50" kern="0" dirty="0">
                <a:solidFill>
                  <a:srgbClr val="262B40"/>
                </a:solidFill>
                <a:latin typeface="Malgun Gothic" pitchFamily="34" charset="0"/>
                <a:ea typeface="Malgun Gothic" pitchFamily="34" charset="-122"/>
                <a:cs typeface="Malgun Gothic" pitchFamily="34" charset="-120"/>
              </a:rPr>
              <a:t>10월 2일, 아이디어는 여기까지 구체화되었습니다</a:t>
            </a:r>
            <a:endParaRPr lang="en-US" sz="3000" dirty="0"/>
          </a:p>
        </p:txBody>
      </p:sp>
      <p:sp>
        <p:nvSpPr>
          <p:cNvPr id="5" name="Text 3"/>
          <p:cNvSpPr txBox="1"/>
          <p:nvPr/>
        </p:nvSpPr>
        <p:spPr>
          <a:xfrm>
            <a:off x="777240" y="1399032"/>
            <a:ext cx="10637215" cy="457200"/>
          </a:xfrm>
          <a:prstGeom prst="rect">
            <a:avLst/>
          </a:prstGeom>
          <a:noFill/>
          <a:ln/>
        </p:spPr>
        <p:txBody>
          <a:bodyPr wrap="square" lIns="0" tIns="0" rIns="0" bIns="0" rtlCol="0" anchor="t"/>
          <a:lstStyle/>
          <a:p>
            <a:pPr algn="l" indent="0" marL="0">
              <a:lnSpc>
                <a:spcPct val="120000"/>
              </a:lnSpc>
              <a:buNone/>
            </a:pPr>
            <a:r>
              <a:rPr lang="en-US" sz="1500" dirty="0">
                <a:solidFill>
                  <a:srgbClr val="5B6177"/>
                </a:solidFill>
                <a:latin typeface="Malgun Gothic" pitchFamily="34" charset="0"/>
                <a:ea typeface="Malgun Gothic" pitchFamily="34" charset="-122"/>
                <a:cs typeface="Malgun Gothic" pitchFamily="34" charset="-120"/>
              </a:rPr>
              <a:t>하나의 아이디어를 화면 · 기능 · 데이터 · AI · 시스템 구조로</a:t>
            </a:r>
            <a:endParaRPr lang="en-US" sz="1500" dirty="0"/>
          </a:p>
        </p:txBody>
      </p:sp>
      <p:sp>
        <p:nvSpPr>
          <p:cNvPr id="6" name="Text 4"/>
          <p:cNvSpPr txBox="1"/>
          <p:nvPr/>
        </p:nvSpPr>
        <p:spPr>
          <a:xfrm>
            <a:off x="777240" y="2148840"/>
            <a:ext cx="3017520" cy="274320"/>
          </a:xfrm>
          <a:prstGeom prst="rect">
            <a:avLst/>
          </a:prstGeom>
          <a:noFill/>
          <a:ln/>
        </p:spPr>
        <p:txBody>
          <a:bodyPr wrap="square" lIns="0" tIns="0" rIns="0" bIns="0" rtlCol="0" anchor="t"/>
          <a:lstStyle/>
          <a:p>
            <a:pPr algn="l" indent="0" marL="0">
              <a:lnSpc>
                <a:spcPct val="120000"/>
              </a:lnSpc>
              <a:buNone/>
            </a:pPr>
            <a:r>
              <a:rPr lang="en-US" sz="1200" dirty="0">
                <a:solidFill>
                  <a:srgbClr val="9399AC"/>
                </a:solidFill>
                <a:latin typeface="Malgun Gothic" pitchFamily="34" charset="0"/>
                <a:ea typeface="Malgun Gothic" pitchFamily="34" charset="-122"/>
                <a:cs typeface="Malgun Gothic" pitchFamily="34" charset="-120"/>
              </a:rPr>
              <a:t>처음</a:t>
            </a:r>
            <a:endParaRPr lang="en-US" sz="1200" dirty="0"/>
          </a:p>
        </p:txBody>
      </p:sp>
      <p:sp>
        <p:nvSpPr>
          <p:cNvPr id="7" name="Text 5"/>
          <p:cNvSpPr txBox="1"/>
          <p:nvPr/>
        </p:nvSpPr>
        <p:spPr>
          <a:xfrm>
            <a:off x="777240" y="2514600"/>
            <a:ext cx="3017520" cy="1463040"/>
          </a:xfrm>
          <a:prstGeom prst="rect">
            <a:avLst/>
          </a:prstGeom>
          <a:noFill/>
          <a:ln/>
        </p:spPr>
        <p:txBody>
          <a:bodyPr wrap="square" lIns="0" tIns="0" rIns="0" bIns="0" rtlCol="0" anchor="t"/>
          <a:lstStyle/>
          <a:p>
            <a:pPr algn="l" indent="0" marL="0">
              <a:lnSpc>
                <a:spcPct val="140000"/>
              </a:lnSpc>
              <a:buNone/>
            </a:pPr>
            <a:r>
              <a:rPr lang="en-US" sz="2100" b="1" dirty="0">
                <a:solidFill>
                  <a:srgbClr val="262B40"/>
                </a:solidFill>
                <a:latin typeface="Malgun Gothic" pitchFamily="34" charset="0"/>
                <a:ea typeface="Malgun Gothic" pitchFamily="34" charset="-122"/>
                <a:cs typeface="Malgun Gothic" pitchFamily="34" charset="-120"/>
              </a:rPr>
              <a:t>아이의 그림을</a:t>
            </a:r>
            <a:endParaRPr lang="en-US" sz="2100" dirty="0"/>
          </a:p>
          <a:p>
            <a:pPr algn="l" indent="0" marL="0">
              <a:lnSpc>
                <a:spcPct val="140000"/>
              </a:lnSpc>
              <a:buNone/>
            </a:pPr>
            <a:r>
              <a:rPr lang="en-US" sz="2100" b="1" dirty="0">
                <a:solidFill>
                  <a:srgbClr val="262B40"/>
                </a:solidFill>
                <a:latin typeface="Malgun Gothic" pitchFamily="34" charset="0"/>
                <a:ea typeface="Malgun Gothic" pitchFamily="34" charset="-122"/>
                <a:cs typeface="Malgun Gothic" pitchFamily="34" charset="-120"/>
              </a:rPr>
              <a:t>움직이고 이야기로</a:t>
            </a:r>
            <a:endParaRPr lang="en-US" sz="2100" dirty="0"/>
          </a:p>
          <a:p>
            <a:pPr algn="l" indent="0" marL="0">
              <a:lnSpc>
                <a:spcPct val="140000"/>
              </a:lnSpc>
              <a:buNone/>
            </a:pPr>
            <a:r>
              <a:rPr lang="en-US" sz="2100" b="1" dirty="0">
                <a:solidFill>
                  <a:srgbClr val="262B40"/>
                </a:solidFill>
                <a:latin typeface="Malgun Gothic" pitchFamily="34" charset="0"/>
                <a:ea typeface="Malgun Gothic" pitchFamily="34" charset="-122"/>
                <a:cs typeface="Malgun Gothic" pitchFamily="34" charset="-120"/>
              </a:rPr>
              <a:t>만들어 보자.</a:t>
            </a:r>
            <a:endParaRPr lang="en-US" sz="2100" dirty="0"/>
          </a:p>
        </p:txBody>
      </p:sp>
      <p:sp>
        <p:nvSpPr>
          <p:cNvPr id="8" name="Text 6"/>
          <p:cNvSpPr txBox="1"/>
          <p:nvPr/>
        </p:nvSpPr>
        <p:spPr>
          <a:xfrm>
            <a:off x="3703320" y="2926080"/>
            <a:ext cx="548640" cy="548640"/>
          </a:xfrm>
          <a:prstGeom prst="rect">
            <a:avLst/>
          </a:prstGeom>
          <a:noFill/>
          <a:ln/>
        </p:spPr>
        <p:txBody>
          <a:bodyPr wrap="square" lIns="0" tIns="0" rIns="0" bIns="0" rtlCol="0" anchor="t"/>
          <a:lstStyle/>
          <a:p>
            <a:pPr algn="l" indent="0" marL="0">
              <a:lnSpc>
                <a:spcPct val="120000"/>
              </a:lnSpc>
              <a:buNone/>
            </a:pPr>
            <a:r>
              <a:rPr lang="en-US" sz="2800" dirty="0">
                <a:solidFill>
                  <a:srgbClr val="4256C8"/>
                </a:solidFill>
                <a:latin typeface="Malgun Gothic" pitchFamily="34" charset="0"/>
                <a:ea typeface="Malgun Gothic" pitchFamily="34" charset="-122"/>
                <a:cs typeface="Malgun Gothic" pitchFamily="34" charset="-120"/>
              </a:rPr>
              <a:t>→</a:t>
            </a:r>
            <a:endParaRPr lang="en-US" sz="2800" dirty="0"/>
          </a:p>
        </p:txBody>
      </p:sp>
      <p:sp>
        <p:nvSpPr>
          <p:cNvPr id="9" name="Shape 7"/>
          <p:cNvSpPr/>
          <p:nvPr/>
        </p:nvSpPr>
        <p:spPr>
          <a:xfrm>
            <a:off x="4526280" y="2148840"/>
            <a:ext cx="3261208" cy="0"/>
          </a:xfrm>
          <a:prstGeom prst="line">
            <a:avLst/>
          </a:prstGeom>
          <a:noFill/>
          <a:ln w="9525">
            <a:solidFill>
              <a:srgbClr val="E2E5EC"/>
            </a:solidFill>
            <a:prstDash val="solid"/>
          </a:ln>
        </p:spPr>
      </p:sp>
      <p:sp>
        <p:nvSpPr>
          <p:cNvPr id="10" name="Text 8"/>
          <p:cNvSpPr txBox="1"/>
          <p:nvPr/>
        </p:nvSpPr>
        <p:spPr>
          <a:xfrm>
            <a:off x="4526280" y="2267712"/>
            <a:ext cx="3261208" cy="256032"/>
          </a:xfrm>
          <a:prstGeom prst="rect">
            <a:avLst/>
          </a:prstGeom>
          <a:noFill/>
          <a:ln/>
        </p:spPr>
        <p:txBody>
          <a:bodyPr wrap="square" lIns="0" tIns="0" rIns="0" bIns="0" rtlCol="0" anchor="t"/>
          <a:lstStyle/>
          <a:p>
            <a:pPr algn="l" indent="0" marL="0">
              <a:lnSpc>
                <a:spcPct val="120000"/>
              </a:lnSpc>
              <a:buNone/>
            </a:pPr>
            <a:r>
              <a:rPr lang="en-US" sz="1100" b="1" dirty="0">
                <a:solidFill>
                  <a:srgbClr val="4256C8"/>
                </a:solidFill>
                <a:latin typeface="Malgun Gothic" pitchFamily="34" charset="0"/>
                <a:ea typeface="Malgun Gothic" pitchFamily="34" charset="-122"/>
                <a:cs typeface="Malgun Gothic" pitchFamily="34" charset="-120"/>
              </a:rPr>
              <a:t>사용자 경험</a:t>
            </a:r>
            <a:endParaRPr lang="en-US" sz="1100" dirty="0"/>
          </a:p>
        </p:txBody>
      </p:sp>
      <p:sp>
        <p:nvSpPr>
          <p:cNvPr id="11" name="Text 9"/>
          <p:cNvSpPr txBox="1"/>
          <p:nvPr/>
        </p:nvSpPr>
        <p:spPr>
          <a:xfrm>
            <a:off x="4526280" y="2532888"/>
            <a:ext cx="3261208" cy="365760"/>
          </a:xfrm>
          <a:prstGeom prst="rect">
            <a:avLst/>
          </a:prstGeom>
          <a:noFill/>
          <a:ln/>
        </p:spPr>
        <p:txBody>
          <a:bodyPr wrap="square" lIns="0" tIns="0" rIns="0" bIns="0" rtlCol="0" anchor="t"/>
          <a:lstStyle/>
          <a:p>
            <a:pPr algn="l" indent="0" marL="0">
              <a:lnSpc>
                <a:spcPct val="120000"/>
              </a:lnSpc>
              <a:buNone/>
            </a:pPr>
            <a:r>
              <a:rPr lang="en-US" sz="1400" b="1" dirty="0">
                <a:solidFill>
                  <a:srgbClr val="262B40"/>
                </a:solidFill>
                <a:latin typeface="Malgun Gothic" pitchFamily="34" charset="0"/>
                <a:ea typeface="Malgun Gothic" pitchFamily="34" charset="-122"/>
                <a:cs typeface="Malgun Gothic" pitchFamily="34" charset="-120"/>
              </a:rPr>
              <a:t>화면설계서 · 사용자 Flow</a:t>
            </a:r>
            <a:endParaRPr lang="en-US" sz="1400" dirty="0"/>
          </a:p>
        </p:txBody>
      </p:sp>
      <p:sp>
        <p:nvSpPr>
          <p:cNvPr id="12" name="Shape 10"/>
          <p:cNvSpPr/>
          <p:nvPr/>
        </p:nvSpPr>
        <p:spPr>
          <a:xfrm>
            <a:off x="8153248" y="2148840"/>
            <a:ext cx="3261208" cy="0"/>
          </a:xfrm>
          <a:prstGeom prst="line">
            <a:avLst/>
          </a:prstGeom>
          <a:noFill/>
          <a:ln w="9525">
            <a:solidFill>
              <a:srgbClr val="E2E5EC"/>
            </a:solidFill>
            <a:prstDash val="solid"/>
          </a:ln>
        </p:spPr>
      </p:sp>
      <p:sp>
        <p:nvSpPr>
          <p:cNvPr id="13" name="Text 11"/>
          <p:cNvSpPr txBox="1"/>
          <p:nvPr/>
        </p:nvSpPr>
        <p:spPr>
          <a:xfrm>
            <a:off x="8153248" y="2267712"/>
            <a:ext cx="3261208" cy="256032"/>
          </a:xfrm>
          <a:prstGeom prst="rect">
            <a:avLst/>
          </a:prstGeom>
          <a:noFill/>
          <a:ln/>
        </p:spPr>
        <p:txBody>
          <a:bodyPr wrap="square" lIns="0" tIns="0" rIns="0" bIns="0" rtlCol="0" anchor="t"/>
          <a:lstStyle/>
          <a:p>
            <a:pPr algn="l" indent="0" marL="0">
              <a:lnSpc>
                <a:spcPct val="120000"/>
              </a:lnSpc>
              <a:buNone/>
            </a:pPr>
            <a:r>
              <a:rPr lang="en-US" sz="1100" b="1" dirty="0">
                <a:solidFill>
                  <a:srgbClr val="4256C8"/>
                </a:solidFill>
                <a:latin typeface="Malgun Gothic" pitchFamily="34" charset="0"/>
                <a:ea typeface="Malgun Gothic" pitchFamily="34" charset="-122"/>
                <a:cs typeface="Malgun Gothic" pitchFamily="34" charset="-120"/>
              </a:rPr>
              <a:t>서비스 기능</a:t>
            </a:r>
            <a:endParaRPr lang="en-US" sz="1100" dirty="0"/>
          </a:p>
        </p:txBody>
      </p:sp>
      <p:sp>
        <p:nvSpPr>
          <p:cNvPr id="14" name="Text 12"/>
          <p:cNvSpPr txBox="1"/>
          <p:nvPr/>
        </p:nvSpPr>
        <p:spPr>
          <a:xfrm>
            <a:off x="8153248" y="2532888"/>
            <a:ext cx="3261208" cy="365760"/>
          </a:xfrm>
          <a:prstGeom prst="rect">
            <a:avLst/>
          </a:prstGeom>
          <a:noFill/>
          <a:ln/>
        </p:spPr>
        <p:txBody>
          <a:bodyPr wrap="square" lIns="0" tIns="0" rIns="0" bIns="0" rtlCol="0" anchor="t"/>
          <a:lstStyle/>
          <a:p>
            <a:pPr algn="l" indent="0" marL="0">
              <a:lnSpc>
                <a:spcPct val="120000"/>
              </a:lnSpc>
              <a:buNone/>
            </a:pPr>
            <a:r>
              <a:rPr lang="en-US" sz="1400" b="1" dirty="0">
                <a:solidFill>
                  <a:srgbClr val="262B40"/>
                </a:solidFill>
                <a:latin typeface="Malgun Gothic" pitchFamily="34" charset="0"/>
                <a:ea typeface="Malgun Gothic" pitchFamily="34" charset="-122"/>
                <a:cs typeface="Malgun Gothic" pitchFamily="34" charset="-120"/>
              </a:rPr>
              <a:t>기능정의서</a:t>
            </a:r>
            <a:endParaRPr lang="en-US" sz="1400" dirty="0"/>
          </a:p>
        </p:txBody>
      </p:sp>
      <p:sp>
        <p:nvSpPr>
          <p:cNvPr id="15" name="Shape 13"/>
          <p:cNvSpPr/>
          <p:nvPr/>
        </p:nvSpPr>
        <p:spPr>
          <a:xfrm>
            <a:off x="4526280" y="2953512"/>
            <a:ext cx="3261208" cy="0"/>
          </a:xfrm>
          <a:prstGeom prst="line">
            <a:avLst/>
          </a:prstGeom>
          <a:noFill/>
          <a:ln w="9525">
            <a:solidFill>
              <a:srgbClr val="E2E5EC"/>
            </a:solidFill>
            <a:prstDash val="solid"/>
          </a:ln>
        </p:spPr>
      </p:sp>
      <p:sp>
        <p:nvSpPr>
          <p:cNvPr id="16" name="Text 14"/>
          <p:cNvSpPr txBox="1"/>
          <p:nvPr/>
        </p:nvSpPr>
        <p:spPr>
          <a:xfrm>
            <a:off x="4526280" y="3072384"/>
            <a:ext cx="3261208" cy="256032"/>
          </a:xfrm>
          <a:prstGeom prst="rect">
            <a:avLst/>
          </a:prstGeom>
          <a:noFill/>
          <a:ln/>
        </p:spPr>
        <p:txBody>
          <a:bodyPr wrap="square" lIns="0" tIns="0" rIns="0" bIns="0" rtlCol="0" anchor="t"/>
          <a:lstStyle/>
          <a:p>
            <a:pPr algn="l" indent="0" marL="0">
              <a:lnSpc>
                <a:spcPct val="120000"/>
              </a:lnSpc>
              <a:buNone/>
            </a:pPr>
            <a:r>
              <a:rPr lang="en-US" sz="1100" b="1" dirty="0">
                <a:solidFill>
                  <a:srgbClr val="4256C8"/>
                </a:solidFill>
                <a:latin typeface="Malgun Gothic" pitchFamily="34" charset="0"/>
                <a:ea typeface="Malgun Gothic" pitchFamily="34" charset="-122"/>
                <a:cs typeface="Malgun Gothic" pitchFamily="34" charset="-120"/>
              </a:rPr>
              <a:t>시스템 처리</a:t>
            </a:r>
            <a:endParaRPr lang="en-US" sz="1100" dirty="0"/>
          </a:p>
        </p:txBody>
      </p:sp>
      <p:sp>
        <p:nvSpPr>
          <p:cNvPr id="17" name="Text 15"/>
          <p:cNvSpPr txBox="1"/>
          <p:nvPr/>
        </p:nvSpPr>
        <p:spPr>
          <a:xfrm>
            <a:off x="4526280" y="3337560"/>
            <a:ext cx="3261208" cy="365760"/>
          </a:xfrm>
          <a:prstGeom prst="rect">
            <a:avLst/>
          </a:prstGeom>
          <a:noFill/>
          <a:ln/>
        </p:spPr>
        <p:txBody>
          <a:bodyPr wrap="square" lIns="0" tIns="0" rIns="0" bIns="0" rtlCol="0" anchor="t"/>
          <a:lstStyle/>
          <a:p>
            <a:pPr algn="l" indent="0" marL="0">
              <a:lnSpc>
                <a:spcPct val="120000"/>
              </a:lnSpc>
              <a:buNone/>
            </a:pPr>
            <a:r>
              <a:rPr lang="en-US" sz="1400" b="1" dirty="0">
                <a:solidFill>
                  <a:srgbClr val="262B40"/>
                </a:solidFill>
                <a:latin typeface="Malgun Gothic" pitchFamily="34" charset="0"/>
                <a:ea typeface="Malgun Gothic" pitchFamily="34" charset="-122"/>
                <a:cs typeface="Malgun Gothic" pitchFamily="34" charset="-120"/>
              </a:rPr>
              <a:t>Flow Chart</a:t>
            </a:r>
            <a:endParaRPr lang="en-US" sz="1400" dirty="0"/>
          </a:p>
        </p:txBody>
      </p:sp>
      <p:sp>
        <p:nvSpPr>
          <p:cNvPr id="18" name="Shape 16"/>
          <p:cNvSpPr/>
          <p:nvPr/>
        </p:nvSpPr>
        <p:spPr>
          <a:xfrm>
            <a:off x="8153248" y="2953512"/>
            <a:ext cx="3261208" cy="0"/>
          </a:xfrm>
          <a:prstGeom prst="line">
            <a:avLst/>
          </a:prstGeom>
          <a:noFill/>
          <a:ln w="9525">
            <a:solidFill>
              <a:srgbClr val="E2E5EC"/>
            </a:solidFill>
            <a:prstDash val="solid"/>
          </a:ln>
        </p:spPr>
      </p:sp>
      <p:sp>
        <p:nvSpPr>
          <p:cNvPr id="19" name="Text 17"/>
          <p:cNvSpPr txBox="1"/>
          <p:nvPr/>
        </p:nvSpPr>
        <p:spPr>
          <a:xfrm>
            <a:off x="8153248" y="3072384"/>
            <a:ext cx="3261208" cy="256032"/>
          </a:xfrm>
          <a:prstGeom prst="rect">
            <a:avLst/>
          </a:prstGeom>
          <a:noFill/>
          <a:ln/>
        </p:spPr>
        <p:txBody>
          <a:bodyPr wrap="square" lIns="0" tIns="0" rIns="0" bIns="0" rtlCol="0" anchor="t"/>
          <a:lstStyle/>
          <a:p>
            <a:pPr algn="l" indent="0" marL="0">
              <a:lnSpc>
                <a:spcPct val="120000"/>
              </a:lnSpc>
              <a:buNone/>
            </a:pPr>
            <a:r>
              <a:rPr lang="en-US" sz="1100" b="1" dirty="0">
                <a:solidFill>
                  <a:srgbClr val="4256C8"/>
                </a:solidFill>
                <a:latin typeface="Malgun Gothic" pitchFamily="34" charset="0"/>
                <a:ea typeface="Malgun Gothic" pitchFamily="34" charset="-122"/>
                <a:cs typeface="Malgun Gothic" pitchFamily="34" charset="-120"/>
              </a:rPr>
              <a:t>전체 구조</a:t>
            </a:r>
            <a:endParaRPr lang="en-US" sz="1100" dirty="0"/>
          </a:p>
        </p:txBody>
      </p:sp>
      <p:sp>
        <p:nvSpPr>
          <p:cNvPr id="20" name="Text 18"/>
          <p:cNvSpPr txBox="1"/>
          <p:nvPr/>
        </p:nvSpPr>
        <p:spPr>
          <a:xfrm>
            <a:off x="8153248" y="3337560"/>
            <a:ext cx="3261208" cy="365760"/>
          </a:xfrm>
          <a:prstGeom prst="rect">
            <a:avLst/>
          </a:prstGeom>
          <a:noFill/>
          <a:ln/>
        </p:spPr>
        <p:txBody>
          <a:bodyPr wrap="square" lIns="0" tIns="0" rIns="0" bIns="0" rtlCol="0" anchor="t"/>
          <a:lstStyle/>
          <a:p>
            <a:pPr algn="l" indent="0" marL="0">
              <a:lnSpc>
                <a:spcPct val="120000"/>
              </a:lnSpc>
              <a:buNone/>
            </a:pPr>
            <a:r>
              <a:rPr lang="en-US" sz="1400" b="1" dirty="0">
                <a:solidFill>
                  <a:srgbClr val="262B40"/>
                </a:solidFill>
                <a:latin typeface="Malgun Gothic" pitchFamily="34" charset="0"/>
                <a:ea typeface="Malgun Gothic" pitchFamily="34" charset="-122"/>
                <a:cs typeface="Malgun Gothic" pitchFamily="34" charset="-120"/>
              </a:rPr>
              <a:t>시스템 아키텍처</a:t>
            </a:r>
            <a:endParaRPr lang="en-US" sz="1400" dirty="0"/>
          </a:p>
        </p:txBody>
      </p:sp>
      <p:sp>
        <p:nvSpPr>
          <p:cNvPr id="21" name="Shape 19"/>
          <p:cNvSpPr/>
          <p:nvPr/>
        </p:nvSpPr>
        <p:spPr>
          <a:xfrm>
            <a:off x="4526280" y="3758184"/>
            <a:ext cx="3261208" cy="0"/>
          </a:xfrm>
          <a:prstGeom prst="line">
            <a:avLst/>
          </a:prstGeom>
          <a:noFill/>
          <a:ln w="9525">
            <a:solidFill>
              <a:srgbClr val="E2E5EC"/>
            </a:solidFill>
            <a:prstDash val="solid"/>
          </a:ln>
        </p:spPr>
      </p:sp>
      <p:sp>
        <p:nvSpPr>
          <p:cNvPr id="22" name="Text 20"/>
          <p:cNvSpPr txBox="1"/>
          <p:nvPr/>
        </p:nvSpPr>
        <p:spPr>
          <a:xfrm>
            <a:off x="4526280" y="3877056"/>
            <a:ext cx="3261208" cy="256032"/>
          </a:xfrm>
          <a:prstGeom prst="rect">
            <a:avLst/>
          </a:prstGeom>
          <a:noFill/>
          <a:ln/>
        </p:spPr>
        <p:txBody>
          <a:bodyPr wrap="square" lIns="0" tIns="0" rIns="0" bIns="0" rtlCol="0" anchor="t"/>
          <a:lstStyle/>
          <a:p>
            <a:pPr algn="l" indent="0" marL="0">
              <a:lnSpc>
                <a:spcPct val="120000"/>
              </a:lnSpc>
              <a:buNone/>
            </a:pPr>
            <a:r>
              <a:rPr lang="en-US" sz="1100" b="1" dirty="0">
                <a:solidFill>
                  <a:srgbClr val="4256C8"/>
                </a:solidFill>
                <a:latin typeface="Malgun Gothic" pitchFamily="34" charset="0"/>
                <a:ea typeface="Malgun Gothic" pitchFamily="34" charset="-122"/>
                <a:cs typeface="Malgun Gothic" pitchFamily="34" charset="-120"/>
              </a:rPr>
              <a:t>Backend</a:t>
            </a:r>
            <a:endParaRPr lang="en-US" sz="1100" dirty="0"/>
          </a:p>
        </p:txBody>
      </p:sp>
      <p:sp>
        <p:nvSpPr>
          <p:cNvPr id="23" name="Text 21"/>
          <p:cNvSpPr txBox="1"/>
          <p:nvPr/>
        </p:nvSpPr>
        <p:spPr>
          <a:xfrm>
            <a:off x="4526280" y="4142232"/>
            <a:ext cx="3261208" cy="365760"/>
          </a:xfrm>
          <a:prstGeom prst="rect">
            <a:avLst/>
          </a:prstGeom>
          <a:noFill/>
          <a:ln/>
        </p:spPr>
        <p:txBody>
          <a:bodyPr wrap="square" lIns="0" tIns="0" rIns="0" bIns="0" rtlCol="0" anchor="t"/>
          <a:lstStyle/>
          <a:p>
            <a:pPr algn="l" indent="0" marL="0">
              <a:lnSpc>
                <a:spcPct val="120000"/>
              </a:lnSpc>
              <a:buNone/>
            </a:pPr>
            <a:r>
              <a:rPr lang="en-US" sz="1400" b="1" dirty="0">
                <a:solidFill>
                  <a:srgbClr val="262B40"/>
                </a:solidFill>
                <a:latin typeface="Malgun Gothic" pitchFamily="34" charset="0"/>
                <a:ea typeface="Malgun Gothic" pitchFamily="34" charset="-122"/>
                <a:cs typeface="Malgun Gothic" pitchFamily="34" charset="-120"/>
              </a:rPr>
              <a:t>Service · Public API · DB 구조</a:t>
            </a:r>
            <a:endParaRPr lang="en-US" sz="1400" dirty="0"/>
          </a:p>
        </p:txBody>
      </p:sp>
      <p:sp>
        <p:nvSpPr>
          <p:cNvPr id="24" name="Shape 22"/>
          <p:cNvSpPr/>
          <p:nvPr/>
        </p:nvSpPr>
        <p:spPr>
          <a:xfrm>
            <a:off x="8153248" y="3758184"/>
            <a:ext cx="3261208" cy="0"/>
          </a:xfrm>
          <a:prstGeom prst="line">
            <a:avLst/>
          </a:prstGeom>
          <a:noFill/>
          <a:ln w="9525">
            <a:solidFill>
              <a:srgbClr val="E2E5EC"/>
            </a:solidFill>
            <a:prstDash val="solid"/>
          </a:ln>
        </p:spPr>
      </p:sp>
      <p:sp>
        <p:nvSpPr>
          <p:cNvPr id="25" name="Text 23"/>
          <p:cNvSpPr txBox="1"/>
          <p:nvPr/>
        </p:nvSpPr>
        <p:spPr>
          <a:xfrm>
            <a:off x="8153248" y="3877056"/>
            <a:ext cx="3261208" cy="256032"/>
          </a:xfrm>
          <a:prstGeom prst="rect">
            <a:avLst/>
          </a:prstGeom>
          <a:noFill/>
          <a:ln/>
        </p:spPr>
        <p:txBody>
          <a:bodyPr wrap="square" lIns="0" tIns="0" rIns="0" bIns="0" rtlCol="0" anchor="t"/>
          <a:lstStyle/>
          <a:p>
            <a:pPr algn="l" indent="0" marL="0">
              <a:lnSpc>
                <a:spcPct val="120000"/>
              </a:lnSpc>
              <a:buNone/>
            </a:pPr>
            <a:r>
              <a:rPr lang="en-US" sz="1100" b="1" dirty="0">
                <a:solidFill>
                  <a:srgbClr val="4256C8"/>
                </a:solidFill>
                <a:latin typeface="Malgun Gothic" pitchFamily="34" charset="0"/>
                <a:ea typeface="Malgun Gothic" pitchFamily="34" charset="-122"/>
                <a:cs typeface="Malgun Gothic" pitchFamily="34" charset="-120"/>
              </a:rPr>
              <a:t>AI Runtime</a:t>
            </a:r>
            <a:endParaRPr lang="en-US" sz="1100" dirty="0"/>
          </a:p>
        </p:txBody>
      </p:sp>
      <p:sp>
        <p:nvSpPr>
          <p:cNvPr id="26" name="Text 24"/>
          <p:cNvSpPr txBox="1"/>
          <p:nvPr/>
        </p:nvSpPr>
        <p:spPr>
          <a:xfrm>
            <a:off x="8153248" y="4142232"/>
            <a:ext cx="3261208" cy="365760"/>
          </a:xfrm>
          <a:prstGeom prst="rect">
            <a:avLst/>
          </a:prstGeom>
          <a:noFill/>
          <a:ln/>
        </p:spPr>
        <p:txBody>
          <a:bodyPr wrap="square" lIns="0" tIns="0" rIns="0" bIns="0" rtlCol="0" anchor="t"/>
          <a:lstStyle/>
          <a:p>
            <a:pPr algn="l" indent="0" marL="0">
              <a:lnSpc>
                <a:spcPct val="120000"/>
              </a:lnSpc>
              <a:buNone/>
            </a:pPr>
            <a:r>
              <a:rPr lang="en-US" sz="1400" b="1" dirty="0">
                <a:solidFill>
                  <a:srgbClr val="262B40"/>
                </a:solidFill>
                <a:latin typeface="Malgun Gothic" pitchFamily="34" charset="0"/>
                <a:ea typeface="Malgun Gothic" pitchFamily="34" charset="-122"/>
                <a:cs typeface="Malgun Gothic" pitchFamily="34" charset="-120"/>
              </a:rPr>
              <a:t>Detection → Pose → Mask → Skeleton → Render</a:t>
            </a:r>
            <a:endParaRPr lang="en-US" sz="1400" dirty="0"/>
          </a:p>
        </p:txBody>
      </p:sp>
      <p:sp>
        <p:nvSpPr>
          <p:cNvPr id="27" name="Shape 25"/>
          <p:cNvSpPr/>
          <p:nvPr/>
        </p:nvSpPr>
        <p:spPr>
          <a:xfrm>
            <a:off x="4526280" y="4562856"/>
            <a:ext cx="3261208" cy="0"/>
          </a:xfrm>
          <a:prstGeom prst="line">
            <a:avLst/>
          </a:prstGeom>
          <a:noFill/>
          <a:ln w="9525">
            <a:solidFill>
              <a:srgbClr val="E2E5EC"/>
            </a:solidFill>
            <a:prstDash val="solid"/>
          </a:ln>
        </p:spPr>
      </p:sp>
      <p:sp>
        <p:nvSpPr>
          <p:cNvPr id="28" name="Text 26"/>
          <p:cNvSpPr txBox="1"/>
          <p:nvPr/>
        </p:nvSpPr>
        <p:spPr>
          <a:xfrm>
            <a:off x="4526280" y="4681728"/>
            <a:ext cx="3261208" cy="256032"/>
          </a:xfrm>
          <a:prstGeom prst="rect">
            <a:avLst/>
          </a:prstGeom>
          <a:noFill/>
          <a:ln/>
        </p:spPr>
        <p:txBody>
          <a:bodyPr wrap="square" lIns="0" tIns="0" rIns="0" bIns="0" rtlCol="0" anchor="t"/>
          <a:lstStyle/>
          <a:p>
            <a:pPr algn="l" indent="0" marL="0">
              <a:lnSpc>
                <a:spcPct val="120000"/>
              </a:lnSpc>
              <a:buNone/>
            </a:pPr>
            <a:r>
              <a:rPr lang="en-US" sz="1100" b="1" dirty="0">
                <a:solidFill>
                  <a:srgbClr val="4256C8"/>
                </a:solidFill>
                <a:latin typeface="Malgun Gothic" pitchFamily="34" charset="0"/>
                <a:ea typeface="Malgun Gothic" pitchFamily="34" charset="-122"/>
                <a:cs typeface="Malgun Gothic" pitchFamily="34" charset="-120"/>
              </a:rPr>
              <a:t>AI Model</a:t>
            </a:r>
            <a:endParaRPr lang="en-US" sz="1100" dirty="0"/>
          </a:p>
        </p:txBody>
      </p:sp>
      <p:sp>
        <p:nvSpPr>
          <p:cNvPr id="29" name="Text 27"/>
          <p:cNvSpPr txBox="1"/>
          <p:nvPr/>
        </p:nvSpPr>
        <p:spPr>
          <a:xfrm>
            <a:off x="4526280" y="4946904"/>
            <a:ext cx="3261208" cy="365760"/>
          </a:xfrm>
          <a:prstGeom prst="rect">
            <a:avLst/>
          </a:prstGeom>
          <a:noFill/>
          <a:ln/>
        </p:spPr>
        <p:txBody>
          <a:bodyPr wrap="square" lIns="0" tIns="0" rIns="0" bIns="0" rtlCol="0" anchor="t"/>
          <a:lstStyle/>
          <a:p>
            <a:pPr algn="l" indent="0" marL="0">
              <a:lnSpc>
                <a:spcPct val="120000"/>
              </a:lnSpc>
              <a:buNone/>
            </a:pPr>
            <a:r>
              <a:rPr lang="en-US" sz="1400" b="1" dirty="0">
                <a:solidFill>
                  <a:srgbClr val="262B40"/>
                </a:solidFill>
                <a:latin typeface="Malgun Gothic" pitchFamily="34" charset="0"/>
                <a:ea typeface="Malgun Gothic" pitchFamily="34" charset="-122"/>
                <a:cs typeface="Malgun Gothic" pitchFamily="34" charset="-120"/>
              </a:rPr>
              <a:t>Dataset → Preprocessing → Training → Evaluation</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77240" y="6355080"/>
            <a:ext cx="5486400" cy="274320"/>
          </a:xfrm>
          <a:prstGeom prst="rect">
            <a:avLst/>
          </a:prstGeom>
          <a:noFill/>
          <a:ln/>
        </p:spPr>
        <p:txBody>
          <a:bodyPr wrap="square" lIns="0" tIns="0" rIns="0" bIns="0" rtlCol="0" anchor="t"/>
          <a:lstStyle/>
          <a:p>
            <a:pPr algn="l" indent="0" marL="0">
              <a:lnSpc>
                <a:spcPct val="120000"/>
              </a:lnSpc>
              <a:buNone/>
            </a:pPr>
            <a:r>
              <a:rPr lang="en-US" sz="900" dirty="0">
                <a:solidFill>
                  <a:srgbClr val="9399AC"/>
                </a:solidFill>
                <a:latin typeface="Malgun Gothic" pitchFamily="34" charset="0"/>
                <a:ea typeface="Malgun Gothic" pitchFamily="34" charset="-122"/>
                <a:cs typeface="Malgun Gothic" pitchFamily="34" charset="-120"/>
              </a:rPr>
              <a:t>D  지금까지와 다음</a:t>
            </a:r>
            <a:endParaRPr lang="en-US" sz="900" dirty="0"/>
          </a:p>
        </p:txBody>
      </p:sp>
      <p:sp>
        <p:nvSpPr>
          <p:cNvPr id="3" name="Text 1"/>
          <p:cNvSpPr txBox="1"/>
          <p:nvPr/>
        </p:nvSpPr>
        <p:spPr>
          <a:xfrm>
            <a:off x="10865815" y="6355080"/>
            <a:ext cx="548640" cy="274320"/>
          </a:xfrm>
          <a:prstGeom prst="rect">
            <a:avLst/>
          </a:prstGeom>
          <a:noFill/>
          <a:ln/>
        </p:spPr>
        <p:txBody>
          <a:bodyPr wrap="square" lIns="0" tIns="0" rIns="0" bIns="0" rtlCol="0" anchor="t"/>
          <a:lstStyle/>
          <a:p>
            <a:pPr algn="r" indent="0" marL="0">
              <a:lnSpc>
                <a:spcPct val="120000"/>
              </a:lnSpc>
              <a:buNone/>
            </a:pPr>
            <a:r>
              <a:rPr lang="en-US" sz="900" dirty="0">
                <a:solidFill>
                  <a:srgbClr val="9399AC"/>
                </a:solidFill>
                <a:latin typeface="Malgun Gothic" pitchFamily="34" charset="0"/>
                <a:ea typeface="Malgun Gothic" pitchFamily="34" charset="-122"/>
                <a:cs typeface="Malgun Gothic" pitchFamily="34" charset="-120"/>
              </a:rPr>
              <a:t>20</a:t>
            </a:r>
            <a:endParaRPr lang="en-US" sz="900" dirty="0"/>
          </a:p>
        </p:txBody>
      </p:sp>
      <p:sp>
        <p:nvSpPr>
          <p:cNvPr id="4" name="Text 2"/>
          <p:cNvSpPr txBox="1"/>
          <p:nvPr/>
        </p:nvSpPr>
        <p:spPr>
          <a:xfrm>
            <a:off x="777240" y="685800"/>
            <a:ext cx="10637215" cy="685800"/>
          </a:xfrm>
          <a:prstGeom prst="rect">
            <a:avLst/>
          </a:prstGeom>
          <a:noFill/>
          <a:ln/>
        </p:spPr>
        <p:txBody>
          <a:bodyPr wrap="square" lIns="0" tIns="0" rIns="0" bIns="0" rtlCol="0" anchor="t"/>
          <a:lstStyle/>
          <a:p>
            <a:pPr algn="l" indent="0" marL="0">
              <a:lnSpc>
                <a:spcPct val="120000"/>
              </a:lnSpc>
              <a:buNone/>
            </a:pPr>
            <a:r>
              <a:rPr lang="en-US" sz="3000" b="1" spc="-50" kern="0" dirty="0">
                <a:solidFill>
                  <a:srgbClr val="262B40"/>
                </a:solidFill>
                <a:latin typeface="Malgun Gothic" pitchFamily="34" charset="0"/>
                <a:ea typeface="Malgun Gothic" pitchFamily="34" charset="-122"/>
                <a:cs typeface="Malgun Gothic" pitchFamily="34" charset="-120"/>
              </a:rPr>
              <a:t>설계한 것을 하나로 이어 동작하게 만듭니다</a:t>
            </a:r>
            <a:endParaRPr lang="en-US" sz="3000" dirty="0"/>
          </a:p>
        </p:txBody>
      </p:sp>
      <p:sp>
        <p:nvSpPr>
          <p:cNvPr id="5" name="Text 3"/>
          <p:cNvSpPr txBox="1"/>
          <p:nvPr/>
        </p:nvSpPr>
        <p:spPr>
          <a:xfrm>
            <a:off x="777240" y="1399032"/>
            <a:ext cx="10637215" cy="457200"/>
          </a:xfrm>
          <a:prstGeom prst="rect">
            <a:avLst/>
          </a:prstGeom>
          <a:noFill/>
          <a:ln/>
        </p:spPr>
        <p:txBody>
          <a:bodyPr wrap="square" lIns="0" tIns="0" rIns="0" bIns="0" rtlCol="0" anchor="t"/>
          <a:lstStyle/>
          <a:p>
            <a:pPr algn="l" indent="0" marL="0">
              <a:lnSpc>
                <a:spcPct val="120000"/>
              </a:lnSpc>
              <a:buNone/>
            </a:pPr>
            <a:r>
              <a:rPr lang="en-US" sz="1500" dirty="0">
                <a:solidFill>
                  <a:srgbClr val="5B6177"/>
                </a:solidFill>
                <a:latin typeface="Malgun Gothic" pitchFamily="34" charset="0"/>
                <a:ea typeface="Malgun Gothic" pitchFamily="34" charset="-122"/>
                <a:cs typeface="Malgun Gothic" pitchFamily="34" charset="-120"/>
              </a:rPr>
              <a:t>다음 단계</a:t>
            </a:r>
            <a:endParaRPr lang="en-US" sz="1500" dirty="0"/>
          </a:p>
        </p:txBody>
      </p:sp>
      <p:sp>
        <p:nvSpPr>
          <p:cNvPr id="6" name="Shape 4"/>
          <p:cNvSpPr/>
          <p:nvPr/>
        </p:nvSpPr>
        <p:spPr>
          <a:xfrm>
            <a:off x="777240" y="2148840"/>
            <a:ext cx="10637215" cy="0"/>
          </a:xfrm>
          <a:prstGeom prst="line">
            <a:avLst/>
          </a:prstGeom>
          <a:noFill/>
          <a:ln w="9525">
            <a:solidFill>
              <a:srgbClr val="E2E5EC"/>
            </a:solidFill>
            <a:prstDash val="solid"/>
          </a:ln>
        </p:spPr>
      </p:sp>
      <p:sp>
        <p:nvSpPr>
          <p:cNvPr id="7" name="Shape 5"/>
          <p:cNvSpPr/>
          <p:nvPr/>
        </p:nvSpPr>
        <p:spPr>
          <a:xfrm>
            <a:off x="777240" y="2395728"/>
            <a:ext cx="128016" cy="128016"/>
          </a:xfrm>
          <a:prstGeom prst="rect">
            <a:avLst/>
          </a:prstGeom>
          <a:solidFill>
            <a:srgbClr val="7FB2F0"/>
          </a:solidFill>
          <a:ln/>
        </p:spPr>
      </p:sp>
      <p:sp>
        <p:nvSpPr>
          <p:cNvPr id="8" name="Text 6"/>
          <p:cNvSpPr txBox="1"/>
          <p:nvPr/>
        </p:nvSpPr>
        <p:spPr>
          <a:xfrm>
            <a:off x="1051560" y="2313432"/>
            <a:ext cx="2011680" cy="320040"/>
          </a:xfrm>
          <a:prstGeom prst="rect">
            <a:avLst/>
          </a:prstGeom>
          <a:noFill/>
          <a:ln/>
        </p:spPr>
        <p:txBody>
          <a:bodyPr wrap="square" lIns="0" tIns="0" rIns="0" bIns="0" rtlCol="0" anchor="t"/>
          <a:lstStyle/>
          <a:p>
            <a:pPr algn="l" indent="0" marL="0">
              <a:lnSpc>
                <a:spcPct val="120000"/>
              </a:lnSpc>
              <a:buNone/>
            </a:pPr>
            <a:r>
              <a:rPr lang="en-US" sz="1400" b="1" dirty="0">
                <a:solidFill>
                  <a:srgbClr val="262B40"/>
                </a:solidFill>
                <a:latin typeface="Malgun Gothic" pitchFamily="34" charset="0"/>
                <a:ea typeface="Malgun Gothic" pitchFamily="34" charset="-122"/>
                <a:cs typeface="Malgun Gothic" pitchFamily="34" charset="-120"/>
              </a:rPr>
              <a:t>Frontend</a:t>
            </a:r>
            <a:endParaRPr lang="en-US" sz="1400" dirty="0"/>
          </a:p>
        </p:txBody>
      </p:sp>
      <p:sp>
        <p:nvSpPr>
          <p:cNvPr id="9" name="Text 7"/>
          <p:cNvSpPr txBox="1"/>
          <p:nvPr/>
        </p:nvSpPr>
        <p:spPr>
          <a:xfrm>
            <a:off x="3246120" y="2331720"/>
            <a:ext cx="8168335" cy="320040"/>
          </a:xfrm>
          <a:prstGeom prst="rect">
            <a:avLst/>
          </a:prstGeom>
          <a:noFill/>
          <a:ln/>
        </p:spPr>
        <p:txBody>
          <a:bodyPr wrap="square" lIns="0" tIns="0" rIns="0" bIns="0" rtlCol="0" anchor="t"/>
          <a:lstStyle/>
          <a:p>
            <a:pPr algn="l" indent="0" marL="0">
              <a:lnSpc>
                <a:spcPct val="120000"/>
              </a:lnSpc>
              <a:buNone/>
            </a:pPr>
            <a:r>
              <a:rPr lang="en-US" sz="1300" dirty="0">
                <a:solidFill>
                  <a:srgbClr val="262B40"/>
                </a:solidFill>
                <a:latin typeface="Malgun Gothic" pitchFamily="34" charset="0"/>
                <a:ea typeface="Malgun Gothic" pitchFamily="34" charset="-122"/>
                <a:cs typeface="Malgun Gothic" pitchFamily="34" charset="-120"/>
              </a:rPr>
              <a:t>화면 구현</a:t>
            </a:r>
            <a:pPr algn="l" indent="0" marL="0">
              <a:lnSpc>
                <a:spcPct val="120000"/>
              </a:lnSpc>
              <a:buNone/>
            </a:pPr>
            <a:r>
              <a:rPr lang="en-US" sz="1300" dirty="0">
                <a:solidFill>
                  <a:srgbClr val="4256C8"/>
                </a:solidFill>
                <a:latin typeface="Malgun Gothic" pitchFamily="34" charset="0"/>
                <a:ea typeface="Malgun Gothic" pitchFamily="34" charset="-122"/>
                <a:cs typeface="Malgun Gothic" pitchFamily="34" charset="-120"/>
              </a:rPr>
              <a:t>   →   </a:t>
            </a:r>
            <a:pPr algn="l" indent="0" marL="0">
              <a:lnSpc>
                <a:spcPct val="120000"/>
              </a:lnSpc>
              <a:buNone/>
            </a:pPr>
            <a:r>
              <a:rPr lang="en-US" sz="1300" dirty="0">
                <a:solidFill>
                  <a:srgbClr val="262B40"/>
                </a:solidFill>
                <a:latin typeface="Malgun Gothic" pitchFamily="34" charset="0"/>
                <a:ea typeface="Malgun Gothic" pitchFamily="34" charset="-122"/>
                <a:cs typeface="Malgun Gothic" pitchFamily="34" charset="-120"/>
              </a:rPr>
              <a:t>API 연결</a:t>
            </a:r>
            <a:pPr algn="l" indent="0" marL="0">
              <a:lnSpc>
                <a:spcPct val="120000"/>
              </a:lnSpc>
              <a:buNone/>
            </a:pPr>
            <a:r>
              <a:rPr lang="en-US" sz="1300" dirty="0">
                <a:solidFill>
                  <a:srgbClr val="4256C8"/>
                </a:solidFill>
                <a:latin typeface="Malgun Gothic" pitchFamily="34" charset="0"/>
                <a:ea typeface="Malgun Gothic" pitchFamily="34" charset="-122"/>
                <a:cs typeface="Malgun Gothic" pitchFamily="34" charset="-120"/>
              </a:rPr>
              <a:t>   →   </a:t>
            </a:r>
            <a:pPr algn="l" indent="0" marL="0">
              <a:lnSpc>
                <a:spcPct val="120000"/>
              </a:lnSpc>
              <a:buNone/>
            </a:pPr>
            <a:r>
              <a:rPr lang="en-US" sz="1300" dirty="0">
                <a:solidFill>
                  <a:srgbClr val="262B40"/>
                </a:solidFill>
                <a:latin typeface="Malgun Gothic" pitchFamily="34" charset="0"/>
                <a:ea typeface="Malgun Gothic" pitchFamily="34" charset="-122"/>
                <a:cs typeface="Malgun Gothic" pitchFamily="34" charset="-120"/>
              </a:rPr>
              <a:t>Joint Overlay</a:t>
            </a:r>
            <a:pPr algn="l" indent="0" marL="0">
              <a:lnSpc>
                <a:spcPct val="120000"/>
              </a:lnSpc>
              <a:buNone/>
            </a:pPr>
            <a:r>
              <a:rPr lang="en-US" sz="1300" dirty="0">
                <a:solidFill>
                  <a:srgbClr val="4256C8"/>
                </a:solidFill>
                <a:latin typeface="Malgun Gothic" pitchFamily="34" charset="0"/>
                <a:ea typeface="Malgun Gothic" pitchFamily="34" charset="-122"/>
                <a:cs typeface="Malgun Gothic" pitchFamily="34" charset="-120"/>
              </a:rPr>
              <a:t>   →   </a:t>
            </a:r>
            <a:pPr algn="l" indent="0" marL="0">
              <a:lnSpc>
                <a:spcPct val="120000"/>
              </a:lnSpc>
              <a:buNone/>
            </a:pPr>
            <a:r>
              <a:rPr lang="en-US" sz="1300" dirty="0">
                <a:solidFill>
                  <a:srgbClr val="262B40"/>
                </a:solidFill>
                <a:latin typeface="Malgun Gothic" pitchFamily="34" charset="0"/>
                <a:ea typeface="Malgun Gothic" pitchFamily="34" charset="-122"/>
                <a:cs typeface="Malgun Gothic" pitchFamily="34" charset="-120"/>
              </a:rPr>
              <a:t>Joint 보정</a:t>
            </a:r>
            <a:pPr algn="l" indent="0" marL="0">
              <a:lnSpc>
                <a:spcPct val="120000"/>
              </a:lnSpc>
              <a:buNone/>
            </a:pPr>
            <a:r>
              <a:rPr lang="en-US" sz="1300" dirty="0">
                <a:solidFill>
                  <a:srgbClr val="4256C8"/>
                </a:solidFill>
                <a:latin typeface="Malgun Gothic" pitchFamily="34" charset="0"/>
                <a:ea typeface="Malgun Gothic" pitchFamily="34" charset="-122"/>
                <a:cs typeface="Malgun Gothic" pitchFamily="34" charset="-120"/>
              </a:rPr>
              <a:t>   →   </a:t>
            </a:r>
            <a:pPr algn="l" indent="0" marL="0">
              <a:lnSpc>
                <a:spcPct val="120000"/>
              </a:lnSpc>
              <a:buNone/>
            </a:pPr>
            <a:r>
              <a:rPr lang="en-US" sz="1300" dirty="0">
                <a:solidFill>
                  <a:srgbClr val="262B40"/>
                </a:solidFill>
                <a:latin typeface="Malgun Gothic" pitchFamily="34" charset="0"/>
                <a:ea typeface="Malgun Gothic" pitchFamily="34" charset="-122"/>
                <a:cs typeface="Malgun Gothic" pitchFamily="34" charset="-120"/>
              </a:rPr>
              <a:t>Story · Animation UI</a:t>
            </a:r>
            <a:endParaRPr lang="en-US" sz="1300" dirty="0"/>
          </a:p>
        </p:txBody>
      </p:sp>
      <p:sp>
        <p:nvSpPr>
          <p:cNvPr id="10" name="Shape 8"/>
          <p:cNvSpPr/>
          <p:nvPr/>
        </p:nvSpPr>
        <p:spPr>
          <a:xfrm>
            <a:off x="777240" y="2807208"/>
            <a:ext cx="10637215" cy="0"/>
          </a:xfrm>
          <a:prstGeom prst="line">
            <a:avLst/>
          </a:prstGeom>
          <a:noFill/>
          <a:ln w="9525">
            <a:solidFill>
              <a:srgbClr val="E2E5EC"/>
            </a:solidFill>
            <a:prstDash val="solid"/>
          </a:ln>
        </p:spPr>
      </p:sp>
      <p:sp>
        <p:nvSpPr>
          <p:cNvPr id="11" name="Shape 9"/>
          <p:cNvSpPr/>
          <p:nvPr/>
        </p:nvSpPr>
        <p:spPr>
          <a:xfrm>
            <a:off x="777240" y="3054096"/>
            <a:ext cx="128016" cy="128016"/>
          </a:xfrm>
          <a:prstGeom prst="rect">
            <a:avLst/>
          </a:prstGeom>
          <a:solidFill>
            <a:srgbClr val="F4909F"/>
          </a:solidFill>
          <a:ln/>
        </p:spPr>
      </p:sp>
      <p:sp>
        <p:nvSpPr>
          <p:cNvPr id="12" name="Text 10"/>
          <p:cNvSpPr txBox="1"/>
          <p:nvPr/>
        </p:nvSpPr>
        <p:spPr>
          <a:xfrm>
            <a:off x="1051560" y="2971800"/>
            <a:ext cx="2011680" cy="320040"/>
          </a:xfrm>
          <a:prstGeom prst="rect">
            <a:avLst/>
          </a:prstGeom>
          <a:noFill/>
          <a:ln/>
        </p:spPr>
        <p:txBody>
          <a:bodyPr wrap="square" lIns="0" tIns="0" rIns="0" bIns="0" rtlCol="0" anchor="t"/>
          <a:lstStyle/>
          <a:p>
            <a:pPr algn="l" indent="0" marL="0">
              <a:lnSpc>
                <a:spcPct val="120000"/>
              </a:lnSpc>
              <a:buNone/>
            </a:pPr>
            <a:r>
              <a:rPr lang="en-US" sz="1400" b="1" dirty="0">
                <a:solidFill>
                  <a:srgbClr val="262B40"/>
                </a:solidFill>
                <a:latin typeface="Malgun Gothic" pitchFamily="34" charset="0"/>
                <a:ea typeface="Malgun Gothic" pitchFamily="34" charset="-122"/>
                <a:cs typeface="Malgun Gothic" pitchFamily="34" charset="-120"/>
              </a:rPr>
              <a:t>Backend</a:t>
            </a:r>
            <a:endParaRPr lang="en-US" sz="1400" dirty="0"/>
          </a:p>
        </p:txBody>
      </p:sp>
      <p:sp>
        <p:nvSpPr>
          <p:cNvPr id="13" name="Text 11"/>
          <p:cNvSpPr txBox="1"/>
          <p:nvPr/>
        </p:nvSpPr>
        <p:spPr>
          <a:xfrm>
            <a:off x="3246120" y="2990088"/>
            <a:ext cx="8168335" cy="320040"/>
          </a:xfrm>
          <a:prstGeom prst="rect">
            <a:avLst/>
          </a:prstGeom>
          <a:noFill/>
          <a:ln/>
        </p:spPr>
        <p:txBody>
          <a:bodyPr wrap="square" lIns="0" tIns="0" rIns="0" bIns="0" rtlCol="0" anchor="t"/>
          <a:lstStyle/>
          <a:p>
            <a:pPr algn="l" indent="0" marL="0">
              <a:lnSpc>
                <a:spcPct val="120000"/>
              </a:lnSpc>
              <a:buNone/>
            </a:pPr>
            <a:r>
              <a:rPr lang="en-US" sz="1300" dirty="0">
                <a:solidFill>
                  <a:srgbClr val="262B40"/>
                </a:solidFill>
                <a:latin typeface="Malgun Gothic" pitchFamily="34" charset="0"/>
                <a:ea typeface="Malgun Gothic" pitchFamily="34" charset="-122"/>
                <a:cs typeface="Malgun Gothic" pitchFamily="34" charset="-120"/>
              </a:rPr>
              <a:t>FastAPI 구현</a:t>
            </a:r>
            <a:pPr algn="l" indent="0" marL="0">
              <a:lnSpc>
                <a:spcPct val="120000"/>
              </a:lnSpc>
              <a:buNone/>
            </a:pPr>
            <a:r>
              <a:rPr lang="en-US" sz="1300" dirty="0">
                <a:solidFill>
                  <a:srgbClr val="4256C8"/>
                </a:solidFill>
                <a:latin typeface="Malgun Gothic" pitchFamily="34" charset="0"/>
                <a:ea typeface="Malgun Gothic" pitchFamily="34" charset="-122"/>
                <a:cs typeface="Malgun Gothic" pitchFamily="34" charset="-120"/>
              </a:rPr>
              <a:t>   →   </a:t>
            </a:r>
            <a:pPr algn="l" indent="0" marL="0">
              <a:lnSpc>
                <a:spcPct val="120000"/>
              </a:lnSpc>
              <a:buNone/>
            </a:pPr>
            <a:r>
              <a:rPr lang="en-US" sz="1300" dirty="0">
                <a:solidFill>
                  <a:srgbClr val="262B40"/>
                </a:solidFill>
                <a:latin typeface="Malgun Gothic" pitchFamily="34" charset="0"/>
                <a:ea typeface="Malgun Gothic" pitchFamily="34" charset="-122"/>
                <a:cs typeface="Malgun Gothic" pitchFamily="34" charset="-120"/>
              </a:rPr>
              <a:t>DB 구축</a:t>
            </a:r>
            <a:pPr algn="l" indent="0" marL="0">
              <a:lnSpc>
                <a:spcPct val="120000"/>
              </a:lnSpc>
              <a:buNone/>
            </a:pPr>
            <a:r>
              <a:rPr lang="en-US" sz="1300" dirty="0">
                <a:solidFill>
                  <a:srgbClr val="4256C8"/>
                </a:solidFill>
                <a:latin typeface="Malgun Gothic" pitchFamily="34" charset="0"/>
                <a:ea typeface="Malgun Gothic" pitchFamily="34" charset="-122"/>
                <a:cs typeface="Malgun Gothic" pitchFamily="34" charset="-120"/>
              </a:rPr>
              <a:t>   →   </a:t>
            </a:r>
            <a:pPr algn="l" indent="0" marL="0">
              <a:lnSpc>
                <a:spcPct val="120000"/>
              </a:lnSpc>
              <a:buNone/>
            </a:pPr>
            <a:r>
              <a:rPr lang="en-US" sz="1300" dirty="0">
                <a:solidFill>
                  <a:srgbClr val="262B40"/>
                </a:solidFill>
                <a:latin typeface="Malgun Gothic" pitchFamily="34" charset="0"/>
                <a:ea typeface="Malgun Gothic" pitchFamily="34" charset="-122"/>
                <a:cs typeface="Malgun Gothic" pitchFamily="34" charset="-120"/>
              </a:rPr>
              <a:t>Character · Story API</a:t>
            </a:r>
            <a:pPr algn="l" indent="0" marL="0">
              <a:lnSpc>
                <a:spcPct val="120000"/>
              </a:lnSpc>
              <a:buNone/>
            </a:pPr>
            <a:r>
              <a:rPr lang="en-US" sz="1300" dirty="0">
                <a:solidFill>
                  <a:srgbClr val="4256C8"/>
                </a:solidFill>
                <a:latin typeface="Malgun Gothic" pitchFamily="34" charset="0"/>
                <a:ea typeface="Malgun Gothic" pitchFamily="34" charset="-122"/>
                <a:cs typeface="Malgun Gothic" pitchFamily="34" charset="-120"/>
              </a:rPr>
              <a:t>   →   </a:t>
            </a:r>
            <a:pPr algn="l" indent="0" marL="0">
              <a:lnSpc>
                <a:spcPct val="120000"/>
              </a:lnSpc>
              <a:buNone/>
            </a:pPr>
            <a:r>
              <a:rPr lang="en-US" sz="1300" dirty="0">
                <a:solidFill>
                  <a:srgbClr val="262B40"/>
                </a:solidFill>
                <a:latin typeface="Malgun Gothic" pitchFamily="34" charset="0"/>
                <a:ea typeface="Malgun Gothic" pitchFamily="34" charset="-122"/>
                <a:cs typeface="Malgun Gothic" pitchFamily="34" charset="-120"/>
              </a:rPr>
              <a:t>AI Runtime 연동</a:t>
            </a:r>
            <a:endParaRPr lang="en-US" sz="1300" dirty="0"/>
          </a:p>
        </p:txBody>
      </p:sp>
      <p:sp>
        <p:nvSpPr>
          <p:cNvPr id="14" name="Shape 12"/>
          <p:cNvSpPr/>
          <p:nvPr/>
        </p:nvSpPr>
        <p:spPr>
          <a:xfrm>
            <a:off x="777240" y="3465576"/>
            <a:ext cx="10637215" cy="0"/>
          </a:xfrm>
          <a:prstGeom prst="line">
            <a:avLst/>
          </a:prstGeom>
          <a:noFill/>
          <a:ln w="9525">
            <a:solidFill>
              <a:srgbClr val="E2E5EC"/>
            </a:solidFill>
            <a:prstDash val="solid"/>
          </a:ln>
        </p:spPr>
      </p:sp>
      <p:sp>
        <p:nvSpPr>
          <p:cNvPr id="15" name="Shape 13"/>
          <p:cNvSpPr/>
          <p:nvPr/>
        </p:nvSpPr>
        <p:spPr>
          <a:xfrm>
            <a:off x="777240" y="3712464"/>
            <a:ext cx="128016" cy="128016"/>
          </a:xfrm>
          <a:prstGeom prst="rect">
            <a:avLst/>
          </a:prstGeom>
          <a:solidFill>
            <a:srgbClr val="74CDAE"/>
          </a:solidFill>
          <a:ln/>
        </p:spPr>
      </p:sp>
      <p:sp>
        <p:nvSpPr>
          <p:cNvPr id="16" name="Text 14"/>
          <p:cNvSpPr txBox="1"/>
          <p:nvPr/>
        </p:nvSpPr>
        <p:spPr>
          <a:xfrm>
            <a:off x="1051560" y="3630168"/>
            <a:ext cx="2011680" cy="320040"/>
          </a:xfrm>
          <a:prstGeom prst="rect">
            <a:avLst/>
          </a:prstGeom>
          <a:noFill/>
          <a:ln/>
        </p:spPr>
        <p:txBody>
          <a:bodyPr wrap="square" lIns="0" tIns="0" rIns="0" bIns="0" rtlCol="0" anchor="t"/>
          <a:lstStyle/>
          <a:p>
            <a:pPr algn="l" indent="0" marL="0">
              <a:lnSpc>
                <a:spcPct val="120000"/>
              </a:lnSpc>
              <a:buNone/>
            </a:pPr>
            <a:r>
              <a:rPr lang="en-US" sz="1400" b="1" dirty="0">
                <a:solidFill>
                  <a:srgbClr val="262B40"/>
                </a:solidFill>
                <a:latin typeface="Malgun Gothic" pitchFamily="34" charset="0"/>
                <a:ea typeface="Malgun Gothic" pitchFamily="34" charset="-122"/>
                <a:cs typeface="Malgun Gothic" pitchFamily="34" charset="-120"/>
              </a:rPr>
              <a:t>A1 AI Runtime</a:t>
            </a:r>
            <a:endParaRPr lang="en-US" sz="1400" dirty="0"/>
          </a:p>
        </p:txBody>
      </p:sp>
      <p:sp>
        <p:nvSpPr>
          <p:cNvPr id="17" name="Text 15"/>
          <p:cNvSpPr txBox="1"/>
          <p:nvPr/>
        </p:nvSpPr>
        <p:spPr>
          <a:xfrm>
            <a:off x="3246120" y="3648456"/>
            <a:ext cx="8168335" cy="320040"/>
          </a:xfrm>
          <a:prstGeom prst="rect">
            <a:avLst/>
          </a:prstGeom>
          <a:noFill/>
          <a:ln/>
        </p:spPr>
        <p:txBody>
          <a:bodyPr wrap="square" lIns="0" tIns="0" rIns="0" bIns="0" rtlCol="0" anchor="t"/>
          <a:lstStyle/>
          <a:p>
            <a:pPr algn="l" indent="0" marL="0">
              <a:lnSpc>
                <a:spcPct val="120000"/>
              </a:lnSpc>
              <a:buNone/>
            </a:pPr>
            <a:r>
              <a:rPr lang="en-US" sz="1300" dirty="0">
                <a:solidFill>
                  <a:srgbClr val="262B40"/>
                </a:solidFill>
                <a:latin typeface="Malgun Gothic" pitchFamily="34" charset="0"/>
                <a:ea typeface="Malgun Gothic" pitchFamily="34" charset="-122"/>
                <a:cs typeface="Malgun Gothic" pitchFamily="34" charset="-120"/>
              </a:rPr>
              <a:t>실행환경 구축</a:t>
            </a:r>
            <a:pPr algn="l" indent="0" marL="0">
              <a:lnSpc>
                <a:spcPct val="120000"/>
              </a:lnSpc>
              <a:buNone/>
            </a:pPr>
            <a:r>
              <a:rPr lang="en-US" sz="1300" dirty="0">
                <a:solidFill>
                  <a:srgbClr val="4256C8"/>
                </a:solidFill>
                <a:latin typeface="Malgun Gothic" pitchFamily="34" charset="0"/>
                <a:ea typeface="Malgun Gothic" pitchFamily="34" charset="-122"/>
                <a:cs typeface="Malgun Gothic" pitchFamily="34" charset="-120"/>
              </a:rPr>
              <a:t>   →   </a:t>
            </a:r>
            <a:pPr algn="l" indent="0" marL="0">
              <a:lnSpc>
                <a:spcPct val="120000"/>
              </a:lnSpc>
              <a:buNone/>
            </a:pPr>
            <a:r>
              <a:rPr lang="en-US" sz="1300" dirty="0">
                <a:solidFill>
                  <a:srgbClr val="262B40"/>
                </a:solidFill>
                <a:latin typeface="Malgun Gothic" pitchFamily="34" charset="0"/>
                <a:ea typeface="Malgun Gothic" pitchFamily="34" charset="-122"/>
                <a:cs typeface="Malgun Gothic" pitchFamily="34" charset="-120"/>
              </a:rPr>
              <a:t>Analyze Pipeline</a:t>
            </a:r>
            <a:pPr algn="l" indent="0" marL="0">
              <a:lnSpc>
                <a:spcPct val="120000"/>
              </a:lnSpc>
              <a:buNone/>
            </a:pPr>
            <a:r>
              <a:rPr lang="en-US" sz="1300" dirty="0">
                <a:solidFill>
                  <a:srgbClr val="4256C8"/>
                </a:solidFill>
                <a:latin typeface="Malgun Gothic" pitchFamily="34" charset="0"/>
                <a:ea typeface="Malgun Gothic" pitchFamily="34" charset="-122"/>
                <a:cs typeface="Malgun Gothic" pitchFamily="34" charset="-120"/>
              </a:rPr>
              <a:t>   →   </a:t>
            </a:r>
            <a:pPr algn="l" indent="0" marL="0">
              <a:lnSpc>
                <a:spcPct val="120000"/>
              </a:lnSpc>
              <a:buNone/>
            </a:pPr>
            <a:r>
              <a:rPr lang="en-US" sz="1300" dirty="0">
                <a:solidFill>
                  <a:srgbClr val="262B40"/>
                </a:solidFill>
                <a:latin typeface="Malgun Gothic" pitchFamily="34" charset="0"/>
                <a:ea typeface="Malgun Gothic" pitchFamily="34" charset="-122"/>
                <a:cs typeface="Malgun Gothic" pitchFamily="34" charset="-120"/>
              </a:rPr>
              <a:t>Skeleton · Render</a:t>
            </a:r>
            <a:pPr algn="l" indent="0" marL="0">
              <a:lnSpc>
                <a:spcPct val="120000"/>
              </a:lnSpc>
              <a:buNone/>
            </a:pPr>
            <a:r>
              <a:rPr lang="en-US" sz="1300" dirty="0">
                <a:solidFill>
                  <a:srgbClr val="4256C8"/>
                </a:solidFill>
                <a:latin typeface="Malgun Gothic" pitchFamily="34" charset="0"/>
                <a:ea typeface="Malgun Gothic" pitchFamily="34" charset="-122"/>
                <a:cs typeface="Malgun Gothic" pitchFamily="34" charset="-120"/>
              </a:rPr>
              <a:t>   →   </a:t>
            </a:r>
            <a:pPr algn="l" indent="0" marL="0">
              <a:lnSpc>
                <a:spcPct val="120000"/>
              </a:lnSpc>
              <a:buNone/>
            </a:pPr>
            <a:r>
              <a:rPr lang="en-US" sz="1300" dirty="0">
                <a:solidFill>
                  <a:srgbClr val="262B40"/>
                </a:solidFill>
                <a:latin typeface="Malgun Gothic" pitchFamily="34" charset="0"/>
                <a:ea typeface="Malgun Gothic" pitchFamily="34" charset="-122"/>
                <a:cs typeface="Malgun Gothic" pitchFamily="34" charset="-120"/>
              </a:rPr>
              <a:t>A2 Model Adapter</a:t>
            </a:r>
            <a:endParaRPr lang="en-US" sz="1300" dirty="0"/>
          </a:p>
        </p:txBody>
      </p:sp>
      <p:sp>
        <p:nvSpPr>
          <p:cNvPr id="18" name="Shape 16"/>
          <p:cNvSpPr/>
          <p:nvPr/>
        </p:nvSpPr>
        <p:spPr>
          <a:xfrm>
            <a:off x="777240" y="4123944"/>
            <a:ext cx="10637215" cy="0"/>
          </a:xfrm>
          <a:prstGeom prst="line">
            <a:avLst/>
          </a:prstGeom>
          <a:noFill/>
          <a:ln w="9525">
            <a:solidFill>
              <a:srgbClr val="E2E5EC"/>
            </a:solidFill>
            <a:prstDash val="solid"/>
          </a:ln>
        </p:spPr>
      </p:sp>
      <p:sp>
        <p:nvSpPr>
          <p:cNvPr id="19" name="Shape 17"/>
          <p:cNvSpPr/>
          <p:nvPr/>
        </p:nvSpPr>
        <p:spPr>
          <a:xfrm>
            <a:off x="777240" y="4370832"/>
            <a:ext cx="128016" cy="128016"/>
          </a:xfrm>
          <a:prstGeom prst="rect">
            <a:avLst/>
          </a:prstGeom>
          <a:solidFill>
            <a:srgbClr val="F5C46B"/>
          </a:solidFill>
          <a:ln/>
        </p:spPr>
      </p:sp>
      <p:sp>
        <p:nvSpPr>
          <p:cNvPr id="20" name="Text 18"/>
          <p:cNvSpPr txBox="1"/>
          <p:nvPr/>
        </p:nvSpPr>
        <p:spPr>
          <a:xfrm>
            <a:off x="1051560" y="4288536"/>
            <a:ext cx="2011680" cy="320040"/>
          </a:xfrm>
          <a:prstGeom prst="rect">
            <a:avLst/>
          </a:prstGeom>
          <a:noFill/>
          <a:ln/>
        </p:spPr>
        <p:txBody>
          <a:bodyPr wrap="square" lIns="0" tIns="0" rIns="0" bIns="0" rtlCol="0" anchor="t"/>
          <a:lstStyle/>
          <a:p>
            <a:pPr algn="l" indent="0" marL="0">
              <a:lnSpc>
                <a:spcPct val="120000"/>
              </a:lnSpc>
              <a:buNone/>
            </a:pPr>
            <a:r>
              <a:rPr lang="en-US" sz="1400" b="1" dirty="0">
                <a:solidFill>
                  <a:srgbClr val="262B40"/>
                </a:solidFill>
                <a:latin typeface="Malgun Gothic" pitchFamily="34" charset="0"/>
                <a:ea typeface="Malgun Gothic" pitchFamily="34" charset="-122"/>
                <a:cs typeface="Malgun Gothic" pitchFamily="34" charset="-120"/>
              </a:rPr>
              <a:t>A2 Model</a:t>
            </a:r>
            <a:endParaRPr lang="en-US" sz="1400" dirty="0"/>
          </a:p>
        </p:txBody>
      </p:sp>
      <p:sp>
        <p:nvSpPr>
          <p:cNvPr id="21" name="Text 19"/>
          <p:cNvSpPr txBox="1"/>
          <p:nvPr/>
        </p:nvSpPr>
        <p:spPr>
          <a:xfrm>
            <a:off x="3246120" y="4306824"/>
            <a:ext cx="8168335" cy="320040"/>
          </a:xfrm>
          <a:prstGeom prst="rect">
            <a:avLst/>
          </a:prstGeom>
          <a:noFill/>
          <a:ln/>
        </p:spPr>
        <p:txBody>
          <a:bodyPr wrap="square" lIns="0" tIns="0" rIns="0" bIns="0" rtlCol="0" anchor="t"/>
          <a:lstStyle/>
          <a:p>
            <a:pPr algn="l" indent="0" marL="0">
              <a:lnSpc>
                <a:spcPct val="120000"/>
              </a:lnSpc>
              <a:buNone/>
            </a:pPr>
            <a:r>
              <a:rPr lang="en-US" sz="1300" dirty="0">
                <a:solidFill>
                  <a:srgbClr val="262B40"/>
                </a:solidFill>
                <a:latin typeface="Malgun Gothic" pitchFamily="34" charset="0"/>
                <a:ea typeface="Malgun Gothic" pitchFamily="34" charset="-122"/>
                <a:cs typeface="Malgun Gothic" pitchFamily="34" charset="-120"/>
              </a:rPr>
              <a:t>전체 Dataset 학습</a:t>
            </a:r>
            <a:pPr algn="l" indent="0" marL="0">
              <a:lnSpc>
                <a:spcPct val="120000"/>
              </a:lnSpc>
              <a:buNone/>
            </a:pPr>
            <a:r>
              <a:rPr lang="en-US" sz="1300" dirty="0">
                <a:solidFill>
                  <a:srgbClr val="4256C8"/>
                </a:solidFill>
                <a:latin typeface="Malgun Gothic" pitchFamily="34" charset="0"/>
                <a:ea typeface="Malgun Gothic" pitchFamily="34" charset="-122"/>
                <a:cs typeface="Malgun Gothic" pitchFamily="34" charset="-120"/>
              </a:rPr>
              <a:t>   →   </a:t>
            </a:r>
            <a:pPr algn="l" indent="0" marL="0">
              <a:lnSpc>
                <a:spcPct val="120000"/>
              </a:lnSpc>
              <a:buNone/>
            </a:pPr>
            <a:r>
              <a:rPr lang="en-US" sz="1300" dirty="0">
                <a:solidFill>
                  <a:srgbClr val="262B40"/>
                </a:solidFill>
                <a:latin typeface="Malgun Gothic" pitchFamily="34" charset="0"/>
                <a:ea typeface="Malgun Gothic" pitchFamily="34" charset="-122"/>
                <a:cs typeface="Malgun Gothic" pitchFamily="34" charset="-120"/>
              </a:rPr>
              <a:t>Evaluation</a:t>
            </a:r>
            <a:pPr algn="l" indent="0" marL="0">
              <a:lnSpc>
                <a:spcPct val="120000"/>
              </a:lnSpc>
              <a:buNone/>
            </a:pPr>
            <a:r>
              <a:rPr lang="en-US" sz="1300" dirty="0">
                <a:solidFill>
                  <a:srgbClr val="4256C8"/>
                </a:solidFill>
                <a:latin typeface="Malgun Gothic" pitchFamily="34" charset="0"/>
                <a:ea typeface="Malgun Gothic" pitchFamily="34" charset="-122"/>
                <a:cs typeface="Malgun Gothic" pitchFamily="34" charset="-120"/>
              </a:rPr>
              <a:t>   →   </a:t>
            </a:r>
            <a:pPr algn="l" indent="0" marL="0">
              <a:lnSpc>
                <a:spcPct val="120000"/>
              </a:lnSpc>
              <a:buNone/>
            </a:pPr>
            <a:r>
              <a:rPr lang="en-US" sz="1300" dirty="0">
                <a:solidFill>
                  <a:srgbClr val="262B40"/>
                </a:solidFill>
                <a:latin typeface="Malgun Gothic" pitchFamily="34" charset="0"/>
                <a:ea typeface="Malgun Gothic" pitchFamily="34" charset="-122"/>
                <a:cs typeface="Malgun Gothic" pitchFamily="34" charset="-120"/>
              </a:rPr>
              <a:t>Model 개선</a:t>
            </a:r>
            <a:pPr algn="l" indent="0" marL="0">
              <a:lnSpc>
                <a:spcPct val="120000"/>
              </a:lnSpc>
              <a:buNone/>
            </a:pPr>
            <a:r>
              <a:rPr lang="en-US" sz="1300" dirty="0">
                <a:solidFill>
                  <a:srgbClr val="4256C8"/>
                </a:solidFill>
                <a:latin typeface="Malgun Gothic" pitchFamily="34" charset="0"/>
                <a:ea typeface="Malgun Gothic" pitchFamily="34" charset="-122"/>
                <a:cs typeface="Malgun Gothic" pitchFamily="34" charset="-120"/>
              </a:rPr>
              <a:t>   →   </a:t>
            </a:r>
            <a:pPr algn="l" indent="0" marL="0">
              <a:lnSpc>
                <a:spcPct val="120000"/>
              </a:lnSpc>
              <a:buNone/>
            </a:pPr>
            <a:r>
              <a:rPr lang="en-US" sz="1300" dirty="0">
                <a:solidFill>
                  <a:srgbClr val="262B40"/>
                </a:solidFill>
                <a:latin typeface="Malgun Gothic" pitchFamily="34" charset="0"/>
                <a:ea typeface="Malgun Gothic" pitchFamily="34" charset="-122"/>
                <a:cs typeface="Malgun Gothic" pitchFamily="34" charset="-120"/>
              </a:rPr>
              <a:t>A1 Runtime 통합</a:t>
            </a:r>
            <a:endParaRPr lang="en-US" sz="1300" dirty="0"/>
          </a:p>
        </p:txBody>
      </p:sp>
      <p:sp>
        <p:nvSpPr>
          <p:cNvPr id="22" name="Shape 20"/>
          <p:cNvSpPr/>
          <p:nvPr/>
        </p:nvSpPr>
        <p:spPr>
          <a:xfrm>
            <a:off x="777240" y="4782312"/>
            <a:ext cx="10637215" cy="0"/>
          </a:xfrm>
          <a:prstGeom prst="line">
            <a:avLst/>
          </a:prstGeom>
          <a:noFill/>
          <a:ln w="9525">
            <a:solidFill>
              <a:srgbClr val="E2E5EC"/>
            </a:solidFill>
            <a:prstDash val="solid"/>
          </a:ln>
        </p:spPr>
      </p:sp>
      <p:sp>
        <p:nvSpPr>
          <p:cNvPr id="23" name="Shape 21"/>
          <p:cNvSpPr/>
          <p:nvPr/>
        </p:nvSpPr>
        <p:spPr>
          <a:xfrm>
            <a:off x="0" y="5074920"/>
            <a:ext cx="12191695" cy="1783080"/>
          </a:xfrm>
          <a:prstGeom prst="rect">
            <a:avLst/>
          </a:prstGeom>
          <a:solidFill>
            <a:srgbClr val="262B48"/>
          </a:solidFill>
          <a:ln/>
        </p:spPr>
      </p:sp>
      <p:sp>
        <p:nvSpPr>
          <p:cNvPr id="24" name="Text 22"/>
          <p:cNvSpPr txBox="1"/>
          <p:nvPr/>
        </p:nvSpPr>
        <p:spPr>
          <a:xfrm>
            <a:off x="777240" y="5349240"/>
            <a:ext cx="1828800" cy="274320"/>
          </a:xfrm>
          <a:prstGeom prst="rect">
            <a:avLst/>
          </a:prstGeom>
          <a:noFill/>
          <a:ln/>
        </p:spPr>
        <p:txBody>
          <a:bodyPr wrap="square" lIns="0" tIns="0" rIns="0" bIns="0" rtlCol="0" anchor="t"/>
          <a:lstStyle/>
          <a:p>
            <a:pPr algn="l" indent="0" marL="0">
              <a:lnSpc>
                <a:spcPct val="120000"/>
              </a:lnSpc>
              <a:buNone/>
            </a:pPr>
            <a:r>
              <a:rPr lang="en-US" sz="1200" dirty="0">
                <a:solidFill>
                  <a:srgbClr val="FFE27A"/>
                </a:solidFill>
                <a:latin typeface="Malgun Gothic" pitchFamily="34" charset="0"/>
                <a:ea typeface="Malgun Gothic" pitchFamily="34" charset="-122"/>
                <a:cs typeface="Malgun Gothic" pitchFamily="34" charset="-120"/>
              </a:rPr>
              <a:t>최종 목표</a:t>
            </a:r>
            <a:endParaRPr lang="en-US" sz="1200" dirty="0"/>
          </a:p>
        </p:txBody>
      </p:sp>
      <p:sp>
        <p:nvSpPr>
          <p:cNvPr id="25" name="Text 23"/>
          <p:cNvSpPr txBox="1"/>
          <p:nvPr/>
        </p:nvSpPr>
        <p:spPr>
          <a:xfrm>
            <a:off x="777240" y="5669280"/>
            <a:ext cx="10637215" cy="411480"/>
          </a:xfrm>
          <a:prstGeom prst="rect">
            <a:avLst/>
          </a:prstGeom>
          <a:noFill/>
          <a:ln/>
        </p:spPr>
        <p:txBody>
          <a:bodyPr wrap="square" lIns="0" tIns="0" rIns="0" bIns="0" rtlCol="0" anchor="t"/>
          <a:lstStyle/>
          <a:p>
            <a:pPr algn="l" indent="0" marL="0">
              <a:lnSpc>
                <a:spcPct val="120000"/>
              </a:lnSpc>
              <a:buNone/>
            </a:pPr>
            <a:r>
              <a:rPr lang="en-US" sz="1900" b="1" dirty="0">
                <a:solidFill>
                  <a:srgbClr val="FFFFFF"/>
                </a:solidFill>
                <a:latin typeface="Malgun Gothic" pitchFamily="34" charset="0"/>
                <a:ea typeface="Malgun Gothic" pitchFamily="34" charset="-122"/>
                <a:cs typeface="Malgun Gothic" pitchFamily="34" charset="-120"/>
              </a:rPr>
              <a:t>Draw</a:t>
            </a:r>
            <a:pPr algn="l" indent="0" marL="0">
              <a:lnSpc>
                <a:spcPct val="120000"/>
              </a:lnSpc>
              <a:buNone/>
            </a:pPr>
            <a:r>
              <a:rPr lang="en-US" sz="1900" dirty="0">
                <a:solidFill>
                  <a:srgbClr val="FFE27A"/>
                </a:solidFill>
                <a:latin typeface="Malgun Gothic" pitchFamily="34" charset="0"/>
                <a:ea typeface="Malgun Gothic" pitchFamily="34" charset="-122"/>
                <a:cs typeface="Malgun Gothic" pitchFamily="34" charset="-120"/>
              </a:rPr>
              <a:t>   →   </a:t>
            </a:r>
            <a:pPr algn="l" indent="0" marL="0">
              <a:lnSpc>
                <a:spcPct val="120000"/>
              </a:lnSpc>
              <a:buNone/>
            </a:pPr>
            <a:r>
              <a:rPr lang="en-US" sz="1900" b="1" dirty="0">
                <a:solidFill>
                  <a:srgbClr val="FFFFFF"/>
                </a:solidFill>
                <a:latin typeface="Malgun Gothic" pitchFamily="34" charset="0"/>
                <a:ea typeface="Malgun Gothic" pitchFamily="34" charset="-122"/>
                <a:cs typeface="Malgun Gothic" pitchFamily="34" charset="-120"/>
              </a:rPr>
              <a:t>AI Understands</a:t>
            </a:r>
            <a:pPr algn="l" indent="0" marL="0">
              <a:lnSpc>
                <a:spcPct val="120000"/>
              </a:lnSpc>
              <a:buNone/>
            </a:pPr>
            <a:r>
              <a:rPr lang="en-US" sz="1900" dirty="0">
                <a:solidFill>
                  <a:srgbClr val="FFE27A"/>
                </a:solidFill>
                <a:latin typeface="Malgun Gothic" pitchFamily="34" charset="0"/>
                <a:ea typeface="Malgun Gothic" pitchFamily="34" charset="-122"/>
                <a:cs typeface="Malgun Gothic" pitchFamily="34" charset="-120"/>
              </a:rPr>
              <a:t>   →   </a:t>
            </a:r>
            <a:pPr algn="l" indent="0" marL="0">
              <a:lnSpc>
                <a:spcPct val="120000"/>
              </a:lnSpc>
              <a:buNone/>
            </a:pPr>
            <a:r>
              <a:rPr lang="en-US" sz="1900" b="1" dirty="0">
                <a:solidFill>
                  <a:srgbClr val="FFFFFF"/>
                </a:solidFill>
                <a:latin typeface="Malgun Gothic" pitchFamily="34" charset="0"/>
                <a:ea typeface="Malgun Gothic" pitchFamily="34" charset="-122"/>
                <a:cs typeface="Malgun Gothic" pitchFamily="34" charset="-120"/>
              </a:rPr>
              <a:t>Character Moves</a:t>
            </a:r>
            <a:pPr algn="l" indent="0" marL="0">
              <a:lnSpc>
                <a:spcPct val="120000"/>
              </a:lnSpc>
              <a:buNone/>
            </a:pPr>
            <a:r>
              <a:rPr lang="en-US" sz="1900" dirty="0">
                <a:solidFill>
                  <a:srgbClr val="FFE27A"/>
                </a:solidFill>
                <a:latin typeface="Malgun Gothic" pitchFamily="34" charset="0"/>
                <a:ea typeface="Malgun Gothic" pitchFamily="34" charset="-122"/>
                <a:cs typeface="Malgun Gothic" pitchFamily="34" charset="-120"/>
              </a:rPr>
              <a:t>   →   </a:t>
            </a:r>
            <a:pPr algn="l" indent="0" marL="0">
              <a:lnSpc>
                <a:spcPct val="120000"/>
              </a:lnSpc>
              <a:buNone/>
            </a:pPr>
            <a:r>
              <a:rPr lang="en-US" sz="1900" b="1" dirty="0">
                <a:solidFill>
                  <a:srgbClr val="FFFFFF"/>
                </a:solidFill>
                <a:latin typeface="Malgun Gothic" pitchFamily="34" charset="0"/>
                <a:ea typeface="Malgun Gothic" pitchFamily="34" charset="-122"/>
                <a:cs typeface="Malgun Gothic" pitchFamily="34" charset="-120"/>
              </a:rPr>
              <a:t>Child Chooses</a:t>
            </a:r>
            <a:pPr algn="l" indent="0" marL="0">
              <a:lnSpc>
                <a:spcPct val="120000"/>
              </a:lnSpc>
              <a:buNone/>
            </a:pPr>
            <a:r>
              <a:rPr lang="en-US" sz="1900" dirty="0">
                <a:solidFill>
                  <a:srgbClr val="FFE27A"/>
                </a:solidFill>
                <a:latin typeface="Malgun Gothic" pitchFamily="34" charset="0"/>
                <a:ea typeface="Malgun Gothic" pitchFamily="34" charset="-122"/>
                <a:cs typeface="Malgun Gothic" pitchFamily="34" charset="-120"/>
              </a:rPr>
              <a:t>   →   </a:t>
            </a:r>
            <a:pPr algn="l" indent="0" marL="0">
              <a:lnSpc>
                <a:spcPct val="120000"/>
              </a:lnSpc>
              <a:buNone/>
            </a:pPr>
            <a:r>
              <a:rPr lang="en-US" sz="1900" b="1" dirty="0">
                <a:solidFill>
                  <a:srgbClr val="FFFFFF"/>
                </a:solidFill>
                <a:latin typeface="Malgun Gothic" pitchFamily="34" charset="0"/>
                <a:ea typeface="Malgun Gothic" pitchFamily="34" charset="-122"/>
                <a:cs typeface="Malgun Gothic" pitchFamily="34" charset="-120"/>
              </a:rPr>
              <a:t>Story Grows</a:t>
            </a:r>
            <a:endParaRPr lang="en-US" sz="1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262B48"/>
        </a:solidFill>
      </p:bgPr>
    </p:bg>
    <p:spTree>
      <p:nvGrpSpPr>
        <p:cNvPr id="1" name=""/>
        <p:cNvGrpSpPr/>
        <p:nvPr/>
      </p:nvGrpSpPr>
      <p:grpSpPr>
        <a:xfrm>
          <a:off x="0" y="0"/>
          <a:ext cx="0" cy="0"/>
          <a:chOff x="0" y="0"/>
          <a:chExt cx="0" cy="0"/>
        </a:xfrm>
      </p:grpSpPr>
      <p:sp>
        <p:nvSpPr>
          <p:cNvPr id="2" name="Shape 0"/>
          <p:cNvSpPr/>
          <p:nvPr/>
        </p:nvSpPr>
        <p:spPr>
          <a:xfrm>
            <a:off x="7086600" y="0"/>
            <a:ext cx="5105095" cy="6858000"/>
          </a:xfrm>
          <a:prstGeom prst="rect">
            <a:avLst/>
          </a:prstGeom>
          <a:solidFill>
            <a:srgbClr val="FFFFFF"/>
          </a:solidFill>
          <a:ln/>
        </p:spPr>
      </p:sp>
      <p:pic>
        <p:nvPicPr>
          <p:cNvPr id="3" name="Image 0" descr="C:\Users\Omnyumyum\Desktop\hankan-story\drawtale-pt_docs\tools\deck\char-joints-sm.jpg">    </p:cNvPr>
          <p:cNvPicPr>
            <a:picLocks noChangeAspect="1"/>
          </p:cNvPicPr>
          <p:nvPr/>
        </p:nvPicPr>
        <p:blipFill>
          <a:blip r:embed="rId1"/>
          <a:stretch>
            <a:fillRect/>
          </a:stretch>
        </p:blipFill>
        <p:spPr>
          <a:xfrm>
            <a:off x="7818120" y="868680"/>
            <a:ext cx="3657600" cy="4334400"/>
          </a:xfrm>
          <a:prstGeom prst="rect">
            <a:avLst/>
          </a:prstGeom>
        </p:spPr>
      </p:pic>
      <p:sp>
        <p:nvSpPr>
          <p:cNvPr id="4" name="Text 1"/>
          <p:cNvSpPr txBox="1"/>
          <p:nvPr/>
        </p:nvSpPr>
        <p:spPr>
          <a:xfrm>
            <a:off x="777240" y="1828800"/>
            <a:ext cx="5852160" cy="365760"/>
          </a:xfrm>
          <a:prstGeom prst="rect">
            <a:avLst/>
          </a:prstGeom>
          <a:noFill/>
          <a:ln/>
        </p:spPr>
        <p:txBody>
          <a:bodyPr wrap="square" lIns="0" tIns="0" rIns="0" bIns="0" rtlCol="0" anchor="t"/>
          <a:lstStyle/>
          <a:p>
            <a:pPr algn="l" indent="0" marL="0">
              <a:lnSpc>
                <a:spcPct val="120000"/>
              </a:lnSpc>
              <a:buNone/>
            </a:pPr>
            <a:r>
              <a:rPr lang="en-US" sz="1500" dirty="0">
                <a:solidFill>
                  <a:srgbClr val="FFE27A"/>
                </a:solidFill>
                <a:latin typeface="Malgun Gothic" pitchFamily="34" charset="0"/>
                <a:ea typeface="Malgun Gothic" pitchFamily="34" charset="-122"/>
                <a:cs typeface="Malgun Gothic" pitchFamily="34" charset="-120"/>
              </a:rPr>
              <a:t>그리고 모두 오래오래 행복하게 지냈답니다</a:t>
            </a:r>
            <a:endParaRPr lang="en-US" sz="1500" dirty="0"/>
          </a:p>
        </p:txBody>
      </p:sp>
      <p:sp>
        <p:nvSpPr>
          <p:cNvPr id="5" name="Text 2"/>
          <p:cNvSpPr txBox="1"/>
          <p:nvPr/>
        </p:nvSpPr>
        <p:spPr>
          <a:xfrm>
            <a:off x="777240" y="2331720"/>
            <a:ext cx="5852160" cy="1005840"/>
          </a:xfrm>
          <a:prstGeom prst="rect">
            <a:avLst/>
          </a:prstGeom>
          <a:noFill/>
          <a:ln/>
        </p:spPr>
        <p:txBody>
          <a:bodyPr wrap="square" lIns="0" tIns="0" rIns="0" bIns="0" rtlCol="0" anchor="t"/>
          <a:lstStyle/>
          <a:p>
            <a:pPr algn="l" indent="0" marL="0">
              <a:lnSpc>
                <a:spcPct val="120000"/>
              </a:lnSpc>
              <a:buNone/>
            </a:pPr>
            <a:r>
              <a:rPr lang="en-US" sz="5400" b="1" spc="-100" kern="0" dirty="0">
                <a:solidFill>
                  <a:srgbClr val="FFFFFF"/>
                </a:solidFill>
                <a:latin typeface="Malgun Gothic" pitchFamily="34" charset="0"/>
                <a:ea typeface="Malgun Gothic" pitchFamily="34" charset="-122"/>
                <a:cs typeface="Malgun Gothic" pitchFamily="34" charset="-120"/>
              </a:rPr>
              <a:t>감사합니다</a:t>
            </a:r>
            <a:endParaRPr lang="en-US" sz="5400" dirty="0"/>
          </a:p>
        </p:txBody>
      </p:sp>
      <p:sp>
        <p:nvSpPr>
          <p:cNvPr id="6" name="Text 3"/>
          <p:cNvSpPr txBox="1"/>
          <p:nvPr/>
        </p:nvSpPr>
        <p:spPr>
          <a:xfrm>
            <a:off x="777240" y="3520440"/>
            <a:ext cx="5852160" cy="457200"/>
          </a:xfrm>
          <a:prstGeom prst="rect">
            <a:avLst/>
          </a:prstGeom>
          <a:noFill/>
          <a:ln/>
        </p:spPr>
        <p:txBody>
          <a:bodyPr wrap="square" lIns="0" tIns="0" rIns="0" bIns="0" rtlCol="0" anchor="t"/>
          <a:lstStyle/>
          <a:p>
            <a:pPr algn="l" indent="0" marL="0">
              <a:lnSpc>
                <a:spcPct val="120000"/>
              </a:lnSpc>
              <a:buNone/>
            </a:pPr>
            <a:r>
              <a:rPr lang="en-US" sz="2000" dirty="0">
                <a:solidFill>
                  <a:srgbClr val="FFFFFF"/>
                </a:solidFill>
                <a:latin typeface="Malgun Gothic" pitchFamily="34" charset="0"/>
                <a:ea typeface="Malgun Gothic" pitchFamily="34" charset="-122"/>
                <a:cs typeface="Malgun Gothic" pitchFamily="34" charset="-120"/>
              </a:rPr>
              <a:t>궁금한 점을 들려주세요</a:t>
            </a:r>
            <a:endParaRPr lang="en-US" sz="2000" dirty="0"/>
          </a:p>
        </p:txBody>
      </p:sp>
      <p:sp>
        <p:nvSpPr>
          <p:cNvPr id="7" name="Text 4">
            <a:hlinkClick r:id="rId2" tooltip=""/>
          </p:cNvPr>
          <p:cNvSpPr txBox="1"/>
          <p:nvPr/>
        </p:nvSpPr>
        <p:spPr>
          <a:xfrm>
            <a:off x="777240" y="5760720"/>
            <a:ext cx="5852160" cy="320040"/>
          </a:xfrm>
          <a:prstGeom prst="rect">
            <a:avLst/>
          </a:prstGeom>
          <a:noFill/>
          <a:ln/>
        </p:spPr>
        <p:txBody>
          <a:bodyPr wrap="square" lIns="0" tIns="0" rIns="0" bIns="0" rtlCol="0" anchor="t"/>
          <a:lstStyle/>
          <a:p>
            <a:pPr algn="l" indent="0" marL="0">
              <a:lnSpc>
                <a:spcPct val="120000"/>
              </a:lnSpc>
              <a:buNone/>
            </a:pPr>
            <a:r>
              <a:rPr lang="en-US" sz="1200" u="sng" dirty="0">
                <a:solidFill>
                  <a:srgbClr val="AEB4D6"/>
                </a:solidFill>
                <a:latin typeface="Malgun Gothic" pitchFamily="34" charset="0"/>
                <a:ea typeface="Malgun Gothic" pitchFamily="34" charset="-122"/>
                <a:cs typeface="Malgun Gothic" pitchFamily="34" charset="-120"/>
                <a:hlinkClick r:id="rId2" invalidUrl="" action="" tgtFrame="" tooltip="" history="1" highlightClick="0" endSnd="0">
                  <a:extLst>
                    <a:ext uri="{A12FA001-AC4F-418D-AE19-62706E023703}">
                      <ahyp:hlinkClr xmlns:ahyp="http://schemas.microsoft.com/office/drawing/2018/hyperlinkcolor" val="tx"/>
                    </a:ext>
                  </a:extLst>
                </a:hlinkClick>
              </a:rPr>
              <a:t>설계 문서   github.com/seominji58/drawtale-pt_docs</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865815" y="6355080"/>
            <a:ext cx="548640" cy="274320"/>
          </a:xfrm>
          <a:prstGeom prst="rect">
            <a:avLst/>
          </a:prstGeom>
          <a:noFill/>
          <a:ln/>
        </p:spPr>
        <p:txBody>
          <a:bodyPr wrap="square" lIns="0" tIns="0" rIns="0" bIns="0" rtlCol="0" anchor="t"/>
          <a:lstStyle/>
          <a:p>
            <a:pPr algn="r" indent="0" marL="0">
              <a:lnSpc>
                <a:spcPct val="120000"/>
              </a:lnSpc>
              <a:buNone/>
            </a:pPr>
            <a:r>
              <a:rPr lang="en-US" sz="900" dirty="0">
                <a:solidFill>
                  <a:srgbClr val="9399AC"/>
                </a:solidFill>
                <a:latin typeface="Malgun Gothic" pitchFamily="34" charset="0"/>
                <a:ea typeface="Malgun Gothic" pitchFamily="34" charset="-122"/>
                <a:cs typeface="Malgun Gothic" pitchFamily="34" charset="-120"/>
              </a:rPr>
              <a:t>22</a:t>
            </a:r>
            <a:endParaRPr lang="en-US" sz="900" dirty="0"/>
          </a:p>
        </p:txBody>
      </p:sp>
      <p:sp>
        <p:nvSpPr>
          <p:cNvPr id="3" name="Text 1"/>
          <p:cNvSpPr txBox="1"/>
          <p:nvPr/>
        </p:nvSpPr>
        <p:spPr>
          <a:xfrm>
            <a:off x="777240" y="685800"/>
            <a:ext cx="10637215" cy="685800"/>
          </a:xfrm>
          <a:prstGeom prst="rect">
            <a:avLst/>
          </a:prstGeom>
          <a:noFill/>
          <a:ln/>
        </p:spPr>
        <p:txBody>
          <a:bodyPr wrap="square" lIns="0" tIns="0" rIns="0" bIns="0" rtlCol="0" anchor="t"/>
          <a:lstStyle/>
          <a:p>
            <a:pPr algn="l" indent="0" marL="0">
              <a:lnSpc>
                <a:spcPct val="120000"/>
              </a:lnSpc>
              <a:buNone/>
            </a:pPr>
            <a:r>
              <a:rPr lang="en-US" sz="3000" b="1" spc="-50" kern="0" dirty="0">
                <a:solidFill>
                  <a:srgbClr val="262B40"/>
                </a:solidFill>
                <a:latin typeface="Malgun Gothic" pitchFamily="34" charset="0"/>
                <a:ea typeface="Malgun Gothic" pitchFamily="34" charset="-122"/>
                <a:cs typeface="Malgun Gothic" pitchFamily="34" charset="-120"/>
              </a:rPr>
              <a:t>참고 자료</a:t>
            </a:r>
            <a:endParaRPr lang="en-US" sz="3000" dirty="0"/>
          </a:p>
        </p:txBody>
      </p:sp>
      <p:sp>
        <p:nvSpPr>
          <p:cNvPr id="4" name="Text 2"/>
          <p:cNvSpPr txBox="1"/>
          <p:nvPr/>
        </p:nvSpPr>
        <p:spPr>
          <a:xfrm>
            <a:off x="777240" y="1399032"/>
            <a:ext cx="10637215" cy="457200"/>
          </a:xfrm>
          <a:prstGeom prst="rect">
            <a:avLst/>
          </a:prstGeom>
          <a:noFill/>
          <a:ln/>
        </p:spPr>
        <p:txBody>
          <a:bodyPr wrap="square" lIns="0" tIns="0" rIns="0" bIns="0" rtlCol="0" anchor="t"/>
          <a:lstStyle/>
          <a:p>
            <a:pPr algn="l" indent="0" marL="0">
              <a:lnSpc>
                <a:spcPct val="120000"/>
              </a:lnSpc>
              <a:buNone/>
            </a:pPr>
            <a:r>
              <a:rPr lang="en-US" sz="1500" dirty="0">
                <a:solidFill>
                  <a:srgbClr val="5B6177"/>
                </a:solidFill>
                <a:latin typeface="Malgun Gothic" pitchFamily="34" charset="0"/>
                <a:ea typeface="Malgun Gothic" pitchFamily="34" charset="-122"/>
                <a:cs typeface="Malgun Gothic" pitchFamily="34" charset="-120"/>
              </a:rPr>
              <a:t>배경조사 출처</a:t>
            </a:r>
            <a:endParaRPr lang="en-US" sz="1500" dirty="0"/>
          </a:p>
        </p:txBody>
      </p:sp>
      <p:sp>
        <p:nvSpPr>
          <p:cNvPr id="5" name="Text 3"/>
          <p:cNvSpPr txBox="1"/>
          <p:nvPr/>
        </p:nvSpPr>
        <p:spPr>
          <a:xfrm>
            <a:off x="777240" y="1828800"/>
            <a:ext cx="5135728" cy="4206240"/>
          </a:xfrm>
          <a:prstGeom prst="rect">
            <a:avLst/>
          </a:prstGeom>
          <a:noFill/>
          <a:ln/>
        </p:spPr>
        <p:txBody>
          <a:bodyPr wrap="square" lIns="0" tIns="0" rIns="0" bIns="0" rtlCol="0" anchor="t"/>
          <a:lstStyle/>
          <a:p>
            <a:pPr algn="l" indent="0" marL="0">
              <a:lnSpc>
                <a:spcPct val="115000"/>
              </a:lnSpc>
              <a:buNone/>
            </a:pPr>
            <a:r>
              <a:rPr lang="en-US" sz="950" b="1" dirty="0">
                <a:solidFill>
                  <a:srgbClr val="262B40"/>
                </a:solidFill>
                <a:latin typeface="Malgun Gothic" pitchFamily="34" charset="0"/>
                <a:ea typeface="Malgun Gothic" pitchFamily="34" charset="-122"/>
                <a:cs typeface="Malgun Gothic" pitchFamily="34" charset="-120"/>
              </a:rPr>
              <a:t>[1]  김초은 · 임해영 · 김초영 (2023). 경계선 지적지능 아동청소년 자녀를 둔 어머니 양육 경험에 관한 연구</a:t>
            </a:r>
            <a:endParaRPr lang="en-US" sz="950" dirty="0"/>
          </a:p>
          <a:p>
            <a:pPr algn="l" indent="0" marL="0">
              <a:lnSpc>
                <a:spcPct val="115000"/>
              </a:lnSpc>
              <a:buNone/>
            </a:pPr>
            <a:r>
              <a:rPr lang="en-US" sz="950" dirty="0">
                <a:solidFill>
                  <a:srgbClr val="5B6177"/>
                </a:solidFill>
                <a:latin typeface="Malgun Gothic" pitchFamily="34" charset="0"/>
                <a:ea typeface="Malgun Gothic" pitchFamily="34" charset="-122"/>
                <a:cs typeface="Malgun Gothic" pitchFamily="34" charset="-120"/>
              </a:rPr>
              <a:t>한국가족복지학 70(1), 5–41</a:t>
            </a:r>
            <a:endParaRPr lang="en-US" sz="950" dirty="0"/>
          </a:p>
          <a:p>
            <a:pPr algn="l" indent="0" marL="0">
              <a:lnSpc>
                <a:spcPct val="115000"/>
              </a:lnSpc>
              <a:buNone/>
            </a:pPr>
            <a:r>
              <a:rPr lang="en-US" sz="950" u="sng" dirty="0">
                <a:solidFill>
                  <a:srgbClr val="4256C8"/>
                </a:solidFill>
                <a:latin typeface="Malgun Gothic" pitchFamily="34" charset="0"/>
                <a:ea typeface="Malgun Gothic" pitchFamily="34" charset="-122"/>
                <a:cs typeface="Malgun Gothic"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https://www.dbpia.co.kr/journal/articleDetail?nodeId=NODE11606563</a:t>
            </a:r>
            <a:endParaRPr lang="en-US" sz="950" dirty="0"/>
          </a:p>
          <a:p>
            <a:pPr algn="l" indent="0" marL="0">
              <a:lnSpc>
                <a:spcPct val="115000"/>
              </a:lnSpc>
              <a:buNone/>
            </a:pPr>
            <a:r>
              <a:rPr lang="en-US" sz="500" dirty="0">
                <a:solidFill>
                  <a:srgbClr val="262B40"/>
                </a:solidFill>
                <a:latin typeface="Malgun Gothic" pitchFamily="34" charset="0"/>
                <a:ea typeface="Malgun Gothic" pitchFamily="34" charset="-122"/>
                <a:cs typeface="Malgun Gothic" pitchFamily="34" charset="-120"/>
              </a:rPr>
              <a:t> </a:t>
            </a:r>
            <a:endParaRPr lang="en-US" sz="950" dirty="0"/>
          </a:p>
          <a:p>
            <a:pPr algn="l" indent="0" marL="0">
              <a:lnSpc>
                <a:spcPct val="115000"/>
              </a:lnSpc>
              <a:buNone/>
            </a:pPr>
            <a:r>
              <a:rPr lang="en-US" sz="950" b="1" dirty="0">
                <a:solidFill>
                  <a:srgbClr val="262B40"/>
                </a:solidFill>
                <a:latin typeface="Malgun Gothic" pitchFamily="34" charset="0"/>
                <a:ea typeface="Malgun Gothic" pitchFamily="34" charset="-122"/>
                <a:cs typeface="Malgun Gothic" pitchFamily="34" charset="-120"/>
              </a:rPr>
              <a:t>[2]  손성화 · 백수진 (2025). 경계선지능 청년의 평생교육에 대한 어머니의 인식과 지원요구</a:t>
            </a:r>
            <a:endParaRPr lang="en-US" sz="950" dirty="0"/>
          </a:p>
          <a:p>
            <a:pPr algn="l" indent="0" marL="0">
              <a:lnSpc>
                <a:spcPct val="115000"/>
              </a:lnSpc>
              <a:buNone/>
            </a:pPr>
            <a:r>
              <a:rPr lang="en-US" sz="950" dirty="0">
                <a:solidFill>
                  <a:srgbClr val="5B6177"/>
                </a:solidFill>
                <a:latin typeface="Malgun Gothic" pitchFamily="34" charset="0"/>
                <a:ea typeface="Malgun Gothic" pitchFamily="34" charset="-122"/>
                <a:cs typeface="Malgun Gothic" pitchFamily="34" charset="-120"/>
              </a:rPr>
              <a:t>특수교육논총 41(1), 167–201</a:t>
            </a:r>
            <a:endParaRPr lang="en-US" sz="950" dirty="0"/>
          </a:p>
          <a:p>
            <a:pPr algn="l" indent="0" marL="0">
              <a:lnSpc>
                <a:spcPct val="115000"/>
              </a:lnSpc>
              <a:buNone/>
            </a:pPr>
            <a:r>
              <a:rPr lang="en-US" sz="950" u="sng" dirty="0">
                <a:solidFill>
                  <a:srgbClr val="4256C8"/>
                </a:solidFill>
                <a:latin typeface="Malgun Gothic" pitchFamily="34" charset="0"/>
                <a:ea typeface="Malgun Gothic" pitchFamily="34" charset="-122"/>
                <a:cs typeface="Malgun Gothic"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https://www.dbpia.co.kr/journal/articleDetail?nodeId=NODE12094286</a:t>
            </a:r>
            <a:endParaRPr lang="en-US" sz="950" dirty="0"/>
          </a:p>
          <a:p>
            <a:pPr algn="l" indent="0" marL="0">
              <a:lnSpc>
                <a:spcPct val="115000"/>
              </a:lnSpc>
              <a:buNone/>
            </a:pPr>
            <a:r>
              <a:rPr lang="en-US" sz="500" dirty="0">
                <a:solidFill>
                  <a:srgbClr val="262B40"/>
                </a:solidFill>
                <a:latin typeface="Malgun Gothic" pitchFamily="34" charset="0"/>
                <a:ea typeface="Malgun Gothic" pitchFamily="34" charset="-122"/>
                <a:cs typeface="Malgun Gothic" pitchFamily="34" charset="-120"/>
              </a:rPr>
              <a:t> </a:t>
            </a:r>
            <a:endParaRPr lang="en-US" sz="950" dirty="0"/>
          </a:p>
          <a:p>
            <a:pPr algn="l" indent="0" marL="0">
              <a:lnSpc>
                <a:spcPct val="115000"/>
              </a:lnSpc>
              <a:buNone/>
            </a:pPr>
            <a:r>
              <a:rPr lang="en-US" sz="950" b="1" dirty="0">
                <a:solidFill>
                  <a:srgbClr val="262B40"/>
                </a:solidFill>
                <a:latin typeface="Malgun Gothic" pitchFamily="34" charset="0"/>
                <a:ea typeface="Malgun Gothic" pitchFamily="34" charset="-122"/>
                <a:cs typeface="Malgun Gothic" pitchFamily="34" charset="-120"/>
              </a:rPr>
              <a:t>[3]  임희진 · 구자경 (2019). 경계선 지능 자녀를 둔 어머니가 양육과정에서 경험한 어려움과 대처에 관한 내러티브 탐구</a:t>
            </a:r>
            <a:endParaRPr lang="en-US" sz="950" dirty="0"/>
          </a:p>
          <a:p>
            <a:pPr algn="l" indent="0" marL="0">
              <a:lnSpc>
                <a:spcPct val="115000"/>
              </a:lnSpc>
              <a:buNone/>
            </a:pPr>
            <a:r>
              <a:rPr lang="en-US" sz="950" dirty="0">
                <a:solidFill>
                  <a:srgbClr val="5B6177"/>
                </a:solidFill>
                <a:latin typeface="Malgun Gothic" pitchFamily="34" charset="0"/>
                <a:ea typeface="Malgun Gothic" pitchFamily="34" charset="-122"/>
                <a:cs typeface="Malgun Gothic" pitchFamily="34" charset="-120"/>
              </a:rPr>
              <a:t>독서치료연구 11(1), 63–84</a:t>
            </a:r>
            <a:endParaRPr lang="en-US" sz="950" dirty="0"/>
          </a:p>
          <a:p>
            <a:pPr algn="l" indent="0" marL="0">
              <a:lnSpc>
                <a:spcPct val="115000"/>
              </a:lnSpc>
              <a:buNone/>
            </a:pPr>
            <a:r>
              <a:rPr lang="en-US" sz="950" u="sng" dirty="0">
                <a:solidFill>
                  <a:srgbClr val="4256C8"/>
                </a:solidFill>
                <a:latin typeface="Malgun Gothic" pitchFamily="34" charset="0"/>
                <a:ea typeface="Malgun Gothic" pitchFamily="34" charset="-122"/>
                <a:cs typeface="Malgun Gothic"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https://www.kci.go.kr/kciportal/landing/article.kci?arti_id=ART002484150</a:t>
            </a:r>
            <a:endParaRPr lang="en-US" sz="950" dirty="0"/>
          </a:p>
          <a:p>
            <a:pPr algn="l" indent="0" marL="0">
              <a:lnSpc>
                <a:spcPct val="115000"/>
              </a:lnSpc>
              <a:buNone/>
            </a:pPr>
            <a:r>
              <a:rPr lang="en-US" sz="500" dirty="0">
                <a:solidFill>
                  <a:srgbClr val="262B40"/>
                </a:solidFill>
                <a:latin typeface="Malgun Gothic" pitchFamily="34" charset="0"/>
                <a:ea typeface="Malgun Gothic" pitchFamily="34" charset="-122"/>
                <a:cs typeface="Malgun Gothic" pitchFamily="34" charset="-120"/>
              </a:rPr>
              <a:t> </a:t>
            </a:r>
            <a:endParaRPr lang="en-US" sz="950" dirty="0"/>
          </a:p>
          <a:p>
            <a:pPr algn="l" indent="0" marL="0">
              <a:lnSpc>
                <a:spcPct val="115000"/>
              </a:lnSpc>
              <a:buNone/>
            </a:pPr>
            <a:r>
              <a:rPr lang="en-US" sz="950" b="1" dirty="0">
                <a:solidFill>
                  <a:srgbClr val="262B40"/>
                </a:solidFill>
                <a:latin typeface="Malgun Gothic" pitchFamily="34" charset="0"/>
                <a:ea typeface="Malgun Gothic" pitchFamily="34" charset="-122"/>
                <a:cs typeface="Malgun Gothic" pitchFamily="34" charset="-120"/>
              </a:rPr>
              <a:t>[4]  특수교육대상 '자폐성 장애' 학생 2만9천명 육박…4년만에 69%↑ (교육부 2026 특수교육통계)</a:t>
            </a:r>
            <a:endParaRPr lang="en-US" sz="950" dirty="0"/>
          </a:p>
          <a:p>
            <a:pPr algn="l" indent="0" marL="0">
              <a:lnSpc>
                <a:spcPct val="115000"/>
              </a:lnSpc>
              <a:buNone/>
            </a:pPr>
            <a:r>
              <a:rPr lang="en-US" sz="950" dirty="0">
                <a:solidFill>
                  <a:srgbClr val="5B6177"/>
                </a:solidFill>
                <a:latin typeface="Malgun Gothic" pitchFamily="34" charset="0"/>
                <a:ea typeface="Malgun Gothic" pitchFamily="34" charset="-122"/>
                <a:cs typeface="Malgun Gothic" pitchFamily="34" charset="-120"/>
              </a:rPr>
              <a:t>연합뉴스, 2026.9.5 (재게재)</a:t>
            </a:r>
            <a:endParaRPr lang="en-US" sz="950" dirty="0"/>
          </a:p>
          <a:p>
            <a:pPr algn="l" indent="0" marL="0">
              <a:lnSpc>
                <a:spcPct val="115000"/>
              </a:lnSpc>
              <a:buNone/>
            </a:pPr>
            <a:r>
              <a:rPr lang="en-US" sz="950" u="sng" dirty="0">
                <a:solidFill>
                  <a:srgbClr val="4256C8"/>
                </a:solidFill>
                <a:latin typeface="Malgun Gothic" pitchFamily="34" charset="0"/>
                <a:ea typeface="Malgun Gothic" pitchFamily="34" charset="-122"/>
                <a:cs typeface="Malgun Gothic"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https://supple.kr/news/cmtnign6n0025e2tr63rvpb5o</a:t>
            </a:r>
            <a:endParaRPr lang="en-US" sz="950" dirty="0"/>
          </a:p>
          <a:p>
            <a:pPr algn="l" indent="0" marL="0">
              <a:lnSpc>
                <a:spcPct val="115000"/>
              </a:lnSpc>
              <a:buNone/>
            </a:pPr>
            <a:r>
              <a:rPr lang="en-US" sz="500" dirty="0">
                <a:solidFill>
                  <a:srgbClr val="262B40"/>
                </a:solidFill>
                <a:latin typeface="Malgun Gothic" pitchFamily="34" charset="0"/>
                <a:ea typeface="Malgun Gothic" pitchFamily="34" charset="-122"/>
                <a:cs typeface="Malgun Gothic" pitchFamily="34" charset="-120"/>
              </a:rPr>
              <a:t> </a:t>
            </a:r>
            <a:endParaRPr lang="en-US" sz="950" dirty="0"/>
          </a:p>
          <a:p>
            <a:pPr algn="l" indent="0" marL="0">
              <a:lnSpc>
                <a:spcPct val="115000"/>
              </a:lnSpc>
              <a:buNone/>
            </a:pPr>
            <a:r>
              <a:rPr lang="en-US" sz="950" b="1" dirty="0">
                <a:solidFill>
                  <a:srgbClr val="262B40"/>
                </a:solidFill>
                <a:latin typeface="Malgun Gothic" pitchFamily="34" charset="0"/>
                <a:ea typeface="Malgun Gothic" pitchFamily="34" charset="-122"/>
                <a:cs typeface="Malgun Gothic" pitchFamily="34" charset="-120"/>
              </a:rPr>
              <a:t>[5]  경계선 지능 첫 실태조사 (한국보건사회연구원 · 보건복지부)</a:t>
            </a:r>
            <a:endParaRPr lang="en-US" sz="950" dirty="0"/>
          </a:p>
          <a:p>
            <a:pPr algn="l" indent="0" marL="0">
              <a:lnSpc>
                <a:spcPct val="115000"/>
              </a:lnSpc>
              <a:buNone/>
            </a:pPr>
            <a:r>
              <a:rPr lang="en-US" sz="950" dirty="0">
                <a:solidFill>
                  <a:srgbClr val="5B6177"/>
                </a:solidFill>
                <a:latin typeface="Malgun Gothic" pitchFamily="34" charset="0"/>
                <a:ea typeface="Malgun Gothic" pitchFamily="34" charset="-122"/>
                <a:cs typeface="Malgun Gothic" pitchFamily="34" charset="-120"/>
              </a:rPr>
              <a:t>연합뉴스, 2026.7.29</a:t>
            </a:r>
            <a:endParaRPr lang="en-US" sz="950" dirty="0"/>
          </a:p>
          <a:p>
            <a:pPr algn="l" indent="0" marL="0">
              <a:lnSpc>
                <a:spcPct val="115000"/>
              </a:lnSpc>
              <a:buNone/>
            </a:pPr>
            <a:r>
              <a:rPr lang="en-US" sz="950" u="sng" dirty="0">
                <a:solidFill>
                  <a:srgbClr val="4256C8"/>
                </a:solidFill>
                <a:latin typeface="Malgun Gothic" pitchFamily="34" charset="0"/>
                <a:ea typeface="Malgun Gothic" pitchFamily="34" charset="-122"/>
                <a:cs typeface="Malgun Gothic"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https://v.daum.net/v/20260729061254633</a:t>
            </a:r>
            <a:endParaRPr lang="en-US" sz="950" dirty="0"/>
          </a:p>
          <a:p>
            <a:pPr algn="l" indent="0" marL="0">
              <a:lnSpc>
                <a:spcPct val="115000"/>
              </a:lnSpc>
              <a:buNone/>
            </a:pPr>
            <a:r>
              <a:rPr lang="en-US" sz="500" dirty="0">
                <a:solidFill>
                  <a:srgbClr val="262B40"/>
                </a:solidFill>
                <a:latin typeface="Malgun Gothic" pitchFamily="34" charset="0"/>
                <a:ea typeface="Malgun Gothic" pitchFamily="34" charset="-122"/>
                <a:cs typeface="Malgun Gothic" pitchFamily="34" charset="-120"/>
              </a:rPr>
              <a:t> </a:t>
            </a:r>
            <a:endParaRPr lang="en-US" sz="950" dirty="0"/>
          </a:p>
          <a:p>
            <a:pPr algn="l" indent="0" marL="0">
              <a:lnSpc>
                <a:spcPct val="115000"/>
              </a:lnSpc>
              <a:buNone/>
            </a:pPr>
            <a:r>
              <a:rPr lang="en-US" sz="950" b="1" dirty="0">
                <a:solidFill>
                  <a:srgbClr val="262B40"/>
                </a:solidFill>
                <a:latin typeface="Malgun Gothic" pitchFamily="34" charset="0"/>
                <a:ea typeface="Malgun Gothic" pitchFamily="34" charset="-122"/>
                <a:cs typeface="Malgun Gothic" pitchFamily="34" charset="-120"/>
              </a:rPr>
              <a:t>[6]  Pitri, E. &amp; Michaelidou, A. (2025). The contribution of narrative drawing in early literacy</a:t>
            </a:r>
            <a:endParaRPr lang="en-US" sz="950" dirty="0"/>
          </a:p>
          <a:p>
            <a:pPr algn="l" indent="0" marL="0">
              <a:lnSpc>
                <a:spcPct val="115000"/>
              </a:lnSpc>
              <a:buNone/>
            </a:pPr>
            <a:r>
              <a:rPr lang="en-US" sz="950" dirty="0">
                <a:solidFill>
                  <a:srgbClr val="5B6177"/>
                </a:solidFill>
                <a:latin typeface="Malgun Gothic" pitchFamily="34" charset="0"/>
                <a:ea typeface="Malgun Gothic" pitchFamily="34" charset="-122"/>
                <a:cs typeface="Malgun Gothic" pitchFamily="34" charset="-120"/>
              </a:rPr>
              <a:t>Frontiers in Education, 10. doi:10.3389/feduc.2025.1465714</a:t>
            </a:r>
            <a:endParaRPr lang="en-US" sz="950" dirty="0"/>
          </a:p>
          <a:p>
            <a:pPr algn="l" indent="0" marL="0">
              <a:lnSpc>
                <a:spcPct val="115000"/>
              </a:lnSpc>
              <a:buNone/>
            </a:pPr>
            <a:r>
              <a:rPr lang="en-US" sz="950" u="sng" dirty="0">
                <a:solidFill>
                  <a:srgbClr val="4256C8"/>
                </a:solidFill>
                <a:latin typeface="Malgun Gothic" pitchFamily="34" charset="0"/>
                <a:ea typeface="Malgun Gothic" pitchFamily="34" charset="-122"/>
                <a:cs typeface="Malgun Gothic"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https://www.frontiersin.org/journals/education/articles/10.3389/feduc.2025.1465714/full</a:t>
            </a:r>
            <a:endParaRPr lang="en-US" sz="950" dirty="0"/>
          </a:p>
        </p:txBody>
      </p:sp>
      <p:sp>
        <p:nvSpPr>
          <p:cNvPr id="6" name="Text 4"/>
          <p:cNvSpPr txBox="1"/>
          <p:nvPr/>
        </p:nvSpPr>
        <p:spPr>
          <a:xfrm>
            <a:off x="6278728" y="1828800"/>
            <a:ext cx="5135728" cy="4206240"/>
          </a:xfrm>
          <a:prstGeom prst="rect">
            <a:avLst/>
          </a:prstGeom>
          <a:noFill/>
          <a:ln/>
        </p:spPr>
        <p:txBody>
          <a:bodyPr wrap="square" lIns="0" tIns="0" rIns="0" bIns="0" rtlCol="0" anchor="t"/>
          <a:lstStyle/>
          <a:p>
            <a:pPr algn="l" indent="0" marL="0">
              <a:lnSpc>
                <a:spcPct val="115000"/>
              </a:lnSpc>
              <a:buNone/>
            </a:pPr>
            <a:r>
              <a:rPr lang="en-US" sz="950" b="1" dirty="0">
                <a:solidFill>
                  <a:srgbClr val="262B40"/>
                </a:solidFill>
                <a:latin typeface="Malgun Gothic" pitchFamily="34" charset="0"/>
                <a:ea typeface="Malgun Gothic" pitchFamily="34" charset="-122"/>
                <a:cs typeface="Malgun Gothic" pitchFamily="34" charset="-120"/>
              </a:rPr>
              <a:t>[7]  CAST (2024). UDL Guidelines 3.0 — 5.1 Use multiple media for communication</a:t>
            </a:r>
            <a:endParaRPr lang="en-US" sz="950" dirty="0"/>
          </a:p>
          <a:p>
            <a:pPr algn="l" indent="0" marL="0">
              <a:lnSpc>
                <a:spcPct val="115000"/>
              </a:lnSpc>
              <a:buNone/>
            </a:pPr>
            <a:r>
              <a:rPr lang="en-US" sz="950" dirty="0">
                <a:solidFill>
                  <a:srgbClr val="5B6177"/>
                </a:solidFill>
                <a:latin typeface="Malgun Gothic" pitchFamily="34" charset="0"/>
                <a:ea typeface="Malgun Gothic" pitchFamily="34" charset="-122"/>
                <a:cs typeface="Malgun Gothic" pitchFamily="34" charset="-120"/>
              </a:rPr>
              <a:t>CAST</a:t>
            </a:r>
            <a:endParaRPr lang="en-US" sz="950" dirty="0"/>
          </a:p>
          <a:p>
            <a:pPr algn="l" indent="0" marL="0">
              <a:lnSpc>
                <a:spcPct val="115000"/>
              </a:lnSpc>
              <a:buNone/>
            </a:pPr>
            <a:r>
              <a:rPr lang="en-US" sz="950" u="sng" dirty="0">
                <a:solidFill>
                  <a:srgbClr val="4256C8"/>
                </a:solidFill>
                <a:latin typeface="Malgun Gothic" pitchFamily="34" charset="0"/>
                <a:ea typeface="Malgun Gothic" pitchFamily="34" charset="-122"/>
                <a:cs typeface="Malgun Gothic"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https://udlguidelines.cast.org/action-expression/expression-communication/multiple-media/</a:t>
            </a:r>
            <a:endParaRPr lang="en-US" sz="950" dirty="0"/>
          </a:p>
          <a:p>
            <a:pPr algn="l" indent="0" marL="0">
              <a:lnSpc>
                <a:spcPct val="115000"/>
              </a:lnSpc>
              <a:buNone/>
            </a:pPr>
            <a:r>
              <a:rPr lang="en-US" sz="500" dirty="0">
                <a:solidFill>
                  <a:srgbClr val="262B40"/>
                </a:solidFill>
                <a:latin typeface="Malgun Gothic" pitchFamily="34" charset="0"/>
                <a:ea typeface="Malgun Gothic" pitchFamily="34" charset="-122"/>
                <a:cs typeface="Malgun Gothic" pitchFamily="34" charset="-120"/>
              </a:rPr>
              <a:t> </a:t>
            </a:r>
            <a:endParaRPr lang="en-US" sz="950" dirty="0"/>
          </a:p>
          <a:p>
            <a:pPr algn="l" indent="0" marL="0">
              <a:lnSpc>
                <a:spcPct val="115000"/>
              </a:lnSpc>
              <a:buNone/>
            </a:pPr>
            <a:r>
              <a:rPr lang="en-US" sz="950" b="1" dirty="0">
                <a:solidFill>
                  <a:srgbClr val="262B40"/>
                </a:solidFill>
                <a:latin typeface="Malgun Gothic" pitchFamily="34" charset="0"/>
                <a:ea typeface="Malgun Gothic" pitchFamily="34" charset="-122"/>
                <a:cs typeface="Malgun Gothic" pitchFamily="34" charset="-120"/>
              </a:rPr>
              <a:t>[8]  Smith, H. J. et al. (2023). A Method for Animating Children's Drawings of the Human Figure</a:t>
            </a:r>
            <a:endParaRPr lang="en-US" sz="950" dirty="0"/>
          </a:p>
          <a:p>
            <a:pPr algn="l" indent="0" marL="0">
              <a:lnSpc>
                <a:spcPct val="115000"/>
              </a:lnSpc>
              <a:buNone/>
            </a:pPr>
            <a:r>
              <a:rPr lang="en-US" sz="950" dirty="0">
                <a:solidFill>
                  <a:srgbClr val="5B6177"/>
                </a:solidFill>
                <a:latin typeface="Malgun Gothic" pitchFamily="34" charset="0"/>
                <a:ea typeface="Malgun Gothic" pitchFamily="34" charset="-122"/>
                <a:cs typeface="Malgun Gothic" pitchFamily="34" charset="-120"/>
              </a:rPr>
              <a:t>ACM Transactions on Graphics 42(3). arXiv:2303.12741</a:t>
            </a:r>
            <a:endParaRPr lang="en-US" sz="950" dirty="0"/>
          </a:p>
          <a:p>
            <a:pPr algn="l" indent="0" marL="0">
              <a:lnSpc>
                <a:spcPct val="115000"/>
              </a:lnSpc>
              <a:buNone/>
            </a:pPr>
            <a:r>
              <a:rPr lang="en-US" sz="950" u="sng" dirty="0">
                <a:solidFill>
                  <a:srgbClr val="4256C8"/>
                </a:solidFill>
                <a:latin typeface="Malgun Gothic" pitchFamily="34" charset="0"/>
                <a:ea typeface="Malgun Gothic" pitchFamily="34" charset="-122"/>
                <a:cs typeface="Malgun Gothic"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https://arxiv.org/abs/2303.12741</a:t>
            </a:r>
            <a:endParaRPr lang="en-US" sz="950" dirty="0"/>
          </a:p>
          <a:p>
            <a:pPr algn="l" indent="0" marL="0">
              <a:lnSpc>
                <a:spcPct val="115000"/>
              </a:lnSpc>
              <a:buNone/>
            </a:pPr>
            <a:r>
              <a:rPr lang="en-US" sz="500" dirty="0">
                <a:solidFill>
                  <a:srgbClr val="262B40"/>
                </a:solidFill>
                <a:latin typeface="Malgun Gothic" pitchFamily="34" charset="0"/>
                <a:ea typeface="Malgun Gothic" pitchFamily="34" charset="-122"/>
                <a:cs typeface="Malgun Gothic" pitchFamily="34" charset="-120"/>
              </a:rPr>
              <a:t> </a:t>
            </a:r>
            <a:endParaRPr lang="en-US" sz="950" dirty="0"/>
          </a:p>
          <a:p>
            <a:pPr algn="l" indent="0" marL="0">
              <a:lnSpc>
                <a:spcPct val="115000"/>
              </a:lnSpc>
              <a:buNone/>
            </a:pPr>
            <a:r>
              <a:rPr lang="en-US" sz="950" b="1" dirty="0">
                <a:solidFill>
                  <a:srgbClr val="262B40"/>
                </a:solidFill>
                <a:latin typeface="Malgun Gothic" pitchFamily="34" charset="0"/>
                <a:ea typeface="Malgun Gothic" pitchFamily="34" charset="-122"/>
                <a:cs typeface="Malgun Gothic" pitchFamily="34" charset="-120"/>
              </a:rPr>
              <a:t>[9]  Meta AI (2023). Animated Drawings 데이터셋 · 코드 오픈소스 공개</a:t>
            </a:r>
            <a:endParaRPr lang="en-US" sz="950" dirty="0"/>
          </a:p>
          <a:p>
            <a:pPr algn="l" indent="0" marL="0">
              <a:lnSpc>
                <a:spcPct val="115000"/>
              </a:lnSpc>
              <a:buNone/>
            </a:pPr>
            <a:r>
              <a:rPr lang="en-US" sz="950" dirty="0">
                <a:solidFill>
                  <a:srgbClr val="5B6177"/>
                </a:solidFill>
                <a:latin typeface="Malgun Gothic" pitchFamily="34" charset="0"/>
                <a:ea typeface="Malgun Gothic" pitchFamily="34" charset="-122"/>
                <a:cs typeface="Malgun Gothic" pitchFamily="34" charset="-120"/>
              </a:rPr>
              <a:t>Meta AI Blog, 2023.4.13</a:t>
            </a:r>
            <a:endParaRPr lang="en-US" sz="950" dirty="0"/>
          </a:p>
          <a:p>
            <a:pPr algn="l" indent="0" marL="0">
              <a:lnSpc>
                <a:spcPct val="115000"/>
              </a:lnSpc>
              <a:buNone/>
            </a:pPr>
            <a:r>
              <a:rPr lang="en-US" sz="950" u="sng" dirty="0">
                <a:solidFill>
                  <a:srgbClr val="4256C8"/>
                </a:solidFill>
                <a:latin typeface="Malgun Gothic" pitchFamily="34" charset="0"/>
                <a:ea typeface="Malgun Gothic" pitchFamily="34" charset="-122"/>
                <a:cs typeface="Malgun Gothic"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https://ai.meta.com/blog/ai-dataset-animation-drawings/</a:t>
            </a:r>
            <a:endParaRPr lang="en-US" sz="950" dirty="0"/>
          </a:p>
          <a:p>
            <a:pPr algn="l" indent="0" marL="0">
              <a:lnSpc>
                <a:spcPct val="115000"/>
              </a:lnSpc>
              <a:buNone/>
            </a:pPr>
            <a:r>
              <a:rPr lang="en-US" sz="500" dirty="0">
                <a:solidFill>
                  <a:srgbClr val="262B40"/>
                </a:solidFill>
                <a:latin typeface="Malgun Gothic" pitchFamily="34" charset="0"/>
                <a:ea typeface="Malgun Gothic" pitchFamily="34" charset="-122"/>
                <a:cs typeface="Malgun Gothic" pitchFamily="34" charset="-120"/>
              </a:rPr>
              <a:t> </a:t>
            </a:r>
            <a:endParaRPr lang="en-US" sz="950" dirty="0"/>
          </a:p>
          <a:p>
            <a:pPr algn="l" indent="0" marL="0">
              <a:lnSpc>
                <a:spcPct val="115000"/>
              </a:lnSpc>
              <a:buNone/>
            </a:pPr>
            <a:r>
              <a:rPr lang="en-US" sz="950" b="1" dirty="0">
                <a:solidFill>
                  <a:srgbClr val="262B40"/>
                </a:solidFill>
                <a:latin typeface="Malgun Gothic" pitchFamily="34" charset="0"/>
                <a:ea typeface="Malgun Gothic" pitchFamily="34" charset="-122"/>
                <a:cs typeface="Malgun Gothic" pitchFamily="34" charset="-120"/>
              </a:rPr>
              <a:t>[10]  Drawings Alive — 아이 그림을 AI 애니메이션 · 3D로</a:t>
            </a:r>
            <a:endParaRPr lang="en-US" sz="950" dirty="0"/>
          </a:p>
          <a:p>
            <a:pPr algn="l" indent="0" marL="0">
              <a:lnSpc>
                <a:spcPct val="115000"/>
              </a:lnSpc>
              <a:buNone/>
            </a:pPr>
            <a:r>
              <a:rPr lang="en-US" sz="950" dirty="0">
                <a:solidFill>
                  <a:srgbClr val="5B6177"/>
                </a:solidFill>
                <a:latin typeface="Malgun Gothic" pitchFamily="34" charset="0"/>
                <a:ea typeface="Malgun Gothic" pitchFamily="34" charset="-122"/>
                <a:cs typeface="Malgun Gothic" pitchFamily="34" charset="-120"/>
              </a:rPr>
              <a:t>공식 사이트 (2026.9.30 확인)</a:t>
            </a:r>
            <a:endParaRPr lang="en-US" sz="950" dirty="0"/>
          </a:p>
          <a:p>
            <a:pPr algn="l" indent="0" marL="0">
              <a:lnSpc>
                <a:spcPct val="115000"/>
              </a:lnSpc>
              <a:buNone/>
            </a:pPr>
            <a:r>
              <a:rPr lang="en-US" sz="950" u="sng" dirty="0">
                <a:solidFill>
                  <a:srgbClr val="4256C8"/>
                </a:solidFill>
                <a:latin typeface="Malgun Gothic" pitchFamily="34" charset="0"/>
                <a:ea typeface="Malgun Gothic" pitchFamily="34" charset="-122"/>
                <a:cs typeface="Malgun Gothic"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https://drawingsalive.com/</a:t>
            </a:r>
            <a:endParaRPr lang="en-US" sz="950" dirty="0"/>
          </a:p>
          <a:p>
            <a:pPr algn="l" indent="0" marL="0">
              <a:lnSpc>
                <a:spcPct val="115000"/>
              </a:lnSpc>
              <a:buNone/>
            </a:pPr>
            <a:r>
              <a:rPr lang="en-US" sz="500" dirty="0">
                <a:solidFill>
                  <a:srgbClr val="262B40"/>
                </a:solidFill>
                <a:latin typeface="Malgun Gothic" pitchFamily="34" charset="0"/>
                <a:ea typeface="Malgun Gothic" pitchFamily="34" charset="-122"/>
                <a:cs typeface="Malgun Gothic" pitchFamily="34" charset="-120"/>
              </a:rPr>
              <a:t> </a:t>
            </a:r>
            <a:endParaRPr lang="en-US" sz="950" dirty="0"/>
          </a:p>
          <a:p>
            <a:pPr algn="l" indent="0" marL="0">
              <a:lnSpc>
                <a:spcPct val="115000"/>
              </a:lnSpc>
              <a:buNone/>
            </a:pPr>
            <a:r>
              <a:rPr lang="en-US" sz="950" b="1" dirty="0">
                <a:solidFill>
                  <a:srgbClr val="262B40"/>
                </a:solidFill>
                <a:latin typeface="Malgun Gothic" pitchFamily="34" charset="0"/>
                <a:ea typeface="Malgun Gothic" pitchFamily="34" charset="-122"/>
                <a:cs typeface="Malgun Gothic" pitchFamily="34" charset="-120"/>
              </a:rPr>
              <a:t>[11]  Drawalive — 그림 + 이야기 녹음을 움직이는 콘텐츠로</a:t>
            </a:r>
            <a:endParaRPr lang="en-US" sz="950" dirty="0"/>
          </a:p>
          <a:p>
            <a:pPr algn="l" indent="0" marL="0">
              <a:lnSpc>
                <a:spcPct val="115000"/>
              </a:lnSpc>
              <a:buNone/>
            </a:pPr>
            <a:r>
              <a:rPr lang="en-US" sz="950" dirty="0">
                <a:solidFill>
                  <a:srgbClr val="5B6177"/>
                </a:solidFill>
                <a:latin typeface="Malgun Gothic" pitchFamily="34" charset="0"/>
                <a:ea typeface="Malgun Gothic" pitchFamily="34" charset="-122"/>
                <a:cs typeface="Malgun Gothic" pitchFamily="34" charset="-120"/>
              </a:rPr>
              <a:t>공식 사이트 (2026.9.30 확인)</a:t>
            </a:r>
            <a:endParaRPr lang="en-US" sz="950" dirty="0"/>
          </a:p>
          <a:p>
            <a:pPr algn="l" indent="0" marL="0">
              <a:lnSpc>
                <a:spcPct val="115000"/>
              </a:lnSpc>
              <a:buNone/>
            </a:pPr>
            <a:r>
              <a:rPr lang="en-US" sz="950" u="sng" dirty="0">
                <a:solidFill>
                  <a:srgbClr val="4256C8"/>
                </a:solidFill>
                <a:latin typeface="Malgun Gothic" pitchFamily="34" charset="0"/>
                <a:ea typeface="Malgun Gothic" pitchFamily="34" charset="-122"/>
                <a:cs typeface="Malgun Gothic"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https://drawalive.app/</a:t>
            </a:r>
            <a:endParaRPr lang="en-US" sz="950" dirty="0"/>
          </a:p>
          <a:p>
            <a:pPr algn="l" indent="0" marL="0">
              <a:lnSpc>
                <a:spcPct val="115000"/>
              </a:lnSpc>
              <a:buNone/>
            </a:pPr>
            <a:r>
              <a:rPr lang="en-US" sz="500" dirty="0">
                <a:solidFill>
                  <a:srgbClr val="262B40"/>
                </a:solidFill>
                <a:latin typeface="Malgun Gothic" pitchFamily="34" charset="0"/>
                <a:ea typeface="Malgun Gothic" pitchFamily="34" charset="-122"/>
                <a:cs typeface="Malgun Gothic" pitchFamily="34" charset="-120"/>
              </a:rPr>
              <a:t> </a:t>
            </a:r>
            <a:endParaRPr lang="en-US" sz="950" dirty="0"/>
          </a:p>
          <a:p>
            <a:pPr algn="l" indent="0" marL="0">
              <a:lnSpc>
                <a:spcPct val="115000"/>
              </a:lnSpc>
              <a:buNone/>
            </a:pPr>
            <a:r>
              <a:rPr lang="en-US" sz="950" b="1" dirty="0">
                <a:solidFill>
                  <a:srgbClr val="262B40"/>
                </a:solidFill>
                <a:latin typeface="Malgun Gothic" pitchFamily="34" charset="0"/>
                <a:ea typeface="Malgun Gothic" pitchFamily="34" charset="-122"/>
                <a:cs typeface="Malgun Gothic" pitchFamily="34" charset="-120"/>
              </a:rPr>
              <a:t>[12]  The Alan Turing Institute (2025). Understanding the Impacts of Generative AI Use on Children</a:t>
            </a:r>
            <a:endParaRPr lang="en-US" sz="950" dirty="0"/>
          </a:p>
          <a:p>
            <a:pPr algn="l" indent="0" marL="0">
              <a:lnSpc>
                <a:spcPct val="115000"/>
              </a:lnSpc>
              <a:buNone/>
            </a:pPr>
            <a:r>
              <a:rPr lang="en-US" sz="950" dirty="0">
                <a:solidFill>
                  <a:srgbClr val="5B6177"/>
                </a:solidFill>
                <a:latin typeface="Malgun Gothic" pitchFamily="34" charset="0"/>
                <a:ea typeface="Malgun Gothic" pitchFamily="34" charset="-122"/>
                <a:cs typeface="Malgun Gothic" pitchFamily="34" charset="-120"/>
              </a:rPr>
              <a:t>LEGO Foundation 후원 브리핑</a:t>
            </a:r>
            <a:endParaRPr lang="en-US" sz="950" dirty="0"/>
          </a:p>
          <a:p>
            <a:pPr algn="l" indent="0" marL="0">
              <a:lnSpc>
                <a:spcPct val="115000"/>
              </a:lnSpc>
              <a:buNone/>
            </a:pPr>
            <a:r>
              <a:rPr lang="en-US" sz="950" u="sng" dirty="0">
                <a:solidFill>
                  <a:srgbClr val="4256C8"/>
                </a:solidFill>
                <a:latin typeface="Malgun Gothic" pitchFamily="34" charset="0"/>
                <a:ea typeface="Malgun Gothic" pitchFamily="34" charset="-122"/>
                <a:cs typeface="Malgun Gothic"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https://www.turing.ac.uk/sites/default/files/2025-05/combined_briefing_-_understanding_the_impacts_of_generative_ai_use_on_children.pdf</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DrawTale 중간 발표</dc:title>
  <dc:subject>PptxGenJS Presentation</dc:subject>
  <dc:creator>DrawTale 팀</dc:creator>
  <cp:lastModifiedBy>DrawTale 팀</cp:lastModifiedBy>
  <cp:revision>1</cp:revision>
  <dcterms:created xsi:type="dcterms:W3CDTF">2026-10-01T03:43:18Z</dcterms:created>
  <dcterms:modified xsi:type="dcterms:W3CDTF">2026-10-01T03:43:18Z</dcterms:modified>
</cp:coreProperties>
</file>