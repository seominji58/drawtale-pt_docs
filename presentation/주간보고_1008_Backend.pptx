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주에는 기능을 더 넣기 전에, 요청 하나가 어떤 순서로 처리되는지를 먼저 정리했습니다.
사용자가 그림을 올리면 Backend가 받아서 저장하고, AI 서버에 분석을 맡기고, 결과를 다시 캐릭터와 연결합니다.
이야기·검사·음성·애니메이션은 외부 서비스 네 곳을 부르는 일이라, 누가 어떤 순서로 부르고 실패하면 어떻게 할지를 Backend 한 곳에 모았습니다.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애니메이션 한 편을 만드는 데 40초가 걸립니다. 그 시간을 사용자가 기다리게 할 수 없어서, 요청을 받으면 바로 Job 번호를 돌려주고 화면은 「만드는 중」으로 넘어가게 했습니다.
외부 서비스가 실패해도 서비스 전체가 멈추지 않도록, 이야기가 실패하면 기본 문장으로, 음성이 실패하면 음성만 빼고 나머지를 보여 줍니다.
그 위에 FastAPI 프로젝트와 DB 구조를 네 개 층으로 나눠 구현했습니다. 한 층이 바뀌어도 다른 층은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66344"/>
            <a:ext cx="2011680" cy="301752"/>
          </a:xfrm>
          <a:prstGeom prst="rect">
            <a:avLst/>
          </a:prstGeom>
          <a:solidFill>
            <a:srgbClr val="FDE0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/ PM · 서민지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2788920" y="457200"/>
            <a:ext cx="8759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보고 · 10/8  ①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하나가 이야기와 영상이 되기까지를 설계했습니다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5998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처리 흐름</a:t>
            </a:r>
            <a:pPr indent="0" marL="0">
              <a:buNone/>
            </a:pPr>
            <a:r>
              <a:rPr lang="en-US" sz="1050" dirty="0">
                <a:solidFill>
                  <a:srgbClr val="8A9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Frontend → Backend → AI → Storage → 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6099048" cy="539496"/>
          </a:xfrm>
          <a:prstGeom prst="rect">
            <a:avLst/>
          </a:prstGeom>
          <a:solidFill>
            <a:srgbClr val="FDFEFF"/>
          </a:solidFill>
          <a:ln w="9525">
            <a:solidFill>
              <a:srgbClr val="D9DD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2084832"/>
            <a:ext cx="896112" cy="301752"/>
          </a:xfrm>
          <a:prstGeom prst="rect">
            <a:avLst/>
          </a:prstGeom>
          <a:solidFill>
            <a:srgbClr val="DDE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837944" y="1965960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965960"/>
            <a:ext cx="2432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업로드 · 네 칸 선택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42032"/>
            <a:ext cx="6099048" cy="539496"/>
          </a:xfrm>
          <a:prstGeom prst="rect">
            <a:avLst/>
          </a:prstGeom>
          <a:solidFill>
            <a:srgbClr val="FDFEFF"/>
          </a:solidFill>
          <a:ln w="9525">
            <a:solidFill>
              <a:srgbClr val="D9DD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660904"/>
            <a:ext cx="896112" cy="301752"/>
          </a:xfrm>
          <a:prstGeom prst="rect">
            <a:avLst/>
          </a:prstGeom>
          <a:solidFill>
            <a:srgbClr val="DCF2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837944" y="2542032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542032"/>
            <a:ext cx="2432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· 저장 · Job 생성 → 202 즉시 응답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118104"/>
            <a:ext cx="6099048" cy="539496"/>
          </a:xfrm>
          <a:prstGeom prst="rect">
            <a:avLst/>
          </a:prstGeom>
          <a:solidFill>
            <a:srgbClr val="FDFEFF"/>
          </a:solidFill>
          <a:ln w="9525">
            <a:solidFill>
              <a:srgbClr val="D9DD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3236976"/>
            <a:ext cx="896112" cy="301752"/>
          </a:xfrm>
          <a:prstGeom prst="rect">
            <a:avLst/>
          </a:prstGeom>
          <a:solidFill>
            <a:srgbClr val="FFF1C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37944" y="3118104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Runtime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3118104"/>
            <a:ext cx="2432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관절 15개 분석 · 애니메이션 렌더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694176"/>
            <a:ext cx="6099048" cy="539496"/>
          </a:xfrm>
          <a:prstGeom prst="rect">
            <a:avLst/>
          </a:prstGeom>
          <a:solidFill>
            <a:srgbClr val="FDFEFF"/>
          </a:solidFill>
          <a:ln w="9525">
            <a:solidFill>
              <a:srgbClr val="D9DD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3813048"/>
            <a:ext cx="896112" cy="301752"/>
          </a:xfrm>
          <a:prstGeom prst="rect">
            <a:avLst/>
          </a:prstGeom>
          <a:solidFill>
            <a:srgbClr val="FDE0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837944" y="3694176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694176"/>
            <a:ext cx="2432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· 음성 · 영상 파일 보관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270248"/>
            <a:ext cx="6099048" cy="539496"/>
          </a:xfrm>
          <a:prstGeom prst="rect">
            <a:avLst/>
          </a:prstGeom>
          <a:solidFill>
            <a:srgbClr val="FDFEFF"/>
          </a:solidFill>
          <a:ln w="9525">
            <a:solidFill>
              <a:srgbClr val="D9DD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4389120"/>
            <a:ext cx="896112" cy="301752"/>
          </a:xfrm>
          <a:prstGeom prst="rect">
            <a:avLst/>
          </a:prstGeom>
          <a:solidFill>
            <a:srgbClr val="DDE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837944" y="4270248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4270248"/>
            <a:ext cx="2432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 상태 확인 → 결과 재생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937760"/>
            <a:ext cx="6099048" cy="621792"/>
          </a:xfrm>
          <a:prstGeom prst="rect">
            <a:avLst/>
          </a:prstGeom>
          <a:solidFill>
            <a:srgbClr val="FDE0E6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걸리는 분석 · 이야기 생성은 기다리지 않고 Job으로 받습니다.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바로 「만드는 중」 화면을 봅니다.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40880" y="1600200"/>
            <a:ext cx="4507992" cy="3950208"/>
          </a:xfrm>
          <a:prstGeom prst="rect">
            <a:avLst/>
          </a:prstGeom>
          <a:solidFill>
            <a:srgbClr val="FDFEFF"/>
          </a:solidFill>
          <a:ln w="9525">
            <a:solidFill>
              <a:srgbClr val="D9DD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87768" y="1700784"/>
            <a:ext cx="4005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호출 순서와 책임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87768" y="22860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616952" y="2286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 생성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107424" y="2286000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· 네 칸 → 네 문장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87768" y="2779776"/>
            <a:ext cx="4005072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87768" y="290779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616952" y="290779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 검사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107424" y="290779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Moderation · 입력과 결과 모두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87768" y="3401568"/>
            <a:ext cx="4005072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87768" y="352958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6952" y="35295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107424" y="3529584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· 또박또박 읽어주는 MP3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87768" y="4023360"/>
            <a:ext cx="4005072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87768" y="415137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616952" y="415137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9107424" y="4151376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Runtime · 보정 관절 → MP4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87768" y="4645152"/>
            <a:ext cx="4005072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87768" y="48828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순서 · 실패 처리 · 결과 저장은 모두 Backend가 맡습니다.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Frontend와 AI는 서로를 직접 부르지 않습니다.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572414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키는 Backend에만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2834640" y="572414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서버는 내부 전용 (/internal/v1)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760720" y="572414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곳이 실패해도 이야기는 만들어짐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8787384" y="5724144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  </a:t>
            </a:r>
            <a:pPr indent="0" marL="0">
              <a:buNone/>
            </a:pPr>
            <a:r>
              <a:rPr lang="en-US" sz="95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Blob 저장소 연결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66344"/>
            <a:ext cx="2011680" cy="301752"/>
          </a:xfrm>
          <a:prstGeom prst="rect">
            <a:avLst/>
          </a:prstGeom>
          <a:solidFill>
            <a:srgbClr val="FDE0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/ PM · 서민지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2788920" y="457200"/>
            <a:ext cx="8759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보고 · 10/8  ②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걸리는 작업을 Job으로 나누고 기본 구조를 세웠습니다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5998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Job · 오류 처리</a:t>
            </a:r>
            <a:pPr indent="0" marL="0">
              <a:buNone/>
            </a:pPr>
            <a:r>
              <a:rPr lang="en-US" sz="1050" dirty="0">
                <a:solidFill>
                  <a:srgbClr val="8A9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40초 걸리는 작업도 화면은 멈추지 않습니다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02536"/>
            <a:ext cx="6099048" cy="539496"/>
          </a:xfrm>
          <a:prstGeom prst="rect">
            <a:avLst/>
          </a:prstGeom>
          <a:solidFill>
            <a:srgbClr val="FDFEFF"/>
          </a:solidFill>
          <a:ln w="9525">
            <a:solidFill>
              <a:srgbClr val="D9DD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2121408"/>
            <a:ext cx="896112" cy="301752"/>
          </a:xfrm>
          <a:prstGeom prst="rect">
            <a:avLst/>
          </a:prstGeom>
          <a:solidFill>
            <a:srgbClr val="DDE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837944" y="2002536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 ID 발급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002536"/>
            <a:ext cx="2432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즉시 202로 돌려줌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642616"/>
            <a:ext cx="6099048" cy="539496"/>
          </a:xfrm>
          <a:prstGeom prst="rect">
            <a:avLst/>
          </a:prstGeom>
          <a:solidFill>
            <a:srgbClr val="FDFEFF"/>
          </a:solidFill>
          <a:ln w="9525">
            <a:solidFill>
              <a:srgbClr val="D9DD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2761488"/>
            <a:ext cx="896112" cy="301752"/>
          </a:xfrm>
          <a:prstGeom prst="rect">
            <a:avLst/>
          </a:prstGeom>
          <a:solidFill>
            <a:srgbClr val="DCF2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837944" y="2642616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Polling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642616"/>
            <a:ext cx="2432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 → running → succeeded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282696"/>
            <a:ext cx="6099048" cy="539496"/>
          </a:xfrm>
          <a:prstGeom prst="rect">
            <a:avLst/>
          </a:prstGeom>
          <a:solidFill>
            <a:srgbClr val="FDFEFF"/>
          </a:solidFill>
          <a:ln w="9525">
            <a:solidFill>
              <a:srgbClr val="D9DD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3401568"/>
            <a:ext cx="896112" cy="301752"/>
          </a:xfrm>
          <a:prstGeom prst="rect">
            <a:avLst/>
          </a:prstGeom>
          <a:solidFill>
            <a:srgbClr val="FFF1C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37944" y="3282696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Timeout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3282696"/>
            <a:ext cx="2432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60초 · 렌더 300초 상한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922776"/>
            <a:ext cx="6099048" cy="539496"/>
          </a:xfrm>
          <a:prstGeom prst="rect">
            <a:avLst/>
          </a:prstGeom>
          <a:solidFill>
            <a:srgbClr val="FDFEFF"/>
          </a:solidFill>
          <a:ln w="9525">
            <a:solidFill>
              <a:srgbClr val="D9DD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4041648"/>
            <a:ext cx="896112" cy="301752"/>
          </a:xfrm>
          <a:prstGeom prst="rect">
            <a:avLst/>
          </a:prstGeom>
          <a:solidFill>
            <a:srgbClr val="FDE0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837944" y="3922776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922776"/>
            <a:ext cx="2432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곳이 실패해도 나머지는 진행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617720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 상태 네 가지 · 오류 코드 12종 · 외부 서비스 세 곳을 각각 격리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937760"/>
            <a:ext cx="6099048" cy="621792"/>
          </a:xfrm>
          <a:prstGeom prst="rect">
            <a:avLst/>
          </a:prstGeom>
          <a:solidFill>
            <a:srgbClr val="FDE0E6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AI·OpenAI의 내부 오류 메시지는 밖으로 내보내지 않습니다.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Backend가 아이가 읽을 한국어 문장으로 바꿔 보냅니다.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40880" y="1600200"/>
            <a:ext cx="4507992" cy="3950208"/>
          </a:xfrm>
          <a:prstGeom prst="rect">
            <a:avLst/>
          </a:prstGeom>
          <a:solidFill>
            <a:srgbClr val="FDFEFF"/>
          </a:solidFill>
          <a:ln w="9525">
            <a:solidFill>
              <a:srgbClr val="D9DD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87768" y="1700784"/>
            <a:ext cx="4005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DB 기본 구조</a:t>
            </a:r>
            <a:pPr indent="0" marL="0">
              <a:buNone/>
            </a:pPr>
            <a:r>
              <a:rPr lang="en-US" sz="1050" dirty="0">
                <a:solidFill>
                  <a:srgbClr val="8A9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구현 완료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87768" y="2286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22860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받는 층 · 엔드포인트 11개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87768" y="2779776"/>
            <a:ext cx="4005072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87768" y="290779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290779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검증 · 관절 15개 · 오류 형식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87768" y="3401568"/>
            <a:ext cx="4005072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87768" y="352958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778240" y="352958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이야기 · 음성 · 파일 저장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87768" y="4023360"/>
            <a:ext cx="4005072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87768" y="415137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0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415137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테이블 8개 · Alembic 6단계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87768" y="4645152"/>
            <a:ext cx="4005072" cy="0"/>
          </a:xfrm>
          <a:prstGeom prst="line">
            <a:avLst/>
          </a:prstGeom>
          <a:noFill/>
          <a:ln w="9525">
            <a:solidFill>
              <a:srgbClr val="D9DD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87768" y="4882896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9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characters · joint_corrections · jobs · stories · story_activities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9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 · social_accounts · auth_tokens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72414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분리로 고칠 범위를 좁힘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2834640" y="572414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테스트 46개 · 린트 통과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760720" y="572414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환경은 .env 교체만으로 전환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787384" y="5724144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  </a:t>
            </a:r>
            <a:pPr indent="0" marL="0">
              <a:buNone/>
            </a:pPr>
            <a:r>
              <a:rPr lang="en-US" sz="950" dirty="0">
                <a:solidFill>
                  <a:srgbClr val="4A51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Blob 저장소 · Azure 배포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DrawTale 주간 보고 — Backend</dc:title>
  <dc:subject>PptxGenJS Presentation</dc:subject>
  <dc:creator>서민지</dc:creator>
  <cp:lastModifiedBy>서민지</cp:lastModifiedBy>
  <cp:revision>1</cp:revision>
  <dcterms:created xsi:type="dcterms:W3CDTF">2026-10-08T10:39:03Z</dcterms:created>
  <dcterms:modified xsi:type="dcterms:W3CDTF">2026-10-08T10:39:03Z</dcterms:modified>
</cp:coreProperties>
</file>